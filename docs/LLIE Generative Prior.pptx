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4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5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6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7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8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62"/>
  </p:notesMasterIdLst>
  <p:handoutMasterIdLst>
    <p:handoutMasterId r:id="rId63"/>
  </p:handoutMasterIdLst>
  <p:sldIdLst>
    <p:sldId id="256" r:id="rId5"/>
    <p:sldId id="272" r:id="rId6"/>
    <p:sldId id="276" r:id="rId7"/>
    <p:sldId id="279" r:id="rId8"/>
    <p:sldId id="280" r:id="rId9"/>
    <p:sldId id="289" r:id="rId10"/>
    <p:sldId id="306" r:id="rId11"/>
    <p:sldId id="296" r:id="rId12"/>
    <p:sldId id="297" r:id="rId13"/>
    <p:sldId id="307" r:id="rId14"/>
    <p:sldId id="309" r:id="rId15"/>
    <p:sldId id="286" r:id="rId16"/>
    <p:sldId id="368" r:id="rId17"/>
    <p:sldId id="287" r:id="rId18"/>
    <p:sldId id="312" r:id="rId19"/>
    <p:sldId id="367" r:id="rId20"/>
    <p:sldId id="322" r:id="rId21"/>
    <p:sldId id="331" r:id="rId22"/>
    <p:sldId id="328" r:id="rId23"/>
    <p:sldId id="329" r:id="rId24"/>
    <p:sldId id="330" r:id="rId25"/>
    <p:sldId id="323" r:id="rId26"/>
    <p:sldId id="360" r:id="rId27"/>
    <p:sldId id="334" r:id="rId28"/>
    <p:sldId id="335" r:id="rId29"/>
    <p:sldId id="336" r:id="rId30"/>
    <p:sldId id="369" r:id="rId31"/>
    <p:sldId id="314" r:id="rId32"/>
    <p:sldId id="373" r:id="rId33"/>
    <p:sldId id="374" r:id="rId34"/>
    <p:sldId id="375" r:id="rId35"/>
    <p:sldId id="354" r:id="rId36"/>
    <p:sldId id="376" r:id="rId37"/>
    <p:sldId id="378" r:id="rId38"/>
    <p:sldId id="383" r:id="rId39"/>
    <p:sldId id="381" r:id="rId40"/>
    <p:sldId id="384" r:id="rId41"/>
    <p:sldId id="385" r:id="rId42"/>
    <p:sldId id="387" r:id="rId43"/>
    <p:sldId id="386" r:id="rId44"/>
    <p:sldId id="361" r:id="rId45"/>
    <p:sldId id="389" r:id="rId46"/>
    <p:sldId id="271" r:id="rId47"/>
    <p:sldId id="348" r:id="rId48"/>
    <p:sldId id="349" r:id="rId49"/>
    <p:sldId id="350" r:id="rId50"/>
    <p:sldId id="342" r:id="rId51"/>
    <p:sldId id="347" r:id="rId52"/>
    <p:sldId id="344" r:id="rId53"/>
    <p:sldId id="317" r:id="rId54"/>
    <p:sldId id="316" r:id="rId55"/>
    <p:sldId id="318" r:id="rId56"/>
    <p:sldId id="319" r:id="rId57"/>
    <p:sldId id="320" r:id="rId58"/>
    <p:sldId id="321" r:id="rId59"/>
    <p:sldId id="332" r:id="rId60"/>
    <p:sldId id="352" r:id="rId6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D032EB5-8AF2-407B-B17F-2A58624FC255}">
          <p14:sldIdLst>
            <p14:sldId id="256"/>
            <p14:sldId id="272"/>
          </p14:sldIdLst>
        </p14:section>
        <p14:section name="Introduction" id="{5E4EE7A9-2240-4F92-BB30-D0A1F8B5783E}">
          <p14:sldIdLst>
            <p14:sldId id="276"/>
            <p14:sldId id="279"/>
            <p14:sldId id="280"/>
            <p14:sldId id="289"/>
            <p14:sldId id="306"/>
            <p14:sldId id="296"/>
            <p14:sldId id="297"/>
            <p14:sldId id="307"/>
            <p14:sldId id="309"/>
          </p14:sldIdLst>
        </p14:section>
        <p14:section name="Models" id="{F1B817E5-5C11-41CD-B7CB-252668FFEC5B}">
          <p14:sldIdLst>
            <p14:sldId id="286"/>
            <p14:sldId id="368"/>
            <p14:sldId id="287"/>
          </p14:sldIdLst>
        </p14:section>
        <p14:section name="Training" id="{3EDB430E-8960-4412-8EFB-F64926541128}">
          <p14:sldIdLst>
            <p14:sldId id="312"/>
            <p14:sldId id="367"/>
            <p14:sldId id="322"/>
            <p14:sldId id="331"/>
            <p14:sldId id="328"/>
            <p14:sldId id="329"/>
            <p14:sldId id="330"/>
            <p14:sldId id="323"/>
            <p14:sldId id="360"/>
            <p14:sldId id="334"/>
            <p14:sldId id="335"/>
          </p14:sldIdLst>
        </p14:section>
        <p14:section name="Evaluation" id="{A6AB2D87-1C9B-4AB0-A58A-2DE032CB36CE}">
          <p14:sldIdLst>
            <p14:sldId id="336"/>
            <p14:sldId id="369"/>
          </p14:sldIdLst>
        </p14:section>
        <p14:section name="Results" id="{3C41E3A3-D2BA-4E83-A633-A19A28CE23AA}">
          <p14:sldIdLst>
            <p14:sldId id="314"/>
            <p14:sldId id="373"/>
            <p14:sldId id="374"/>
            <p14:sldId id="375"/>
          </p14:sldIdLst>
        </p14:section>
        <p14:section name="Ablation Study" id="{C1C1E7AD-D28B-45CB-8D67-E2458DA435B0}">
          <p14:sldIdLst>
            <p14:sldId id="354"/>
            <p14:sldId id="376"/>
            <p14:sldId id="378"/>
            <p14:sldId id="383"/>
            <p14:sldId id="381"/>
            <p14:sldId id="384"/>
            <p14:sldId id="385"/>
            <p14:sldId id="387"/>
            <p14:sldId id="386"/>
            <p14:sldId id="361"/>
            <p14:sldId id="389"/>
          </p14:sldIdLst>
        </p14:section>
        <p14:section name="Backup slides" id="{789DAD18-8E18-4A78-B7AA-0D1E1C186A91}">
          <p14:sldIdLst>
            <p14:sldId id="271"/>
            <p14:sldId id="348"/>
            <p14:sldId id="349"/>
            <p14:sldId id="350"/>
            <p14:sldId id="342"/>
            <p14:sldId id="347"/>
            <p14:sldId id="344"/>
            <p14:sldId id="317"/>
            <p14:sldId id="316"/>
            <p14:sldId id="318"/>
            <p14:sldId id="319"/>
            <p14:sldId id="320"/>
            <p14:sldId id="321"/>
            <p14:sldId id="332"/>
            <p14:sldId id="3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gnUc1AslUK6RxbGYfPWjT2qQGa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ED3D2C-DE72-4D5E-B4FB-6EC2E208F8C2}" v="2987" dt="2025-04-22T20:16:00.5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4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handoutMaster" Target="handoutMasters/handoutMaster1.xml"/><Relationship Id="rId84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9" Type="http://customschemas.google.com/relationships/presentationmetadata" Target="metadata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82" Type="http://schemas.openxmlformats.org/officeDocument/2006/relationships/theme" Target="theme/them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83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8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ter, Omar" userId="25987beb-6297-4424-9f3b-e671d9608321" providerId="ADAL" clId="{EFED3D2C-DE72-4D5E-B4FB-6EC2E208F8C2}"/>
    <pc:docChg chg="undo redo custSel addSld delSld modSld sldOrd delSection modSection">
      <pc:chgData name="Khater, Omar" userId="25987beb-6297-4424-9f3b-e671d9608321" providerId="ADAL" clId="{EFED3D2C-DE72-4D5E-B4FB-6EC2E208F8C2}" dt="2025-04-22T20:16:42.494" v="6547" actId="14100"/>
      <pc:docMkLst>
        <pc:docMk/>
      </pc:docMkLst>
      <pc:sldChg chg="modSp modAnim">
        <pc:chgData name="Khater, Omar" userId="25987beb-6297-4424-9f3b-e671d9608321" providerId="ADAL" clId="{EFED3D2C-DE72-4D5E-B4FB-6EC2E208F8C2}" dt="2025-04-22T18:30:16.047" v="5003" actId="20577"/>
        <pc:sldMkLst>
          <pc:docMk/>
          <pc:sldMk cId="2573837282" sldId="272"/>
        </pc:sldMkLst>
        <pc:spChg chg="mod">
          <ac:chgData name="Khater, Omar" userId="25987beb-6297-4424-9f3b-e671d9608321" providerId="ADAL" clId="{EFED3D2C-DE72-4D5E-B4FB-6EC2E208F8C2}" dt="2025-04-22T18:30:16.047" v="5003" actId="20577"/>
          <ac:spMkLst>
            <pc:docMk/>
            <pc:sldMk cId="2573837282" sldId="272"/>
            <ac:spMk id="3" creationId="{8B94B553-3467-8994-3277-3C1EFE9F1D23}"/>
          </ac:spMkLst>
        </pc:spChg>
      </pc:sldChg>
      <pc:sldChg chg="modSp mod modAnim">
        <pc:chgData name="Khater, Omar" userId="25987beb-6297-4424-9f3b-e671d9608321" providerId="ADAL" clId="{EFED3D2C-DE72-4D5E-B4FB-6EC2E208F8C2}" dt="2025-04-22T18:41:56.175" v="5026" actId="403"/>
        <pc:sldMkLst>
          <pc:docMk/>
          <pc:sldMk cId="2184894648" sldId="279"/>
        </pc:sldMkLst>
        <pc:spChg chg="mod">
          <ac:chgData name="Khater, Omar" userId="25987beb-6297-4424-9f3b-e671d9608321" providerId="ADAL" clId="{EFED3D2C-DE72-4D5E-B4FB-6EC2E208F8C2}" dt="2025-04-22T18:41:56.175" v="5026" actId="403"/>
          <ac:spMkLst>
            <pc:docMk/>
            <pc:sldMk cId="2184894648" sldId="279"/>
            <ac:spMk id="3" creationId="{5574DCAD-CCE8-34CA-F970-03513304AB2B}"/>
          </ac:spMkLst>
        </pc:spChg>
      </pc:sldChg>
      <pc:sldChg chg="modSp mod">
        <pc:chgData name="Khater, Omar" userId="25987beb-6297-4424-9f3b-e671d9608321" providerId="ADAL" clId="{EFED3D2C-DE72-4D5E-B4FB-6EC2E208F8C2}" dt="2025-04-22T04:18:05.525" v="893" actId="313"/>
        <pc:sldMkLst>
          <pc:docMk/>
          <pc:sldMk cId="801802309" sldId="286"/>
        </pc:sldMkLst>
        <pc:spChg chg="mod">
          <ac:chgData name="Khater, Omar" userId="25987beb-6297-4424-9f3b-e671d9608321" providerId="ADAL" clId="{EFED3D2C-DE72-4D5E-B4FB-6EC2E208F8C2}" dt="2025-04-22T04:18:05.525" v="893" actId="313"/>
          <ac:spMkLst>
            <pc:docMk/>
            <pc:sldMk cId="801802309" sldId="286"/>
            <ac:spMk id="4" creationId="{15484E4E-7D8C-1526-E68C-94AC8E8BF5A4}"/>
          </ac:spMkLst>
        </pc:spChg>
      </pc:sldChg>
      <pc:sldChg chg="modSp mod">
        <pc:chgData name="Khater, Omar" userId="25987beb-6297-4424-9f3b-e671d9608321" providerId="ADAL" clId="{EFED3D2C-DE72-4D5E-B4FB-6EC2E208F8C2}" dt="2025-04-22T20:01:02.186" v="6392" actId="14100"/>
        <pc:sldMkLst>
          <pc:docMk/>
          <pc:sldMk cId="3171167949" sldId="287"/>
        </pc:sldMkLst>
        <pc:spChg chg="mod">
          <ac:chgData name="Khater, Omar" userId="25987beb-6297-4424-9f3b-e671d9608321" providerId="ADAL" clId="{EFED3D2C-DE72-4D5E-B4FB-6EC2E208F8C2}" dt="2025-04-22T20:01:02.186" v="6392" actId="14100"/>
          <ac:spMkLst>
            <pc:docMk/>
            <pc:sldMk cId="3171167949" sldId="287"/>
            <ac:spMk id="4" creationId="{78CD30D7-9BC1-81F0-E650-832465AC29CF}"/>
          </ac:spMkLst>
        </pc:spChg>
      </pc:sldChg>
      <pc:sldChg chg="addSp modSp">
        <pc:chgData name="Khater, Omar" userId="25987beb-6297-4424-9f3b-e671d9608321" providerId="ADAL" clId="{EFED3D2C-DE72-4D5E-B4FB-6EC2E208F8C2}" dt="2025-04-22T20:01:29.134" v="6400"/>
        <pc:sldMkLst>
          <pc:docMk/>
          <pc:sldMk cId="963310531" sldId="289"/>
        </pc:sldMkLst>
        <pc:spChg chg="add mod">
          <ac:chgData name="Khater, Omar" userId="25987beb-6297-4424-9f3b-e671d9608321" providerId="ADAL" clId="{EFED3D2C-DE72-4D5E-B4FB-6EC2E208F8C2}" dt="2025-04-22T20:01:29.134" v="6400"/>
          <ac:spMkLst>
            <pc:docMk/>
            <pc:sldMk cId="963310531" sldId="289"/>
            <ac:spMk id="3" creationId="{447E514B-C319-8A0C-B388-C9EFC6FF7249}"/>
          </ac:spMkLst>
        </pc:spChg>
      </pc:sldChg>
      <pc:sldChg chg="addSp modSp">
        <pc:chgData name="Khater, Omar" userId="25987beb-6297-4424-9f3b-e671d9608321" providerId="ADAL" clId="{EFED3D2C-DE72-4D5E-B4FB-6EC2E208F8C2}" dt="2025-04-22T20:01:17.656" v="6396"/>
        <pc:sldMkLst>
          <pc:docMk/>
          <pc:sldMk cId="7467137" sldId="296"/>
        </pc:sldMkLst>
        <pc:spChg chg="add mod">
          <ac:chgData name="Khater, Omar" userId="25987beb-6297-4424-9f3b-e671d9608321" providerId="ADAL" clId="{EFED3D2C-DE72-4D5E-B4FB-6EC2E208F8C2}" dt="2025-04-22T20:01:17.656" v="6396"/>
          <ac:spMkLst>
            <pc:docMk/>
            <pc:sldMk cId="7467137" sldId="296"/>
            <ac:spMk id="3" creationId="{DCD25883-8602-7597-88B9-5996D360CBF6}"/>
          </ac:spMkLst>
        </pc:spChg>
      </pc:sldChg>
      <pc:sldChg chg="addSp modSp">
        <pc:chgData name="Khater, Omar" userId="25987beb-6297-4424-9f3b-e671d9608321" providerId="ADAL" clId="{EFED3D2C-DE72-4D5E-B4FB-6EC2E208F8C2}" dt="2025-04-22T20:01:15.901" v="6395"/>
        <pc:sldMkLst>
          <pc:docMk/>
          <pc:sldMk cId="113356516" sldId="297"/>
        </pc:sldMkLst>
        <pc:spChg chg="add mod">
          <ac:chgData name="Khater, Omar" userId="25987beb-6297-4424-9f3b-e671d9608321" providerId="ADAL" clId="{EFED3D2C-DE72-4D5E-B4FB-6EC2E208F8C2}" dt="2025-04-22T20:01:15.901" v="6395"/>
          <ac:spMkLst>
            <pc:docMk/>
            <pc:sldMk cId="113356516" sldId="297"/>
            <ac:spMk id="3" creationId="{48C5F717-A8F3-52CD-F66F-DF0E921D9353}"/>
          </ac:spMkLst>
        </pc:spChg>
      </pc:sldChg>
      <pc:sldChg chg="addSp delSp modSp mod">
        <pc:chgData name="Khater, Omar" userId="25987beb-6297-4424-9f3b-e671d9608321" providerId="ADAL" clId="{EFED3D2C-DE72-4D5E-B4FB-6EC2E208F8C2}" dt="2025-04-22T20:01:27.183" v="6399" actId="478"/>
        <pc:sldMkLst>
          <pc:docMk/>
          <pc:sldMk cId="2373742357" sldId="306"/>
        </pc:sldMkLst>
        <pc:spChg chg="add del mod">
          <ac:chgData name="Khater, Omar" userId="25987beb-6297-4424-9f3b-e671d9608321" providerId="ADAL" clId="{EFED3D2C-DE72-4D5E-B4FB-6EC2E208F8C2}" dt="2025-04-22T20:01:27.183" v="6399" actId="478"/>
          <ac:spMkLst>
            <pc:docMk/>
            <pc:sldMk cId="2373742357" sldId="306"/>
            <ac:spMk id="3" creationId="{59FAF5FC-E022-DC46-EFBD-10045EF46F13}"/>
          </ac:spMkLst>
        </pc:spChg>
      </pc:sldChg>
      <pc:sldChg chg="addSp modSp">
        <pc:chgData name="Khater, Omar" userId="25987beb-6297-4424-9f3b-e671d9608321" providerId="ADAL" clId="{EFED3D2C-DE72-4D5E-B4FB-6EC2E208F8C2}" dt="2025-04-22T20:01:12.894" v="6394"/>
        <pc:sldMkLst>
          <pc:docMk/>
          <pc:sldMk cId="2841120928" sldId="307"/>
        </pc:sldMkLst>
        <pc:spChg chg="add mod">
          <ac:chgData name="Khater, Omar" userId="25987beb-6297-4424-9f3b-e671d9608321" providerId="ADAL" clId="{EFED3D2C-DE72-4D5E-B4FB-6EC2E208F8C2}" dt="2025-04-22T20:01:12.894" v="6394"/>
          <ac:spMkLst>
            <pc:docMk/>
            <pc:sldMk cId="2841120928" sldId="307"/>
            <ac:spMk id="3" creationId="{FFBB013D-0459-D9C0-2F67-A522B576E066}"/>
          </ac:spMkLst>
        </pc:spChg>
      </pc:sldChg>
      <pc:sldChg chg="addSp modSp">
        <pc:chgData name="Khater, Omar" userId="25987beb-6297-4424-9f3b-e671d9608321" providerId="ADAL" clId="{EFED3D2C-DE72-4D5E-B4FB-6EC2E208F8C2}" dt="2025-04-22T20:01:10.166" v="6393"/>
        <pc:sldMkLst>
          <pc:docMk/>
          <pc:sldMk cId="552839402" sldId="309"/>
        </pc:sldMkLst>
        <pc:spChg chg="add mod">
          <ac:chgData name="Khater, Omar" userId="25987beb-6297-4424-9f3b-e671d9608321" providerId="ADAL" clId="{EFED3D2C-DE72-4D5E-B4FB-6EC2E208F8C2}" dt="2025-04-22T20:01:10.166" v="6393"/>
          <ac:spMkLst>
            <pc:docMk/>
            <pc:sldMk cId="552839402" sldId="309"/>
            <ac:spMk id="3" creationId="{88AEDE4D-69DD-BB59-A819-1A7D8352E047}"/>
          </ac:spMkLst>
        </pc:spChg>
      </pc:sldChg>
      <pc:sldChg chg="addSp delSp modSp del mod delAnim modAnim">
        <pc:chgData name="Khater, Omar" userId="25987beb-6297-4424-9f3b-e671d9608321" providerId="ADAL" clId="{EFED3D2C-DE72-4D5E-B4FB-6EC2E208F8C2}" dt="2025-04-22T19:02:46.961" v="5263" actId="47"/>
        <pc:sldMkLst>
          <pc:docMk/>
          <pc:sldMk cId="2758885262" sldId="324"/>
        </pc:sldMkLst>
        <pc:spChg chg="mod">
          <ac:chgData name="Khater, Omar" userId="25987beb-6297-4424-9f3b-e671d9608321" providerId="ADAL" clId="{EFED3D2C-DE72-4D5E-B4FB-6EC2E208F8C2}" dt="2025-04-22T04:45:23.462" v="1385" actId="20577"/>
          <ac:spMkLst>
            <pc:docMk/>
            <pc:sldMk cId="2758885262" sldId="324"/>
            <ac:spMk id="3" creationId="{C89CA98F-C276-D3CD-2D1C-88D79A47FAB4}"/>
          </ac:spMkLst>
        </pc:spChg>
        <pc:spChg chg="del mod">
          <ac:chgData name="Khater, Omar" userId="25987beb-6297-4424-9f3b-e671d9608321" providerId="ADAL" clId="{EFED3D2C-DE72-4D5E-B4FB-6EC2E208F8C2}" dt="2025-04-22T04:40:11.409" v="1338" actId="478"/>
          <ac:spMkLst>
            <pc:docMk/>
            <pc:sldMk cId="2758885262" sldId="324"/>
            <ac:spMk id="6" creationId="{F3F69918-D3AF-E260-C93B-7E2C380BAC7A}"/>
          </ac:spMkLst>
        </pc:spChg>
        <pc:picChg chg="add del mod">
          <ac:chgData name="Khater, Omar" userId="25987beb-6297-4424-9f3b-e671d9608321" providerId="ADAL" clId="{EFED3D2C-DE72-4D5E-B4FB-6EC2E208F8C2}" dt="2025-04-22T19:02:21.881" v="5257" actId="21"/>
          <ac:picMkLst>
            <pc:docMk/>
            <pc:sldMk cId="2758885262" sldId="324"/>
            <ac:picMk id="4" creationId="{BF44D82F-7F69-0C94-E09D-0982C10A0DC9}"/>
          </ac:picMkLst>
        </pc:picChg>
        <pc:picChg chg="del">
          <ac:chgData name="Khater, Omar" userId="25987beb-6297-4424-9f3b-e671d9608321" providerId="ADAL" clId="{EFED3D2C-DE72-4D5E-B4FB-6EC2E208F8C2}" dt="2025-04-22T04:40:12.188" v="1339" actId="478"/>
          <ac:picMkLst>
            <pc:docMk/>
            <pc:sldMk cId="2758885262" sldId="324"/>
            <ac:picMk id="5" creationId="{BEB881FC-4ED3-8AF5-EE0E-876AF3D5F0DD}"/>
          </ac:picMkLst>
        </pc:picChg>
      </pc:sldChg>
      <pc:sldChg chg="delSp modSp del mod">
        <pc:chgData name="Khater, Omar" userId="25987beb-6297-4424-9f3b-e671d9608321" providerId="ADAL" clId="{EFED3D2C-DE72-4D5E-B4FB-6EC2E208F8C2}" dt="2025-04-22T04:47:15.139" v="1407" actId="47"/>
        <pc:sldMkLst>
          <pc:docMk/>
          <pc:sldMk cId="49004707" sldId="325"/>
        </pc:sldMkLst>
        <pc:spChg chg="mod">
          <ac:chgData name="Khater, Omar" userId="25987beb-6297-4424-9f3b-e671d9608321" providerId="ADAL" clId="{EFED3D2C-DE72-4D5E-B4FB-6EC2E208F8C2}" dt="2025-04-22T04:46:58.306" v="1405" actId="20577"/>
          <ac:spMkLst>
            <pc:docMk/>
            <pc:sldMk cId="49004707" sldId="325"/>
            <ac:spMk id="3" creationId="{4348DFD1-B979-F9DE-0BC0-E8D5BF00855D}"/>
          </ac:spMkLst>
        </pc:spChg>
        <pc:picChg chg="del">
          <ac:chgData name="Khater, Omar" userId="25987beb-6297-4424-9f3b-e671d9608321" providerId="ADAL" clId="{EFED3D2C-DE72-4D5E-B4FB-6EC2E208F8C2}" dt="2025-04-22T04:47:08.440" v="1406" actId="478"/>
          <ac:picMkLst>
            <pc:docMk/>
            <pc:sldMk cId="49004707" sldId="325"/>
            <ac:picMk id="5" creationId="{2A234DCC-7103-CAFE-F38D-48AD7892B083}"/>
          </ac:picMkLst>
        </pc:picChg>
      </pc:sldChg>
      <pc:sldChg chg="del">
        <pc:chgData name="Khater, Omar" userId="25987beb-6297-4424-9f3b-e671d9608321" providerId="ADAL" clId="{EFED3D2C-DE72-4D5E-B4FB-6EC2E208F8C2}" dt="2025-04-22T04:47:17.250" v="1408" actId="47"/>
        <pc:sldMkLst>
          <pc:docMk/>
          <pc:sldMk cId="1799704143" sldId="326"/>
        </pc:sldMkLst>
      </pc:sldChg>
      <pc:sldChg chg="del">
        <pc:chgData name="Khater, Omar" userId="25987beb-6297-4424-9f3b-e671d9608321" providerId="ADAL" clId="{EFED3D2C-DE72-4D5E-B4FB-6EC2E208F8C2}" dt="2025-04-22T04:47:20.244" v="1410" actId="47"/>
        <pc:sldMkLst>
          <pc:docMk/>
          <pc:sldMk cId="1859208184" sldId="327"/>
        </pc:sldMkLst>
      </pc:sldChg>
      <pc:sldChg chg="del">
        <pc:chgData name="Khater, Omar" userId="25987beb-6297-4424-9f3b-e671d9608321" providerId="ADAL" clId="{EFED3D2C-DE72-4D5E-B4FB-6EC2E208F8C2}" dt="2025-04-22T04:06:27.811" v="635" actId="2696"/>
        <pc:sldMkLst>
          <pc:docMk/>
          <pc:sldMk cId="843906263" sldId="342"/>
        </pc:sldMkLst>
      </pc:sldChg>
      <pc:sldChg chg="add">
        <pc:chgData name="Khater, Omar" userId="25987beb-6297-4424-9f3b-e671d9608321" providerId="ADAL" clId="{EFED3D2C-DE72-4D5E-B4FB-6EC2E208F8C2}" dt="2025-04-22T04:06:39.616" v="636"/>
        <pc:sldMkLst>
          <pc:docMk/>
          <pc:sldMk cId="2196212505" sldId="342"/>
        </pc:sldMkLst>
      </pc:sldChg>
      <pc:sldChg chg="add">
        <pc:chgData name="Khater, Omar" userId="25987beb-6297-4424-9f3b-e671d9608321" providerId="ADAL" clId="{EFED3D2C-DE72-4D5E-B4FB-6EC2E208F8C2}" dt="2025-04-22T04:06:39.616" v="636"/>
        <pc:sldMkLst>
          <pc:docMk/>
          <pc:sldMk cId="1206688623" sldId="344"/>
        </pc:sldMkLst>
      </pc:sldChg>
      <pc:sldChg chg="del">
        <pc:chgData name="Khater, Omar" userId="25987beb-6297-4424-9f3b-e671d9608321" providerId="ADAL" clId="{EFED3D2C-DE72-4D5E-B4FB-6EC2E208F8C2}" dt="2025-04-22T04:06:27.811" v="635" actId="2696"/>
        <pc:sldMkLst>
          <pc:docMk/>
          <pc:sldMk cId="1790290781" sldId="344"/>
        </pc:sldMkLst>
      </pc:sldChg>
      <pc:sldChg chg="add">
        <pc:chgData name="Khater, Omar" userId="25987beb-6297-4424-9f3b-e671d9608321" providerId="ADAL" clId="{EFED3D2C-DE72-4D5E-B4FB-6EC2E208F8C2}" dt="2025-04-22T04:06:39.616" v="636"/>
        <pc:sldMkLst>
          <pc:docMk/>
          <pc:sldMk cId="835956730" sldId="347"/>
        </pc:sldMkLst>
      </pc:sldChg>
      <pc:sldChg chg="del">
        <pc:chgData name="Khater, Omar" userId="25987beb-6297-4424-9f3b-e671d9608321" providerId="ADAL" clId="{EFED3D2C-DE72-4D5E-B4FB-6EC2E208F8C2}" dt="2025-04-22T04:06:27.811" v="635" actId="2696"/>
        <pc:sldMkLst>
          <pc:docMk/>
          <pc:sldMk cId="2338929315" sldId="347"/>
        </pc:sldMkLst>
      </pc:sldChg>
      <pc:sldChg chg="add">
        <pc:chgData name="Khater, Omar" userId="25987beb-6297-4424-9f3b-e671d9608321" providerId="ADAL" clId="{EFED3D2C-DE72-4D5E-B4FB-6EC2E208F8C2}" dt="2025-04-22T04:06:39.616" v="636"/>
        <pc:sldMkLst>
          <pc:docMk/>
          <pc:sldMk cId="3268641484" sldId="348"/>
        </pc:sldMkLst>
      </pc:sldChg>
      <pc:sldChg chg="del">
        <pc:chgData name="Khater, Omar" userId="25987beb-6297-4424-9f3b-e671d9608321" providerId="ADAL" clId="{EFED3D2C-DE72-4D5E-B4FB-6EC2E208F8C2}" dt="2025-04-22T04:06:27.811" v="635" actId="2696"/>
        <pc:sldMkLst>
          <pc:docMk/>
          <pc:sldMk cId="4125559009" sldId="348"/>
        </pc:sldMkLst>
      </pc:sldChg>
      <pc:sldChg chg="add">
        <pc:chgData name="Khater, Omar" userId="25987beb-6297-4424-9f3b-e671d9608321" providerId="ADAL" clId="{EFED3D2C-DE72-4D5E-B4FB-6EC2E208F8C2}" dt="2025-04-22T04:06:39.616" v="636"/>
        <pc:sldMkLst>
          <pc:docMk/>
          <pc:sldMk cId="1221587848" sldId="349"/>
        </pc:sldMkLst>
      </pc:sldChg>
      <pc:sldChg chg="del">
        <pc:chgData name="Khater, Omar" userId="25987beb-6297-4424-9f3b-e671d9608321" providerId="ADAL" clId="{EFED3D2C-DE72-4D5E-B4FB-6EC2E208F8C2}" dt="2025-04-22T04:06:27.811" v="635" actId="2696"/>
        <pc:sldMkLst>
          <pc:docMk/>
          <pc:sldMk cId="2823829247" sldId="349"/>
        </pc:sldMkLst>
      </pc:sldChg>
      <pc:sldChg chg="del">
        <pc:chgData name="Khater, Omar" userId="25987beb-6297-4424-9f3b-e671d9608321" providerId="ADAL" clId="{EFED3D2C-DE72-4D5E-B4FB-6EC2E208F8C2}" dt="2025-04-22T04:06:27.811" v="635" actId="2696"/>
        <pc:sldMkLst>
          <pc:docMk/>
          <pc:sldMk cId="277913098" sldId="350"/>
        </pc:sldMkLst>
      </pc:sldChg>
      <pc:sldChg chg="add">
        <pc:chgData name="Khater, Omar" userId="25987beb-6297-4424-9f3b-e671d9608321" providerId="ADAL" clId="{EFED3D2C-DE72-4D5E-B4FB-6EC2E208F8C2}" dt="2025-04-22T04:06:39.616" v="636"/>
        <pc:sldMkLst>
          <pc:docMk/>
          <pc:sldMk cId="1964367316" sldId="350"/>
        </pc:sldMkLst>
      </pc:sldChg>
      <pc:sldChg chg="del">
        <pc:chgData name="Khater, Omar" userId="25987beb-6297-4424-9f3b-e671d9608321" providerId="ADAL" clId="{EFED3D2C-DE72-4D5E-B4FB-6EC2E208F8C2}" dt="2025-04-22T04:18:45.172" v="894" actId="47"/>
        <pc:sldMkLst>
          <pc:docMk/>
          <pc:sldMk cId="3786546075" sldId="351"/>
        </pc:sldMkLst>
      </pc:sldChg>
      <pc:sldChg chg="del">
        <pc:chgData name="Khater, Omar" userId="25987beb-6297-4424-9f3b-e671d9608321" providerId="ADAL" clId="{EFED3D2C-DE72-4D5E-B4FB-6EC2E208F8C2}" dt="2025-04-22T04:47:18.660" v="1409" actId="47"/>
        <pc:sldMkLst>
          <pc:docMk/>
          <pc:sldMk cId="3914294634" sldId="353"/>
        </pc:sldMkLst>
      </pc:sldChg>
      <pc:sldChg chg="del">
        <pc:chgData name="Khater, Omar" userId="25987beb-6297-4424-9f3b-e671d9608321" providerId="ADAL" clId="{EFED3D2C-DE72-4D5E-B4FB-6EC2E208F8C2}" dt="2025-04-22T05:29:12.925" v="2271" actId="47"/>
        <pc:sldMkLst>
          <pc:docMk/>
          <pc:sldMk cId="2981705893" sldId="355"/>
        </pc:sldMkLst>
      </pc:sldChg>
      <pc:sldChg chg="del">
        <pc:chgData name="Khater, Omar" userId="25987beb-6297-4424-9f3b-e671d9608321" providerId="ADAL" clId="{EFED3D2C-DE72-4D5E-B4FB-6EC2E208F8C2}" dt="2025-04-22T05:29:15.278" v="2272" actId="47"/>
        <pc:sldMkLst>
          <pc:docMk/>
          <pc:sldMk cId="1933139826" sldId="357"/>
        </pc:sldMkLst>
      </pc:sldChg>
      <pc:sldChg chg="del">
        <pc:chgData name="Khater, Omar" userId="25987beb-6297-4424-9f3b-e671d9608321" providerId="ADAL" clId="{EFED3D2C-DE72-4D5E-B4FB-6EC2E208F8C2}" dt="2025-04-22T05:29:16.518" v="2273" actId="47"/>
        <pc:sldMkLst>
          <pc:docMk/>
          <pc:sldMk cId="695786067" sldId="358"/>
        </pc:sldMkLst>
      </pc:sldChg>
      <pc:sldChg chg="add del">
        <pc:chgData name="Khater, Omar" userId="25987beb-6297-4424-9f3b-e671d9608321" providerId="ADAL" clId="{EFED3D2C-DE72-4D5E-B4FB-6EC2E208F8C2}" dt="2025-04-22T19:54:41.758" v="6367" actId="47"/>
        <pc:sldMkLst>
          <pc:docMk/>
          <pc:sldMk cId="300025028" sldId="361"/>
        </pc:sldMkLst>
      </pc:sldChg>
      <pc:sldChg chg="del">
        <pc:chgData name="Khater, Omar" userId="25987beb-6297-4424-9f3b-e671d9608321" providerId="ADAL" clId="{EFED3D2C-DE72-4D5E-B4FB-6EC2E208F8C2}" dt="2025-04-22T05:29:26.388" v="2275" actId="47"/>
        <pc:sldMkLst>
          <pc:docMk/>
          <pc:sldMk cId="1847679587" sldId="362"/>
        </pc:sldMkLst>
      </pc:sldChg>
      <pc:sldChg chg="del">
        <pc:chgData name="Khater, Omar" userId="25987beb-6297-4424-9f3b-e671d9608321" providerId="ADAL" clId="{EFED3D2C-DE72-4D5E-B4FB-6EC2E208F8C2}" dt="2025-04-22T05:29:19.407" v="2274" actId="47"/>
        <pc:sldMkLst>
          <pc:docMk/>
          <pc:sldMk cId="1660460133" sldId="363"/>
        </pc:sldMkLst>
      </pc:sldChg>
      <pc:sldChg chg="del">
        <pc:chgData name="Khater, Omar" userId="25987beb-6297-4424-9f3b-e671d9608321" providerId="ADAL" clId="{EFED3D2C-DE72-4D5E-B4FB-6EC2E208F8C2}" dt="2025-04-22T05:29:36.873" v="2277" actId="47"/>
        <pc:sldMkLst>
          <pc:docMk/>
          <pc:sldMk cId="3029463008" sldId="364"/>
        </pc:sldMkLst>
      </pc:sldChg>
      <pc:sldChg chg="del">
        <pc:chgData name="Khater, Omar" userId="25987beb-6297-4424-9f3b-e671d9608321" providerId="ADAL" clId="{EFED3D2C-DE72-4D5E-B4FB-6EC2E208F8C2}" dt="2025-04-22T05:29:36.873" v="2277" actId="47"/>
        <pc:sldMkLst>
          <pc:docMk/>
          <pc:sldMk cId="3345548364" sldId="365"/>
        </pc:sldMkLst>
      </pc:sldChg>
      <pc:sldChg chg="del">
        <pc:chgData name="Khater, Omar" userId="25987beb-6297-4424-9f3b-e671d9608321" providerId="ADAL" clId="{EFED3D2C-DE72-4D5E-B4FB-6EC2E208F8C2}" dt="2025-04-22T05:29:26.996" v="2276" actId="47"/>
        <pc:sldMkLst>
          <pc:docMk/>
          <pc:sldMk cId="3614106916" sldId="366"/>
        </pc:sldMkLst>
      </pc:sldChg>
      <pc:sldChg chg="addSp modSp mod ord modAnim">
        <pc:chgData name="Khater, Omar" userId="25987beb-6297-4424-9f3b-e671d9608321" providerId="ADAL" clId="{EFED3D2C-DE72-4D5E-B4FB-6EC2E208F8C2}" dt="2025-04-22T18:59:07.746" v="5235"/>
        <pc:sldMkLst>
          <pc:docMk/>
          <pc:sldMk cId="2813688176" sldId="367"/>
        </pc:sldMkLst>
        <pc:spChg chg="mod">
          <ac:chgData name="Khater, Omar" userId="25987beb-6297-4424-9f3b-e671d9608321" providerId="ADAL" clId="{EFED3D2C-DE72-4D5E-B4FB-6EC2E208F8C2}" dt="2025-04-22T18:58:27.840" v="5229" actId="20577"/>
          <ac:spMkLst>
            <pc:docMk/>
            <pc:sldMk cId="2813688176" sldId="367"/>
            <ac:spMk id="2" creationId="{0A2513ED-6D9B-D9E1-DDAA-846E8E352B9C}"/>
          </ac:spMkLst>
        </pc:spChg>
        <pc:spChg chg="add mod">
          <ac:chgData name="Khater, Omar" userId="25987beb-6297-4424-9f3b-e671d9608321" providerId="ADAL" clId="{EFED3D2C-DE72-4D5E-B4FB-6EC2E208F8C2}" dt="2025-04-22T04:15:33.674" v="807" actId="14100"/>
          <ac:spMkLst>
            <pc:docMk/>
            <pc:sldMk cId="2813688176" sldId="367"/>
            <ac:spMk id="4" creationId="{F08189EC-2CA7-7742-C1DD-CA825CA1F825}"/>
          </ac:spMkLst>
        </pc:spChg>
        <pc:spChg chg="add">
          <ac:chgData name="Khater, Omar" userId="25987beb-6297-4424-9f3b-e671d9608321" providerId="ADAL" clId="{EFED3D2C-DE72-4D5E-B4FB-6EC2E208F8C2}" dt="2025-04-22T04:14:36.947" v="779"/>
          <ac:spMkLst>
            <pc:docMk/>
            <pc:sldMk cId="2813688176" sldId="367"/>
            <ac:spMk id="5" creationId="{E99FEF38-B78F-B7A4-105D-E45610E91042}"/>
          </ac:spMkLst>
        </pc:spChg>
      </pc:sldChg>
      <pc:sldChg chg="addSp modSp mod modAnim">
        <pc:chgData name="Khater, Omar" userId="25987beb-6297-4424-9f3b-e671d9608321" providerId="ADAL" clId="{EFED3D2C-DE72-4D5E-B4FB-6EC2E208F8C2}" dt="2025-04-22T18:56:23.821" v="5127" actId="20577"/>
        <pc:sldMkLst>
          <pc:docMk/>
          <pc:sldMk cId="345248967" sldId="368"/>
        </pc:sldMkLst>
        <pc:spChg chg="mod">
          <ac:chgData name="Khater, Omar" userId="25987beb-6297-4424-9f3b-e671d9608321" providerId="ADAL" clId="{EFED3D2C-DE72-4D5E-B4FB-6EC2E208F8C2}" dt="2025-04-22T18:56:23.821" v="5127" actId="20577"/>
          <ac:spMkLst>
            <pc:docMk/>
            <pc:sldMk cId="345248967" sldId="368"/>
            <ac:spMk id="2" creationId="{72ACFAC7-C252-BA80-49DB-C540ED884424}"/>
          </ac:spMkLst>
        </pc:spChg>
        <pc:graphicFrameChg chg="add mod modGraphic">
          <ac:chgData name="Khater, Omar" userId="25987beb-6297-4424-9f3b-e671d9608321" providerId="ADAL" clId="{EFED3D2C-DE72-4D5E-B4FB-6EC2E208F8C2}" dt="2025-04-22T18:55:40.451" v="5119" actId="1076"/>
          <ac:graphicFrameMkLst>
            <pc:docMk/>
            <pc:sldMk cId="345248967" sldId="368"/>
            <ac:graphicFrameMk id="4" creationId="{B3E933E5-F3FA-860D-B8C7-1D486C07F3DE}"/>
          </ac:graphicFrameMkLst>
        </pc:graphicFrameChg>
      </pc:sldChg>
      <pc:sldChg chg="addSp delSp modSp new mod">
        <pc:chgData name="Khater, Omar" userId="25987beb-6297-4424-9f3b-e671d9608321" providerId="ADAL" clId="{EFED3D2C-DE72-4D5E-B4FB-6EC2E208F8C2}" dt="2025-04-22T20:10:43.784" v="6467" actId="20577"/>
        <pc:sldMkLst>
          <pc:docMk/>
          <pc:sldMk cId="1061085665" sldId="369"/>
        </pc:sldMkLst>
        <pc:spChg chg="del mod">
          <ac:chgData name="Khater, Omar" userId="25987beb-6297-4424-9f3b-e671d9608321" providerId="ADAL" clId="{EFED3D2C-DE72-4D5E-B4FB-6EC2E208F8C2}" dt="2025-04-22T04:01:27.200" v="567" actId="478"/>
          <ac:spMkLst>
            <pc:docMk/>
            <pc:sldMk cId="1061085665" sldId="369"/>
            <ac:spMk id="2" creationId="{81C40A97-04E9-2A59-0BBF-D10DBC736544}"/>
          </ac:spMkLst>
        </pc:spChg>
        <pc:spChg chg="mod">
          <ac:chgData name="Khater, Omar" userId="25987beb-6297-4424-9f3b-e671d9608321" providerId="ADAL" clId="{EFED3D2C-DE72-4D5E-B4FB-6EC2E208F8C2}" dt="2025-04-22T20:10:43.784" v="6467" actId="20577"/>
          <ac:spMkLst>
            <pc:docMk/>
            <pc:sldMk cId="1061085665" sldId="369"/>
            <ac:spMk id="3" creationId="{6F4314DB-945C-C4CA-5264-148A65C9D9EB}"/>
          </ac:spMkLst>
        </pc:spChg>
        <pc:spChg chg="add del mod">
          <ac:chgData name="Khater, Omar" userId="25987beb-6297-4424-9f3b-e671d9608321" providerId="ADAL" clId="{EFED3D2C-DE72-4D5E-B4FB-6EC2E208F8C2}" dt="2025-04-22T04:01:31.385" v="570" actId="478"/>
          <ac:spMkLst>
            <pc:docMk/>
            <pc:sldMk cId="1061085665" sldId="369"/>
            <ac:spMk id="6" creationId="{7056FCCB-BAFF-F128-4A98-A73D5800F1B6}"/>
          </ac:spMkLst>
        </pc:spChg>
        <pc:graphicFrameChg chg="add mod modGraphic">
          <ac:chgData name="Khater, Omar" userId="25987beb-6297-4424-9f3b-e671d9608321" providerId="ADAL" clId="{EFED3D2C-DE72-4D5E-B4FB-6EC2E208F8C2}" dt="2025-04-22T18:47:53.515" v="5036" actId="20577"/>
          <ac:graphicFrameMkLst>
            <pc:docMk/>
            <pc:sldMk cId="1061085665" sldId="369"/>
            <ac:graphicFrameMk id="4" creationId="{D5127991-92EC-591E-D2C4-51C8746E9817}"/>
          </ac:graphicFrameMkLst>
        </pc:graphicFrameChg>
      </pc:sldChg>
      <pc:sldChg chg="modSp new del mod">
        <pc:chgData name="Khater, Omar" userId="25987beb-6297-4424-9f3b-e671d9608321" providerId="ADAL" clId="{EFED3D2C-DE72-4D5E-B4FB-6EC2E208F8C2}" dt="2025-04-22T18:58:49.863" v="5230" actId="2696"/>
        <pc:sldMkLst>
          <pc:docMk/>
          <pc:sldMk cId="3141697164" sldId="370"/>
        </pc:sldMkLst>
        <pc:spChg chg="mod">
          <ac:chgData name="Khater, Omar" userId="25987beb-6297-4424-9f3b-e671d9608321" providerId="ADAL" clId="{EFED3D2C-DE72-4D5E-B4FB-6EC2E208F8C2}" dt="2025-04-22T18:58:21.052" v="5225" actId="21"/>
          <ac:spMkLst>
            <pc:docMk/>
            <pc:sldMk cId="3141697164" sldId="370"/>
            <ac:spMk id="2" creationId="{B735B9BE-EA77-7E8A-12FF-7924924F3CC3}"/>
          </ac:spMkLst>
        </pc:spChg>
        <pc:spChg chg="mod">
          <ac:chgData name="Khater, Omar" userId="25987beb-6297-4424-9f3b-e671d9608321" providerId="ADAL" clId="{EFED3D2C-DE72-4D5E-B4FB-6EC2E208F8C2}" dt="2025-04-22T04:16:05.819" v="822" actId="20577"/>
          <ac:spMkLst>
            <pc:docMk/>
            <pc:sldMk cId="3141697164" sldId="370"/>
            <ac:spMk id="3" creationId="{EBC8494F-76A9-FC5A-B01F-EAE307B7B954}"/>
          </ac:spMkLst>
        </pc:spChg>
      </pc:sldChg>
      <pc:sldChg chg="modSp add del mod ord">
        <pc:chgData name="Khater, Omar" userId="25987beb-6297-4424-9f3b-e671d9608321" providerId="ADAL" clId="{EFED3D2C-DE72-4D5E-B4FB-6EC2E208F8C2}" dt="2025-04-22T18:58:58.315" v="5231" actId="2696"/>
        <pc:sldMkLst>
          <pc:docMk/>
          <pc:sldMk cId="1070510620" sldId="371"/>
        </pc:sldMkLst>
        <pc:spChg chg="mod">
          <ac:chgData name="Khater, Omar" userId="25987beb-6297-4424-9f3b-e671d9608321" providerId="ADAL" clId="{EFED3D2C-DE72-4D5E-B4FB-6EC2E208F8C2}" dt="2025-04-22T04:17:53.225" v="892" actId="20577"/>
          <ac:spMkLst>
            <pc:docMk/>
            <pc:sldMk cId="1070510620" sldId="371"/>
            <ac:spMk id="4" creationId="{B2C44D3A-182B-97C2-8112-3618E19C6170}"/>
          </ac:spMkLst>
        </pc:spChg>
      </pc:sldChg>
      <pc:sldChg chg="addSp delSp modSp new del mod delAnim modAnim">
        <pc:chgData name="Khater, Omar" userId="25987beb-6297-4424-9f3b-e671d9608321" providerId="ADAL" clId="{EFED3D2C-DE72-4D5E-B4FB-6EC2E208F8C2}" dt="2025-04-22T19:02:52.523" v="5264" actId="47"/>
        <pc:sldMkLst>
          <pc:docMk/>
          <pc:sldMk cId="2095791568" sldId="372"/>
        </pc:sldMkLst>
        <pc:spChg chg="del">
          <ac:chgData name="Khater, Omar" userId="25987beb-6297-4424-9f3b-e671d9608321" providerId="ADAL" clId="{EFED3D2C-DE72-4D5E-B4FB-6EC2E208F8C2}" dt="2025-04-22T04:19:12.009" v="896" actId="478"/>
          <ac:spMkLst>
            <pc:docMk/>
            <pc:sldMk cId="2095791568" sldId="372"/>
            <ac:spMk id="2" creationId="{E72F76C3-B12B-69AB-B87C-63EF9DAA1049}"/>
          </ac:spMkLst>
        </pc:spChg>
        <pc:spChg chg="mod">
          <ac:chgData name="Khater, Omar" userId="25987beb-6297-4424-9f3b-e671d9608321" providerId="ADAL" clId="{EFED3D2C-DE72-4D5E-B4FB-6EC2E208F8C2}" dt="2025-04-22T18:51:21.029" v="5050" actId="20577"/>
          <ac:spMkLst>
            <pc:docMk/>
            <pc:sldMk cId="2095791568" sldId="372"/>
            <ac:spMk id="3" creationId="{C5EF255D-F8E2-89ED-62C0-C110A98C8A18}"/>
          </ac:spMkLst>
        </pc:spChg>
        <pc:spChg chg="add mod">
          <ac:chgData name="Khater, Omar" userId="25987beb-6297-4424-9f3b-e671d9608321" providerId="ADAL" clId="{EFED3D2C-DE72-4D5E-B4FB-6EC2E208F8C2}" dt="2025-04-22T04:35:43.022" v="1233" actId="1076"/>
          <ac:spMkLst>
            <pc:docMk/>
            <pc:sldMk cId="2095791568" sldId="372"/>
            <ac:spMk id="9" creationId="{1B2E8C06-8477-2DF2-ACAE-7EB8F3F11514}"/>
          </ac:spMkLst>
        </pc:spChg>
        <pc:spChg chg="add mod">
          <ac:chgData name="Khater, Omar" userId="25987beb-6297-4424-9f3b-e671d9608321" providerId="ADAL" clId="{EFED3D2C-DE72-4D5E-B4FB-6EC2E208F8C2}" dt="2025-04-22T05:07:07.695" v="1807" actId="1076"/>
          <ac:spMkLst>
            <pc:docMk/>
            <pc:sldMk cId="2095791568" sldId="372"/>
            <ac:spMk id="10" creationId="{1E3AED24-4C86-8CA7-DBB8-2FC8CEF3B9B6}"/>
          </ac:spMkLst>
        </pc:spChg>
        <pc:graphicFrameChg chg="add mod">
          <ac:chgData name="Khater, Omar" userId="25987beb-6297-4424-9f3b-e671d9608321" providerId="ADAL" clId="{EFED3D2C-DE72-4D5E-B4FB-6EC2E208F8C2}" dt="2025-04-22T04:19:34.994" v="901"/>
          <ac:graphicFrameMkLst>
            <pc:docMk/>
            <pc:sldMk cId="2095791568" sldId="372"/>
            <ac:graphicFrameMk id="6" creationId="{C2880514-9E28-6D41-0FC9-51AC8D11B714}"/>
          </ac:graphicFrameMkLst>
        </pc:graphicFrameChg>
        <pc:graphicFrameChg chg="add del mod modGraphic">
          <ac:chgData name="Khater, Omar" userId="25987beb-6297-4424-9f3b-e671d9608321" providerId="ADAL" clId="{EFED3D2C-DE72-4D5E-B4FB-6EC2E208F8C2}" dt="2025-04-22T19:01:38.839" v="5242" actId="21"/>
          <ac:graphicFrameMkLst>
            <pc:docMk/>
            <pc:sldMk cId="2095791568" sldId="372"/>
            <ac:graphicFrameMk id="7" creationId="{66370434-C1B2-F390-8EA2-8F7BA6F590EC}"/>
          </ac:graphicFrameMkLst>
        </pc:graphicFrameChg>
        <pc:graphicFrameChg chg="add del mod modGraphic">
          <ac:chgData name="Khater, Omar" userId="25987beb-6297-4424-9f3b-e671d9608321" providerId="ADAL" clId="{EFED3D2C-DE72-4D5E-B4FB-6EC2E208F8C2}" dt="2025-04-22T19:02:08.395" v="5253" actId="21"/>
          <ac:graphicFrameMkLst>
            <pc:docMk/>
            <pc:sldMk cId="2095791568" sldId="372"/>
            <ac:graphicFrameMk id="8" creationId="{D53F205B-7304-9028-676B-D96DAD274C92}"/>
          </ac:graphicFrameMkLst>
        </pc:graphicFrameChg>
        <pc:picChg chg="add del mod">
          <ac:chgData name="Khater, Omar" userId="25987beb-6297-4424-9f3b-e671d9608321" providerId="ADAL" clId="{EFED3D2C-DE72-4D5E-B4FB-6EC2E208F8C2}" dt="2025-04-22T04:19:31.053" v="900" actId="478"/>
          <ac:picMkLst>
            <pc:docMk/>
            <pc:sldMk cId="2095791568" sldId="372"/>
            <ac:picMk id="5" creationId="{5C753BD3-E51C-49E6-B5E1-B474686F20A7}"/>
          </ac:picMkLst>
        </pc:picChg>
      </pc:sldChg>
      <pc:sldChg chg="addSp delSp modSp add mod modAnim">
        <pc:chgData name="Khater, Omar" userId="25987beb-6297-4424-9f3b-e671d9608321" providerId="ADAL" clId="{EFED3D2C-DE72-4D5E-B4FB-6EC2E208F8C2}" dt="2025-04-22T19:03:44.262" v="5270"/>
        <pc:sldMkLst>
          <pc:docMk/>
          <pc:sldMk cId="691344686" sldId="373"/>
        </pc:sldMkLst>
        <pc:spChg chg="mod">
          <ac:chgData name="Khater, Omar" userId="25987beb-6297-4424-9f3b-e671d9608321" providerId="ADAL" clId="{EFED3D2C-DE72-4D5E-B4FB-6EC2E208F8C2}" dt="2025-04-22T19:03:25.150" v="5267" actId="20577"/>
          <ac:spMkLst>
            <pc:docMk/>
            <pc:sldMk cId="691344686" sldId="373"/>
            <ac:spMk id="3" creationId="{47F2F3A7-EFF9-CB11-21D8-E3E464A690D9}"/>
          </ac:spMkLst>
        </pc:spChg>
        <pc:graphicFrameChg chg="add mod modGraphic">
          <ac:chgData name="Khater, Omar" userId="25987beb-6297-4424-9f3b-e671d9608321" providerId="ADAL" clId="{EFED3D2C-DE72-4D5E-B4FB-6EC2E208F8C2}" dt="2025-04-22T19:01:54.462" v="5249" actId="14100"/>
          <ac:graphicFrameMkLst>
            <pc:docMk/>
            <pc:sldMk cId="691344686" sldId="373"/>
            <ac:graphicFrameMk id="7" creationId="{66370434-C1B2-F390-8EA2-8F7BA6F590EC}"/>
          </ac:graphicFrameMkLst>
        </pc:graphicFrameChg>
        <pc:graphicFrameChg chg="add mod modGraphic">
          <ac:chgData name="Khater, Omar" userId="25987beb-6297-4424-9f3b-e671d9608321" providerId="ADAL" clId="{EFED3D2C-DE72-4D5E-B4FB-6EC2E208F8C2}" dt="2025-04-22T19:02:15.476" v="5256" actId="14100"/>
          <ac:graphicFrameMkLst>
            <pc:docMk/>
            <pc:sldMk cId="691344686" sldId="373"/>
            <ac:graphicFrameMk id="8" creationId="{D53F205B-7304-9028-676B-D96DAD274C92}"/>
          </ac:graphicFrameMkLst>
        </pc:graphicFrameChg>
        <pc:picChg chg="del">
          <ac:chgData name="Khater, Omar" userId="25987beb-6297-4424-9f3b-e671d9608321" providerId="ADAL" clId="{EFED3D2C-DE72-4D5E-B4FB-6EC2E208F8C2}" dt="2025-04-22T04:46:42.652" v="1393" actId="478"/>
          <ac:picMkLst>
            <pc:docMk/>
            <pc:sldMk cId="691344686" sldId="373"/>
            <ac:picMk id="4" creationId="{81F7B101-B0ED-7F46-3B64-C5E416E96E7B}"/>
          </ac:picMkLst>
        </pc:picChg>
        <pc:picChg chg="add mod">
          <ac:chgData name="Khater, Omar" userId="25987beb-6297-4424-9f3b-e671d9608321" providerId="ADAL" clId="{EFED3D2C-DE72-4D5E-B4FB-6EC2E208F8C2}" dt="2025-04-22T19:02:00.814" v="5252" actId="14100"/>
          <ac:picMkLst>
            <pc:docMk/>
            <pc:sldMk cId="691344686" sldId="373"/>
            <ac:picMk id="5" creationId="{A2A14F80-25E2-306E-5073-32F0ACC799ED}"/>
          </ac:picMkLst>
        </pc:picChg>
        <pc:picChg chg="add mod">
          <ac:chgData name="Khater, Omar" userId="25987beb-6297-4424-9f3b-e671d9608321" providerId="ADAL" clId="{EFED3D2C-DE72-4D5E-B4FB-6EC2E208F8C2}" dt="2025-04-22T19:02:39.399" v="5262" actId="14100"/>
          <ac:picMkLst>
            <pc:docMk/>
            <pc:sldMk cId="691344686" sldId="373"/>
            <ac:picMk id="6" creationId="{BF44D82F-7F69-0C94-E09D-0982C10A0DC9}"/>
          </ac:picMkLst>
        </pc:picChg>
      </pc:sldChg>
      <pc:sldChg chg="modSp new mod">
        <pc:chgData name="Khater, Omar" userId="25987beb-6297-4424-9f3b-e671d9608321" providerId="ADAL" clId="{EFED3D2C-DE72-4D5E-B4FB-6EC2E208F8C2}" dt="2025-04-22T19:06:04.971" v="5394" actId="20577"/>
        <pc:sldMkLst>
          <pc:docMk/>
          <pc:sldMk cId="3662430234" sldId="374"/>
        </pc:sldMkLst>
        <pc:spChg chg="mod">
          <ac:chgData name="Khater, Omar" userId="25987beb-6297-4424-9f3b-e671d9608321" providerId="ADAL" clId="{EFED3D2C-DE72-4D5E-B4FB-6EC2E208F8C2}" dt="2025-04-22T19:06:04.971" v="5394" actId="20577"/>
          <ac:spMkLst>
            <pc:docMk/>
            <pc:sldMk cId="3662430234" sldId="374"/>
            <ac:spMk id="2" creationId="{FC8EECEC-7A80-80A1-A0CE-30429FF0256F}"/>
          </ac:spMkLst>
        </pc:spChg>
        <pc:spChg chg="mod">
          <ac:chgData name="Khater, Omar" userId="25987beb-6297-4424-9f3b-e671d9608321" providerId="ADAL" clId="{EFED3D2C-DE72-4D5E-B4FB-6EC2E208F8C2}" dt="2025-04-22T04:47:27.198" v="1419" actId="20577"/>
          <ac:spMkLst>
            <pc:docMk/>
            <pc:sldMk cId="3662430234" sldId="374"/>
            <ac:spMk id="3" creationId="{DD37C3C6-AEFB-3B09-7688-F6C4EAF180F7}"/>
          </ac:spMkLst>
        </pc:spChg>
      </pc:sldChg>
      <pc:sldChg chg="modSp new mod">
        <pc:chgData name="Khater, Omar" userId="25987beb-6297-4424-9f3b-e671d9608321" providerId="ADAL" clId="{EFED3D2C-DE72-4D5E-B4FB-6EC2E208F8C2}" dt="2025-04-22T05:42:16.604" v="2517" actId="5793"/>
        <pc:sldMkLst>
          <pc:docMk/>
          <pc:sldMk cId="2745373288" sldId="375"/>
        </pc:sldMkLst>
        <pc:spChg chg="mod">
          <ac:chgData name="Khater, Omar" userId="25987beb-6297-4424-9f3b-e671d9608321" providerId="ADAL" clId="{EFED3D2C-DE72-4D5E-B4FB-6EC2E208F8C2}" dt="2025-04-22T05:42:16.604" v="2517" actId="5793"/>
          <ac:spMkLst>
            <pc:docMk/>
            <pc:sldMk cId="2745373288" sldId="375"/>
            <ac:spMk id="2" creationId="{26FB8F0D-DE94-F17E-526B-A98A50204461}"/>
          </ac:spMkLst>
        </pc:spChg>
        <pc:spChg chg="mod">
          <ac:chgData name="Khater, Omar" userId="25987beb-6297-4424-9f3b-e671d9608321" providerId="ADAL" clId="{EFED3D2C-DE72-4D5E-B4FB-6EC2E208F8C2}" dt="2025-04-22T05:02:25.887" v="1570" actId="20577"/>
          <ac:spMkLst>
            <pc:docMk/>
            <pc:sldMk cId="2745373288" sldId="375"/>
            <ac:spMk id="3" creationId="{97BDA155-1372-229C-6926-8A630D6383FE}"/>
          </ac:spMkLst>
        </pc:spChg>
      </pc:sldChg>
      <pc:sldChg chg="addSp delSp modSp new mod setBg modAnim">
        <pc:chgData name="Khater, Omar" userId="25987beb-6297-4424-9f3b-e671d9608321" providerId="ADAL" clId="{EFED3D2C-DE72-4D5E-B4FB-6EC2E208F8C2}" dt="2025-04-22T19:46:30.355" v="6222"/>
        <pc:sldMkLst>
          <pc:docMk/>
          <pc:sldMk cId="450672120" sldId="376"/>
        </pc:sldMkLst>
        <pc:spChg chg="del mod">
          <ac:chgData name="Khater, Omar" userId="25987beb-6297-4424-9f3b-e671d9608321" providerId="ADAL" clId="{EFED3D2C-DE72-4D5E-B4FB-6EC2E208F8C2}" dt="2025-04-22T05:33:47.190" v="2327" actId="478"/>
          <ac:spMkLst>
            <pc:docMk/>
            <pc:sldMk cId="450672120" sldId="376"/>
            <ac:spMk id="2" creationId="{AE7DF601-485A-CBFE-37B3-3D0910E25DE9}"/>
          </ac:spMkLst>
        </pc:spChg>
        <pc:spChg chg="mod">
          <ac:chgData name="Khater, Omar" userId="25987beb-6297-4424-9f3b-e671d9608321" providerId="ADAL" clId="{EFED3D2C-DE72-4D5E-B4FB-6EC2E208F8C2}" dt="2025-04-22T19:40:17.345" v="6192" actId="20577"/>
          <ac:spMkLst>
            <pc:docMk/>
            <pc:sldMk cId="450672120" sldId="376"/>
            <ac:spMk id="3" creationId="{EF396AFE-A007-5472-FEF9-D31A6C507EF7}"/>
          </ac:spMkLst>
        </pc:spChg>
        <pc:spChg chg="add del mod">
          <ac:chgData name="Khater, Omar" userId="25987beb-6297-4424-9f3b-e671d9608321" providerId="ADAL" clId="{EFED3D2C-DE72-4D5E-B4FB-6EC2E208F8C2}" dt="2025-04-22T05:33:48.435" v="2328" actId="478"/>
          <ac:spMkLst>
            <pc:docMk/>
            <pc:sldMk cId="450672120" sldId="376"/>
            <ac:spMk id="5" creationId="{99CAF526-C1D2-2498-5C74-6395D142F8C6}"/>
          </ac:spMkLst>
        </pc:spChg>
        <pc:graphicFrameChg chg="add del mod">
          <ac:chgData name="Khater, Omar" userId="25987beb-6297-4424-9f3b-e671d9608321" providerId="ADAL" clId="{EFED3D2C-DE72-4D5E-B4FB-6EC2E208F8C2}" dt="2025-04-22T05:34:03.815" v="2331" actId="478"/>
          <ac:graphicFrameMkLst>
            <pc:docMk/>
            <pc:sldMk cId="450672120" sldId="376"/>
            <ac:graphicFrameMk id="6" creationId="{C72BC37D-DC2C-A6FB-176B-173DCD4BE34F}"/>
          </ac:graphicFrameMkLst>
        </pc:graphicFrameChg>
        <pc:graphicFrameChg chg="add del mod modGraphic">
          <ac:chgData name="Khater, Omar" userId="25987beb-6297-4424-9f3b-e671d9608321" providerId="ADAL" clId="{EFED3D2C-DE72-4D5E-B4FB-6EC2E208F8C2}" dt="2025-04-22T19:36:18.982" v="6124" actId="478"/>
          <ac:graphicFrameMkLst>
            <pc:docMk/>
            <pc:sldMk cId="450672120" sldId="376"/>
            <ac:graphicFrameMk id="7" creationId="{10A95FCF-D6B3-70F0-F6CC-9927EAF2FE89}"/>
          </ac:graphicFrameMkLst>
        </pc:graphicFrameChg>
        <pc:graphicFrameChg chg="add mod modGraphic">
          <ac:chgData name="Khater, Omar" userId="25987beb-6297-4424-9f3b-e671d9608321" providerId="ADAL" clId="{EFED3D2C-DE72-4D5E-B4FB-6EC2E208F8C2}" dt="2025-04-22T19:38:27.543" v="6153" actId="21"/>
          <ac:graphicFrameMkLst>
            <pc:docMk/>
            <pc:sldMk cId="450672120" sldId="376"/>
            <ac:graphicFrameMk id="8" creationId="{15D4ACB6-819E-5BEF-61CB-A32795D88AAB}"/>
          </ac:graphicFrameMkLst>
        </pc:graphicFrameChg>
        <pc:graphicFrameChg chg="add mod modGraphic">
          <ac:chgData name="Khater, Omar" userId="25987beb-6297-4424-9f3b-e671d9608321" providerId="ADAL" clId="{EFED3D2C-DE72-4D5E-B4FB-6EC2E208F8C2}" dt="2025-04-22T19:40:09.936" v="6191" actId="1035"/>
          <ac:graphicFrameMkLst>
            <pc:docMk/>
            <pc:sldMk cId="450672120" sldId="376"/>
            <ac:graphicFrameMk id="9" creationId="{0F0B1997-6D18-4140-7595-D309AE12148A}"/>
          </ac:graphicFrameMkLst>
        </pc:graphicFrameChg>
      </pc:sldChg>
      <pc:sldChg chg="addSp delSp modSp new del mod">
        <pc:chgData name="Khater, Omar" userId="25987beb-6297-4424-9f3b-e671d9608321" providerId="ADAL" clId="{EFED3D2C-DE72-4D5E-B4FB-6EC2E208F8C2}" dt="2025-04-22T19:40:20.344" v="6193" actId="47"/>
        <pc:sldMkLst>
          <pc:docMk/>
          <pc:sldMk cId="85709473" sldId="377"/>
        </pc:sldMkLst>
        <pc:spChg chg="del mod">
          <ac:chgData name="Khater, Omar" userId="25987beb-6297-4424-9f3b-e671d9608321" providerId="ADAL" clId="{EFED3D2C-DE72-4D5E-B4FB-6EC2E208F8C2}" dt="2025-04-22T05:43:37.595" v="2566" actId="478"/>
          <ac:spMkLst>
            <pc:docMk/>
            <pc:sldMk cId="85709473" sldId="377"/>
            <ac:spMk id="2" creationId="{39BF0532-08D8-0DC9-D506-3259675FB111}"/>
          </ac:spMkLst>
        </pc:spChg>
        <pc:spChg chg="mod">
          <ac:chgData name="Khater, Omar" userId="25987beb-6297-4424-9f3b-e671d9608321" providerId="ADAL" clId="{EFED3D2C-DE72-4D5E-B4FB-6EC2E208F8C2}" dt="2025-04-22T06:00:14.284" v="3045" actId="20577"/>
          <ac:spMkLst>
            <pc:docMk/>
            <pc:sldMk cId="85709473" sldId="377"/>
            <ac:spMk id="3" creationId="{BF9B82D6-0CDA-5C33-32A4-F26C256BACF0}"/>
          </ac:spMkLst>
        </pc:spChg>
        <pc:spChg chg="add del mod">
          <ac:chgData name="Khater, Omar" userId="25987beb-6297-4424-9f3b-e671d9608321" providerId="ADAL" clId="{EFED3D2C-DE72-4D5E-B4FB-6EC2E208F8C2}" dt="2025-04-22T05:43:40.215" v="2567" actId="478"/>
          <ac:spMkLst>
            <pc:docMk/>
            <pc:sldMk cId="85709473" sldId="377"/>
            <ac:spMk id="5" creationId="{298CEB04-C671-5AC1-6E43-C0D8EBDB8861}"/>
          </ac:spMkLst>
        </pc:spChg>
        <pc:graphicFrameChg chg="add del mod modGraphic">
          <ac:chgData name="Khater, Omar" userId="25987beb-6297-4424-9f3b-e671d9608321" providerId="ADAL" clId="{EFED3D2C-DE72-4D5E-B4FB-6EC2E208F8C2}" dt="2025-04-22T19:36:53.175" v="6130" actId="21"/>
          <ac:graphicFrameMkLst>
            <pc:docMk/>
            <pc:sldMk cId="85709473" sldId="377"/>
            <ac:graphicFrameMk id="6" creationId="{0F0B1997-6D18-4140-7595-D309AE12148A}"/>
          </ac:graphicFrameMkLst>
        </pc:graphicFrameChg>
      </pc:sldChg>
      <pc:sldChg chg="addSp delSp modSp new mod modAnim">
        <pc:chgData name="Khater, Omar" userId="25987beb-6297-4424-9f3b-e671d9608321" providerId="ADAL" clId="{EFED3D2C-DE72-4D5E-B4FB-6EC2E208F8C2}" dt="2025-04-22T20:16:42.494" v="6547" actId="14100"/>
        <pc:sldMkLst>
          <pc:docMk/>
          <pc:sldMk cId="1382990221" sldId="378"/>
        </pc:sldMkLst>
        <pc:spChg chg="del">
          <ac:chgData name="Khater, Omar" userId="25987beb-6297-4424-9f3b-e671d9608321" providerId="ADAL" clId="{EFED3D2C-DE72-4D5E-B4FB-6EC2E208F8C2}" dt="2025-04-22T05:56:47.658" v="2966" actId="478"/>
          <ac:spMkLst>
            <pc:docMk/>
            <pc:sldMk cId="1382990221" sldId="378"/>
            <ac:spMk id="2" creationId="{36ECBFC1-F26C-0A64-AFFA-AF4304F89A3F}"/>
          </ac:spMkLst>
        </pc:spChg>
        <pc:spChg chg="mod">
          <ac:chgData name="Khater, Omar" userId="25987beb-6297-4424-9f3b-e671d9608321" providerId="ADAL" clId="{EFED3D2C-DE72-4D5E-B4FB-6EC2E208F8C2}" dt="2025-04-22T19:08:17.459" v="5486" actId="20577"/>
          <ac:spMkLst>
            <pc:docMk/>
            <pc:sldMk cId="1382990221" sldId="378"/>
            <ac:spMk id="3" creationId="{83617405-6429-D44D-A395-A640D010E04F}"/>
          </ac:spMkLst>
        </pc:spChg>
        <pc:spChg chg="add mod">
          <ac:chgData name="Khater, Omar" userId="25987beb-6297-4424-9f3b-e671d9608321" providerId="ADAL" clId="{EFED3D2C-DE72-4D5E-B4FB-6EC2E208F8C2}" dt="2025-04-22T19:13:21.442" v="5539" actId="1076"/>
          <ac:spMkLst>
            <pc:docMk/>
            <pc:sldMk cId="1382990221" sldId="378"/>
            <ac:spMk id="8" creationId="{B2DA3BDB-37A6-4BA8-0A65-032A9815260B}"/>
          </ac:spMkLst>
        </pc:spChg>
        <pc:spChg chg="add mod">
          <ac:chgData name="Khater, Omar" userId="25987beb-6297-4424-9f3b-e671d9608321" providerId="ADAL" clId="{EFED3D2C-DE72-4D5E-B4FB-6EC2E208F8C2}" dt="2025-04-22T19:13:06.396" v="5536" actId="1076"/>
          <ac:spMkLst>
            <pc:docMk/>
            <pc:sldMk cId="1382990221" sldId="378"/>
            <ac:spMk id="10" creationId="{5E5F24AB-EAE7-6E8E-62F9-B887132D5E51}"/>
          </ac:spMkLst>
        </pc:spChg>
        <pc:spChg chg="add del mod">
          <ac:chgData name="Khater, Omar" userId="25987beb-6297-4424-9f3b-e671d9608321" providerId="ADAL" clId="{EFED3D2C-DE72-4D5E-B4FB-6EC2E208F8C2}" dt="2025-04-22T19:13:02.356" v="5535" actId="478"/>
          <ac:spMkLst>
            <pc:docMk/>
            <pc:sldMk cId="1382990221" sldId="378"/>
            <ac:spMk id="11" creationId="{2ADD172F-13AB-9DF3-4F66-70C3DD88AC8F}"/>
          </ac:spMkLst>
        </pc:spChg>
        <pc:graphicFrameChg chg="add mod modGraphic">
          <ac:chgData name="Khater, Omar" userId="25987beb-6297-4424-9f3b-e671d9608321" providerId="ADAL" clId="{EFED3D2C-DE72-4D5E-B4FB-6EC2E208F8C2}" dt="2025-04-22T20:16:42.494" v="6547" actId="14100"/>
          <ac:graphicFrameMkLst>
            <pc:docMk/>
            <pc:sldMk cId="1382990221" sldId="378"/>
            <ac:graphicFrameMk id="4" creationId="{53BBE992-2FB5-83DA-B667-F194175354E1}"/>
          </ac:graphicFrameMkLst>
        </pc:graphicFrameChg>
        <pc:graphicFrameChg chg="add del mod modGraphic">
          <ac:chgData name="Khater, Omar" userId="25987beb-6297-4424-9f3b-e671d9608321" providerId="ADAL" clId="{EFED3D2C-DE72-4D5E-B4FB-6EC2E208F8C2}" dt="2025-04-22T19:12:55.101" v="5532" actId="478"/>
          <ac:graphicFrameMkLst>
            <pc:docMk/>
            <pc:sldMk cId="1382990221" sldId="378"/>
            <ac:graphicFrameMk id="5" creationId="{BC1AB423-57A0-D418-AC61-4EA0F7A64347}"/>
          </ac:graphicFrameMkLst>
        </pc:graphicFrameChg>
        <pc:graphicFrameChg chg="add mod modGraphic">
          <ac:chgData name="Khater, Omar" userId="25987beb-6297-4424-9f3b-e671d9608321" providerId="ADAL" clId="{EFED3D2C-DE72-4D5E-B4FB-6EC2E208F8C2}" dt="2025-04-22T20:12:48.592" v="6471"/>
          <ac:graphicFrameMkLst>
            <pc:docMk/>
            <pc:sldMk cId="1382990221" sldId="378"/>
            <ac:graphicFrameMk id="6" creationId="{46A788A1-A1A0-1EC0-E617-B3A5DA773C1B}"/>
          </ac:graphicFrameMkLst>
        </pc:graphicFrameChg>
      </pc:sldChg>
      <pc:sldChg chg="addSp delSp modSp new del mod">
        <pc:chgData name="Khater, Omar" userId="25987beb-6297-4424-9f3b-e671d9608321" providerId="ADAL" clId="{EFED3D2C-DE72-4D5E-B4FB-6EC2E208F8C2}" dt="2025-04-22T19:13:42.603" v="5540" actId="47"/>
        <pc:sldMkLst>
          <pc:docMk/>
          <pc:sldMk cId="3402387154" sldId="379"/>
        </pc:sldMkLst>
        <pc:spChg chg="del">
          <ac:chgData name="Khater, Omar" userId="25987beb-6297-4424-9f3b-e671d9608321" providerId="ADAL" clId="{EFED3D2C-DE72-4D5E-B4FB-6EC2E208F8C2}" dt="2025-04-22T05:59:50.303" v="3032" actId="478"/>
          <ac:spMkLst>
            <pc:docMk/>
            <pc:sldMk cId="3402387154" sldId="379"/>
            <ac:spMk id="2" creationId="{9AC2E49D-85F6-419B-937A-DB5845FDFC8F}"/>
          </ac:spMkLst>
        </pc:spChg>
        <pc:spChg chg="mod">
          <ac:chgData name="Khater, Omar" userId="25987beb-6297-4424-9f3b-e671d9608321" providerId="ADAL" clId="{EFED3D2C-DE72-4D5E-B4FB-6EC2E208F8C2}" dt="2025-04-22T06:03:19.137" v="3156" actId="20577"/>
          <ac:spMkLst>
            <pc:docMk/>
            <pc:sldMk cId="3402387154" sldId="379"/>
            <ac:spMk id="3" creationId="{571102FE-2BD5-95AF-381B-527E69FCB1C3}"/>
          </ac:spMkLst>
        </pc:spChg>
        <pc:graphicFrameChg chg="add del mod modGraphic">
          <ac:chgData name="Khater, Omar" userId="25987beb-6297-4424-9f3b-e671d9608321" providerId="ADAL" clId="{EFED3D2C-DE72-4D5E-B4FB-6EC2E208F8C2}" dt="2025-04-22T19:07:02.770" v="5396" actId="21"/>
          <ac:graphicFrameMkLst>
            <pc:docMk/>
            <pc:sldMk cId="3402387154" sldId="379"/>
            <ac:graphicFrameMk id="4" creationId="{BC1AB423-57A0-D418-AC61-4EA0F7A64347}"/>
          </ac:graphicFrameMkLst>
        </pc:graphicFrameChg>
      </pc:sldChg>
      <pc:sldChg chg="addSp delSp modSp new del mod">
        <pc:chgData name="Khater, Omar" userId="25987beb-6297-4424-9f3b-e671d9608321" providerId="ADAL" clId="{EFED3D2C-DE72-4D5E-B4FB-6EC2E208F8C2}" dt="2025-04-22T19:13:42.603" v="5540" actId="47"/>
        <pc:sldMkLst>
          <pc:docMk/>
          <pc:sldMk cId="3950028067" sldId="380"/>
        </pc:sldMkLst>
        <pc:spChg chg="del">
          <ac:chgData name="Khater, Omar" userId="25987beb-6297-4424-9f3b-e671d9608321" providerId="ADAL" clId="{EFED3D2C-DE72-4D5E-B4FB-6EC2E208F8C2}" dt="2025-04-22T06:08:49.104" v="3222" actId="478"/>
          <ac:spMkLst>
            <pc:docMk/>
            <pc:sldMk cId="3950028067" sldId="380"/>
            <ac:spMk id="2" creationId="{7E84FF24-FC02-B869-6231-E90281A2E4D6}"/>
          </ac:spMkLst>
        </pc:spChg>
        <pc:spChg chg="mod">
          <ac:chgData name="Khater, Omar" userId="25987beb-6297-4424-9f3b-e671d9608321" providerId="ADAL" clId="{EFED3D2C-DE72-4D5E-B4FB-6EC2E208F8C2}" dt="2025-04-22T06:10:31.274" v="3241" actId="20577"/>
          <ac:spMkLst>
            <pc:docMk/>
            <pc:sldMk cId="3950028067" sldId="380"/>
            <ac:spMk id="3" creationId="{76612522-B2CA-5E58-74F2-5FF75117493C}"/>
          </ac:spMkLst>
        </pc:spChg>
        <pc:graphicFrameChg chg="add del mod modGraphic">
          <ac:chgData name="Khater, Omar" userId="25987beb-6297-4424-9f3b-e671d9608321" providerId="ADAL" clId="{EFED3D2C-DE72-4D5E-B4FB-6EC2E208F8C2}" dt="2025-04-22T19:07:15.282" v="5400" actId="21"/>
          <ac:graphicFrameMkLst>
            <pc:docMk/>
            <pc:sldMk cId="3950028067" sldId="380"/>
            <ac:graphicFrameMk id="4" creationId="{46A788A1-A1A0-1EC0-E617-B3A5DA773C1B}"/>
          </ac:graphicFrameMkLst>
        </pc:graphicFrameChg>
      </pc:sldChg>
      <pc:sldChg chg="modSp new mod">
        <pc:chgData name="Khater, Omar" userId="25987beb-6297-4424-9f3b-e671d9608321" providerId="ADAL" clId="{EFED3D2C-DE72-4D5E-B4FB-6EC2E208F8C2}" dt="2025-04-22T07:06:13.463" v="4201" actId="20577"/>
        <pc:sldMkLst>
          <pc:docMk/>
          <pc:sldMk cId="134639043" sldId="381"/>
        </pc:sldMkLst>
        <pc:spChg chg="mod">
          <ac:chgData name="Khater, Omar" userId="25987beb-6297-4424-9f3b-e671d9608321" providerId="ADAL" clId="{EFED3D2C-DE72-4D5E-B4FB-6EC2E208F8C2}" dt="2025-04-22T07:06:13.463" v="4201" actId="20577"/>
          <ac:spMkLst>
            <pc:docMk/>
            <pc:sldMk cId="134639043" sldId="381"/>
            <ac:spMk id="2" creationId="{CE0287B4-57C6-0671-E715-C848E93D44BB}"/>
          </ac:spMkLst>
        </pc:spChg>
        <pc:spChg chg="mod">
          <ac:chgData name="Khater, Omar" userId="25987beb-6297-4424-9f3b-e671d9608321" providerId="ADAL" clId="{EFED3D2C-DE72-4D5E-B4FB-6EC2E208F8C2}" dt="2025-04-22T06:15:32.726" v="3363" actId="20577"/>
          <ac:spMkLst>
            <pc:docMk/>
            <pc:sldMk cId="134639043" sldId="381"/>
            <ac:spMk id="3" creationId="{A0584FB8-2757-D428-C519-5B0AAED73F77}"/>
          </ac:spMkLst>
        </pc:spChg>
      </pc:sldChg>
      <pc:sldChg chg="addSp delSp modSp new del mod">
        <pc:chgData name="Khater, Omar" userId="25987beb-6297-4424-9f3b-e671d9608321" providerId="ADAL" clId="{EFED3D2C-DE72-4D5E-B4FB-6EC2E208F8C2}" dt="2025-04-22T06:52:28.989" v="3759" actId="47"/>
        <pc:sldMkLst>
          <pc:docMk/>
          <pc:sldMk cId="2115847225" sldId="382"/>
        </pc:sldMkLst>
        <pc:spChg chg="del">
          <ac:chgData name="Khater, Omar" userId="25987beb-6297-4424-9f3b-e671d9608321" providerId="ADAL" clId="{EFED3D2C-DE72-4D5E-B4FB-6EC2E208F8C2}" dt="2025-04-22T06:46:46.077" v="3558" actId="478"/>
          <ac:spMkLst>
            <pc:docMk/>
            <pc:sldMk cId="2115847225" sldId="382"/>
            <ac:spMk id="2" creationId="{413E6AE8-7B03-77ED-A7AF-6D7EB1A85EFA}"/>
          </ac:spMkLst>
        </pc:spChg>
        <pc:spChg chg="mod">
          <ac:chgData name="Khater, Omar" userId="25987beb-6297-4424-9f3b-e671d9608321" providerId="ADAL" clId="{EFED3D2C-DE72-4D5E-B4FB-6EC2E208F8C2}" dt="2025-04-22T06:46:43.407" v="3557" actId="20577"/>
          <ac:spMkLst>
            <pc:docMk/>
            <pc:sldMk cId="2115847225" sldId="382"/>
            <ac:spMk id="3" creationId="{31A83110-2194-A1DA-6F72-5DDC3B08B02B}"/>
          </ac:spMkLst>
        </pc:spChg>
        <pc:spChg chg="add del mod">
          <ac:chgData name="Khater, Omar" userId="25987beb-6297-4424-9f3b-e671d9608321" providerId="ADAL" clId="{EFED3D2C-DE72-4D5E-B4FB-6EC2E208F8C2}" dt="2025-04-22T06:48:12.004" v="3565"/>
          <ac:spMkLst>
            <pc:docMk/>
            <pc:sldMk cId="2115847225" sldId="382"/>
            <ac:spMk id="6" creationId="{0A881EFF-D2EC-1AB9-B666-AA4801DDCBDB}"/>
          </ac:spMkLst>
        </pc:spChg>
        <pc:picChg chg="add del mod">
          <ac:chgData name="Khater, Omar" userId="25987beb-6297-4424-9f3b-e671d9608321" providerId="ADAL" clId="{EFED3D2C-DE72-4D5E-B4FB-6EC2E208F8C2}" dt="2025-04-22T06:48:17.283" v="3567" actId="21"/>
          <ac:picMkLst>
            <pc:docMk/>
            <pc:sldMk cId="2115847225" sldId="382"/>
            <ac:picMk id="5" creationId="{731F387C-E29F-1E61-6F73-8264D521616C}"/>
          </ac:picMkLst>
        </pc:picChg>
      </pc:sldChg>
      <pc:sldChg chg="addSp modSp new mod">
        <pc:chgData name="Khater, Omar" userId="25987beb-6297-4424-9f3b-e671d9608321" providerId="ADAL" clId="{EFED3D2C-DE72-4D5E-B4FB-6EC2E208F8C2}" dt="2025-04-22T19:47:27.935" v="6245" actId="20577"/>
        <pc:sldMkLst>
          <pc:docMk/>
          <pc:sldMk cId="1585251226" sldId="383"/>
        </pc:sldMkLst>
        <pc:spChg chg="mod">
          <ac:chgData name="Khater, Omar" userId="25987beb-6297-4424-9f3b-e671d9608321" providerId="ADAL" clId="{EFED3D2C-DE72-4D5E-B4FB-6EC2E208F8C2}" dt="2025-04-22T19:47:27.935" v="6245" actId="20577"/>
          <ac:spMkLst>
            <pc:docMk/>
            <pc:sldMk cId="1585251226" sldId="383"/>
            <ac:spMk id="2" creationId="{F6C75F0A-F584-3EDA-869A-496D99F184A4}"/>
          </ac:spMkLst>
        </pc:spChg>
        <pc:spChg chg="mod">
          <ac:chgData name="Khater, Omar" userId="25987beb-6297-4424-9f3b-e671d9608321" providerId="ADAL" clId="{EFED3D2C-DE72-4D5E-B4FB-6EC2E208F8C2}" dt="2025-04-22T06:48:51.667" v="3592" actId="20577"/>
          <ac:spMkLst>
            <pc:docMk/>
            <pc:sldMk cId="1585251226" sldId="383"/>
            <ac:spMk id="3" creationId="{C804B1B5-75E1-3B35-8681-F4A287E8E533}"/>
          </ac:spMkLst>
        </pc:spChg>
        <pc:picChg chg="add mod">
          <ac:chgData name="Khater, Omar" userId="25987beb-6297-4424-9f3b-e671d9608321" providerId="ADAL" clId="{EFED3D2C-DE72-4D5E-B4FB-6EC2E208F8C2}" dt="2025-04-22T06:49:23.074" v="3671" actId="1076"/>
          <ac:picMkLst>
            <pc:docMk/>
            <pc:sldMk cId="1585251226" sldId="383"/>
            <ac:picMk id="5" creationId="{731F387C-E29F-1E61-6F73-8264D521616C}"/>
          </ac:picMkLst>
        </pc:picChg>
        <pc:picChg chg="add mod">
          <ac:chgData name="Khater, Omar" userId="25987beb-6297-4424-9f3b-e671d9608321" providerId="ADAL" clId="{EFED3D2C-DE72-4D5E-B4FB-6EC2E208F8C2}" dt="2025-04-22T06:51:39.734" v="3679" actId="14100"/>
          <ac:picMkLst>
            <pc:docMk/>
            <pc:sldMk cId="1585251226" sldId="383"/>
            <ac:picMk id="6" creationId="{EAAB3CB8-29B2-8060-2ED8-D95AE372FE43}"/>
          </ac:picMkLst>
        </pc:picChg>
      </pc:sldChg>
      <pc:sldChg chg="addSp delSp modSp new mod">
        <pc:chgData name="Khater, Omar" userId="25987beb-6297-4424-9f3b-e671d9608321" providerId="ADAL" clId="{EFED3D2C-DE72-4D5E-B4FB-6EC2E208F8C2}" dt="2025-04-22T19:54:11.123" v="6364" actId="2710"/>
        <pc:sldMkLst>
          <pc:docMk/>
          <pc:sldMk cId="3805695266" sldId="384"/>
        </pc:sldMkLst>
        <pc:spChg chg="mod">
          <ac:chgData name="Khater, Omar" userId="25987beb-6297-4424-9f3b-e671d9608321" providerId="ADAL" clId="{EFED3D2C-DE72-4D5E-B4FB-6EC2E208F8C2}" dt="2025-04-22T19:54:11.123" v="6364" actId="2710"/>
          <ac:spMkLst>
            <pc:docMk/>
            <pc:sldMk cId="3805695266" sldId="384"/>
            <ac:spMk id="2" creationId="{42519B0C-68B2-BBC5-92C9-DA8A8FB9CBB8}"/>
          </ac:spMkLst>
        </pc:spChg>
        <pc:spChg chg="mod">
          <ac:chgData name="Khater, Omar" userId="25987beb-6297-4424-9f3b-e671d9608321" providerId="ADAL" clId="{EFED3D2C-DE72-4D5E-B4FB-6EC2E208F8C2}" dt="2025-04-22T07:06:39.176" v="4207"/>
          <ac:spMkLst>
            <pc:docMk/>
            <pc:sldMk cId="3805695266" sldId="384"/>
            <ac:spMk id="3" creationId="{FF21FA46-28F5-523E-B9C3-6ADB5835649B}"/>
          </ac:spMkLst>
        </pc:spChg>
        <pc:picChg chg="add del mod">
          <ac:chgData name="Khater, Omar" userId="25987beb-6297-4424-9f3b-e671d9608321" providerId="ADAL" clId="{EFED3D2C-DE72-4D5E-B4FB-6EC2E208F8C2}" dt="2025-04-22T19:53:57.260" v="6362" actId="478"/>
          <ac:picMkLst>
            <pc:docMk/>
            <pc:sldMk cId="3805695266" sldId="384"/>
            <ac:picMk id="1026" creationId="{30EC2CC8-8004-414A-894E-B88A9483A608}"/>
          </ac:picMkLst>
        </pc:picChg>
      </pc:sldChg>
      <pc:sldChg chg="addSp delSp modSp new mod">
        <pc:chgData name="Khater, Omar" userId="25987beb-6297-4424-9f3b-e671d9608321" providerId="ADAL" clId="{EFED3D2C-DE72-4D5E-B4FB-6EC2E208F8C2}" dt="2025-04-22T19:44:46.747" v="6220" actId="20577"/>
        <pc:sldMkLst>
          <pc:docMk/>
          <pc:sldMk cId="985168222" sldId="385"/>
        </pc:sldMkLst>
        <pc:spChg chg="add del mod">
          <ac:chgData name="Khater, Omar" userId="25987beb-6297-4424-9f3b-e671d9608321" providerId="ADAL" clId="{EFED3D2C-DE72-4D5E-B4FB-6EC2E208F8C2}" dt="2025-04-22T19:44:46.747" v="6220" actId="20577"/>
          <ac:spMkLst>
            <pc:docMk/>
            <pc:sldMk cId="985168222" sldId="385"/>
            <ac:spMk id="2" creationId="{DD3BC9A7-EC2C-243B-97C3-CC5061786DF7}"/>
          </ac:spMkLst>
        </pc:spChg>
        <pc:spChg chg="mod">
          <ac:chgData name="Khater, Omar" userId="25987beb-6297-4424-9f3b-e671d9608321" providerId="ADAL" clId="{EFED3D2C-DE72-4D5E-B4FB-6EC2E208F8C2}" dt="2025-04-22T07:15:23.322" v="4654" actId="20577"/>
          <ac:spMkLst>
            <pc:docMk/>
            <pc:sldMk cId="985168222" sldId="385"/>
            <ac:spMk id="3" creationId="{887FD42D-BA7E-C979-B0B9-9AE24863FC46}"/>
          </ac:spMkLst>
        </pc:spChg>
        <pc:spChg chg="add del">
          <ac:chgData name="Khater, Omar" userId="25987beb-6297-4424-9f3b-e671d9608321" providerId="ADAL" clId="{EFED3D2C-DE72-4D5E-B4FB-6EC2E208F8C2}" dt="2025-04-22T08:02:49.497" v="4967" actId="22"/>
          <ac:spMkLst>
            <pc:docMk/>
            <pc:sldMk cId="985168222" sldId="385"/>
            <ac:spMk id="9" creationId="{5DED3CF8-4FDC-902C-F4D9-7D553BA2C366}"/>
          </ac:spMkLst>
        </pc:spChg>
        <pc:picChg chg="add del mod">
          <ac:chgData name="Khater, Omar" userId="25987beb-6297-4424-9f3b-e671d9608321" providerId="ADAL" clId="{EFED3D2C-DE72-4D5E-B4FB-6EC2E208F8C2}" dt="2025-04-22T07:30:16.223" v="4663" actId="478"/>
          <ac:picMkLst>
            <pc:docMk/>
            <pc:sldMk cId="985168222" sldId="385"/>
            <ac:picMk id="5" creationId="{66182A5C-037F-A12E-BDC9-0B86A11A0F9E}"/>
          </ac:picMkLst>
        </pc:picChg>
        <pc:picChg chg="add mod">
          <ac:chgData name="Khater, Omar" userId="25987beb-6297-4424-9f3b-e671d9608321" providerId="ADAL" clId="{EFED3D2C-DE72-4D5E-B4FB-6EC2E208F8C2}" dt="2025-04-22T08:02:07.977" v="4934" actId="1076"/>
          <ac:picMkLst>
            <pc:docMk/>
            <pc:sldMk cId="985168222" sldId="385"/>
            <ac:picMk id="7" creationId="{993D8CC9-54AB-4B52-2709-EB8490392A2D}"/>
          </ac:picMkLst>
        </pc:picChg>
      </pc:sldChg>
      <pc:sldChg chg="modSp new mod">
        <pc:chgData name="Khater, Omar" userId="25987beb-6297-4424-9f3b-e671d9608321" providerId="ADAL" clId="{EFED3D2C-DE72-4D5E-B4FB-6EC2E208F8C2}" dt="2025-04-22T19:57:07.774" v="6390"/>
        <pc:sldMkLst>
          <pc:docMk/>
          <pc:sldMk cId="2669523197" sldId="386"/>
        </pc:sldMkLst>
        <pc:spChg chg="mod">
          <ac:chgData name="Khater, Omar" userId="25987beb-6297-4424-9f3b-e671d9608321" providerId="ADAL" clId="{EFED3D2C-DE72-4D5E-B4FB-6EC2E208F8C2}" dt="2025-04-22T19:57:07.774" v="6390"/>
          <ac:spMkLst>
            <pc:docMk/>
            <pc:sldMk cId="2669523197" sldId="386"/>
            <ac:spMk id="2" creationId="{9E2596EE-1A9B-4507-9A05-5CFC2FDA9537}"/>
          </ac:spMkLst>
        </pc:spChg>
        <pc:spChg chg="mod">
          <ac:chgData name="Khater, Omar" userId="25987beb-6297-4424-9f3b-e671d9608321" providerId="ADAL" clId="{EFED3D2C-DE72-4D5E-B4FB-6EC2E208F8C2}" dt="2025-04-22T08:02:41.212" v="4965" actId="20577"/>
          <ac:spMkLst>
            <pc:docMk/>
            <pc:sldMk cId="2669523197" sldId="386"/>
            <ac:spMk id="3" creationId="{E8E61BD1-81E5-CE6A-7B1B-9D2D48077D36}"/>
          </ac:spMkLst>
        </pc:spChg>
      </pc:sldChg>
      <pc:sldChg chg="modSp add mod">
        <pc:chgData name="Khater, Omar" userId="25987beb-6297-4424-9f3b-e671d9608321" providerId="ADAL" clId="{EFED3D2C-DE72-4D5E-B4FB-6EC2E208F8C2}" dt="2025-04-22T08:02:59.684" v="4985" actId="20577"/>
        <pc:sldMkLst>
          <pc:docMk/>
          <pc:sldMk cId="1644705726" sldId="387"/>
        </pc:sldMkLst>
        <pc:spChg chg="mod">
          <ac:chgData name="Khater, Omar" userId="25987beb-6297-4424-9f3b-e671d9608321" providerId="ADAL" clId="{EFED3D2C-DE72-4D5E-B4FB-6EC2E208F8C2}" dt="2025-04-22T08:02:59.684" v="4985" actId="20577"/>
          <ac:spMkLst>
            <pc:docMk/>
            <pc:sldMk cId="1644705726" sldId="387"/>
            <ac:spMk id="3" creationId="{FE325CFC-E5F8-9A7F-16D6-3F49B4F8571D}"/>
          </ac:spMkLst>
        </pc:spChg>
      </pc:sldChg>
      <pc:sldChg chg="new del">
        <pc:chgData name="Khater, Omar" userId="25987beb-6297-4424-9f3b-e671d9608321" providerId="ADAL" clId="{EFED3D2C-DE72-4D5E-B4FB-6EC2E208F8C2}" dt="2025-04-22T19:54:38.332" v="6365" actId="47"/>
        <pc:sldMkLst>
          <pc:docMk/>
          <pc:sldMk cId="1710855276" sldId="388"/>
        </pc:sldMkLst>
      </pc:sldChg>
      <pc:sldChg chg="modSp add del mod">
        <pc:chgData name="Khater, Omar" userId="25987beb-6297-4424-9f3b-e671d9608321" providerId="ADAL" clId="{EFED3D2C-DE72-4D5E-B4FB-6EC2E208F8C2}" dt="2025-04-22T20:02:07.236" v="6416" actId="47"/>
        <pc:sldMkLst>
          <pc:docMk/>
          <pc:sldMk cId="2542058679" sldId="388"/>
        </pc:sldMkLst>
        <pc:spChg chg="mod">
          <ac:chgData name="Khater, Omar" userId="25987beb-6297-4424-9f3b-e671d9608321" providerId="ADAL" clId="{EFED3D2C-DE72-4D5E-B4FB-6EC2E208F8C2}" dt="2025-04-22T20:01:53.439" v="6411" actId="20577"/>
          <ac:spMkLst>
            <pc:docMk/>
            <pc:sldMk cId="2542058679" sldId="388"/>
            <ac:spMk id="3" creationId="{CE4C10C1-2C07-3DF3-F373-0EB7082CF574}"/>
          </ac:spMkLst>
        </pc:spChg>
      </pc:sldChg>
      <pc:sldChg chg="addSp delSp modSp new mod">
        <pc:chgData name="Khater, Omar" userId="25987beb-6297-4424-9f3b-e671d9608321" providerId="ADAL" clId="{EFED3D2C-DE72-4D5E-B4FB-6EC2E208F8C2}" dt="2025-04-22T20:05:40.949" v="6463" actId="20577"/>
        <pc:sldMkLst>
          <pc:docMk/>
          <pc:sldMk cId="253027575" sldId="389"/>
        </pc:sldMkLst>
        <pc:spChg chg="mod">
          <ac:chgData name="Khater, Omar" userId="25987beb-6297-4424-9f3b-e671d9608321" providerId="ADAL" clId="{EFED3D2C-DE72-4D5E-B4FB-6EC2E208F8C2}" dt="2025-04-22T20:05:40.949" v="6463" actId="20577"/>
          <ac:spMkLst>
            <pc:docMk/>
            <pc:sldMk cId="253027575" sldId="389"/>
            <ac:spMk id="2" creationId="{3C5AE0CA-1B89-9C11-6E4D-3466E2544430}"/>
          </ac:spMkLst>
        </pc:spChg>
        <pc:spChg chg="mod">
          <ac:chgData name="Khater, Omar" userId="25987beb-6297-4424-9f3b-e671d9608321" providerId="ADAL" clId="{EFED3D2C-DE72-4D5E-B4FB-6EC2E208F8C2}" dt="2025-04-22T20:02:09.682" v="6417" actId="313"/>
          <ac:spMkLst>
            <pc:docMk/>
            <pc:sldMk cId="253027575" sldId="389"/>
            <ac:spMk id="3" creationId="{AC1B12EA-546A-4A5A-A06F-C7D60754F789}"/>
          </ac:spMkLst>
        </pc:spChg>
        <pc:spChg chg="add del mod">
          <ac:chgData name="Khater, Omar" userId="25987beb-6297-4424-9f3b-e671d9608321" providerId="ADAL" clId="{EFED3D2C-DE72-4D5E-B4FB-6EC2E208F8C2}" dt="2025-04-22T20:04:00.726" v="6445" actId="478"/>
          <ac:spMkLst>
            <pc:docMk/>
            <pc:sldMk cId="253027575" sldId="389"/>
            <ac:spMk id="4" creationId="{33B479E0-FC54-3CD3-8D90-E7FDD1D6A4BF}"/>
          </ac:spMkLst>
        </pc:spChg>
      </pc:sldChg>
      <pc:sldChg chg="addSp delSp modSp new del mod">
        <pc:chgData name="Khater, Omar" userId="25987beb-6297-4424-9f3b-e671d9608321" providerId="ADAL" clId="{EFED3D2C-DE72-4D5E-B4FB-6EC2E208F8C2}" dt="2025-04-22T19:36:26.380" v="6127" actId="47"/>
        <pc:sldMkLst>
          <pc:docMk/>
          <pc:sldMk cId="1094876413" sldId="389"/>
        </pc:sldMkLst>
        <pc:spChg chg="del">
          <ac:chgData name="Khater, Omar" userId="25987beb-6297-4424-9f3b-e671d9608321" providerId="ADAL" clId="{EFED3D2C-DE72-4D5E-B4FB-6EC2E208F8C2}" dt="2025-04-22T19:14:09.900" v="5542" actId="478"/>
          <ac:spMkLst>
            <pc:docMk/>
            <pc:sldMk cId="1094876413" sldId="389"/>
            <ac:spMk id="2" creationId="{23FAE64A-43AC-D0B1-0BA5-BDC7E287A929}"/>
          </ac:spMkLst>
        </pc:spChg>
        <pc:graphicFrameChg chg="add del mod modGraphic">
          <ac:chgData name="Khater, Omar" userId="25987beb-6297-4424-9f3b-e671d9608321" providerId="ADAL" clId="{EFED3D2C-DE72-4D5E-B4FB-6EC2E208F8C2}" dt="2025-04-22T19:36:09.676" v="6122" actId="21"/>
          <ac:graphicFrameMkLst>
            <pc:docMk/>
            <pc:sldMk cId="1094876413" sldId="389"/>
            <ac:graphicFrameMk id="4" creationId="{15D4ACB6-819E-5BEF-61CB-A32795D88AAB}"/>
          </ac:graphicFrameMkLst>
        </pc:graphicFrameChg>
      </pc:sldChg>
      <pc:sldChg chg="add del">
        <pc:chgData name="Khater, Omar" userId="25987beb-6297-4424-9f3b-e671d9608321" providerId="ADAL" clId="{EFED3D2C-DE72-4D5E-B4FB-6EC2E208F8C2}" dt="2025-04-22T20:01:58.597" v="6414"/>
        <pc:sldMkLst>
          <pc:docMk/>
          <pc:sldMk cId="1303787679" sldId="390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019E8E7-4E86-4821-A8B6-070A5A6CB10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69528-E019-4B2E-9126-4EEB33ACBD40}">
      <dgm:prSet phldrT="[Text]"/>
      <dgm:spPr/>
      <dgm:t>
        <a:bodyPr/>
        <a:lstStyle/>
        <a:p>
          <a:r>
            <a:rPr lang="en-US" dirty="0"/>
            <a:t>LLIE </a:t>
          </a:r>
          <a:r>
            <a:rPr lang="en-US" dirty="0" err="1"/>
            <a:t>Apporaches</a:t>
          </a:r>
          <a:endParaRPr lang="en-US" dirty="0"/>
        </a:p>
      </dgm:t>
    </dgm:pt>
    <dgm:pt modelId="{A5F81D5C-82A7-4130-940A-BE0455AD27EE}" type="parTrans" cxnId="{14F536EC-3A28-475C-8FDE-EDE53BAB87B7}">
      <dgm:prSet/>
      <dgm:spPr/>
      <dgm:t>
        <a:bodyPr/>
        <a:lstStyle/>
        <a:p>
          <a:endParaRPr lang="en-US"/>
        </a:p>
      </dgm:t>
    </dgm:pt>
    <dgm:pt modelId="{0AC02AA5-49DF-4F2A-9809-07FA93AAF104}" type="sibTrans" cxnId="{14F536EC-3A28-475C-8FDE-EDE53BAB87B7}">
      <dgm:prSet/>
      <dgm:spPr/>
      <dgm:t>
        <a:bodyPr/>
        <a:lstStyle/>
        <a:p>
          <a:endParaRPr lang="en-US"/>
        </a:p>
      </dgm:t>
    </dgm:pt>
    <dgm:pt modelId="{06405FA6-C286-4B62-AE88-9ADDB2ECE228}">
      <dgm:prSet phldrT="[Text]"/>
      <dgm:spPr/>
      <dgm:t>
        <a:bodyPr/>
        <a:lstStyle/>
        <a:p>
          <a:r>
            <a:rPr lang="en-US" dirty="0"/>
            <a:t>Hand Crafted Rules</a:t>
          </a:r>
        </a:p>
      </dgm:t>
    </dgm:pt>
    <dgm:pt modelId="{60201A41-10C2-4BB6-94EE-248FEDB4D369}" type="parTrans" cxnId="{349EF9B1-19FE-47C1-AA0B-428B287E840C}">
      <dgm:prSet/>
      <dgm:spPr/>
      <dgm:t>
        <a:bodyPr/>
        <a:lstStyle/>
        <a:p>
          <a:endParaRPr lang="en-US"/>
        </a:p>
      </dgm:t>
    </dgm:pt>
    <dgm:pt modelId="{365E1517-4E84-4793-A8DC-321A02AFD4EE}" type="sibTrans" cxnId="{349EF9B1-19FE-47C1-AA0B-428B287E840C}">
      <dgm:prSet/>
      <dgm:spPr/>
      <dgm:t>
        <a:bodyPr/>
        <a:lstStyle/>
        <a:p>
          <a:endParaRPr lang="en-US"/>
        </a:p>
      </dgm:t>
    </dgm:pt>
    <dgm:pt modelId="{F9B1CDB3-1941-4050-8192-6DF849BDA655}">
      <dgm:prSet phldrT="[Text]"/>
      <dgm:spPr/>
      <dgm:t>
        <a:bodyPr/>
        <a:lstStyle/>
        <a:p>
          <a:r>
            <a:rPr lang="en-US" dirty="0"/>
            <a:t>Histogram Equalization (HE)</a:t>
          </a:r>
        </a:p>
      </dgm:t>
    </dgm:pt>
    <dgm:pt modelId="{CA08BF2C-F7D8-4132-94F9-DD57C6894746}" type="parTrans" cxnId="{19A8FF86-AB5B-4BEE-88FE-49929FE909D1}">
      <dgm:prSet/>
      <dgm:spPr/>
      <dgm:t>
        <a:bodyPr/>
        <a:lstStyle/>
        <a:p>
          <a:endParaRPr lang="en-US"/>
        </a:p>
      </dgm:t>
    </dgm:pt>
    <dgm:pt modelId="{78AD4283-EA67-4968-B304-ACE147A1EA41}" type="sibTrans" cxnId="{19A8FF86-AB5B-4BEE-88FE-49929FE909D1}">
      <dgm:prSet/>
      <dgm:spPr/>
      <dgm:t>
        <a:bodyPr/>
        <a:lstStyle/>
        <a:p>
          <a:endParaRPr lang="en-US"/>
        </a:p>
      </dgm:t>
    </dgm:pt>
    <dgm:pt modelId="{3F1A5419-4F7D-4AFF-8616-9AAE90759C33}">
      <dgm:prSet phldrT="[Text]"/>
      <dgm:spPr/>
      <dgm:t>
        <a:bodyPr/>
        <a:lstStyle/>
        <a:p>
          <a:r>
            <a:rPr lang="en-US" dirty="0" err="1"/>
            <a:t>Retinex</a:t>
          </a:r>
          <a:r>
            <a:rPr lang="en-US" dirty="0"/>
            <a:t> Theory</a:t>
          </a:r>
        </a:p>
      </dgm:t>
    </dgm:pt>
    <dgm:pt modelId="{B8244063-B29C-4B2D-8F54-BDCB666EC2C9}" type="parTrans" cxnId="{B49A1A54-2902-4F8F-9A11-ACDFCED6458A}">
      <dgm:prSet/>
      <dgm:spPr/>
      <dgm:t>
        <a:bodyPr/>
        <a:lstStyle/>
        <a:p>
          <a:endParaRPr lang="en-US"/>
        </a:p>
      </dgm:t>
    </dgm:pt>
    <dgm:pt modelId="{03A39BA8-0B6D-477D-8969-9DA8AF47E137}" type="sibTrans" cxnId="{B49A1A54-2902-4F8F-9A11-ACDFCED6458A}">
      <dgm:prSet/>
      <dgm:spPr/>
      <dgm:t>
        <a:bodyPr/>
        <a:lstStyle/>
        <a:p>
          <a:endParaRPr lang="en-US"/>
        </a:p>
      </dgm:t>
    </dgm:pt>
    <dgm:pt modelId="{5FE141CB-E89F-4EAE-A2A9-332D106A8B1B}">
      <dgm:prSet phldrT="[Text]"/>
      <dgm:spPr/>
      <dgm:t>
        <a:bodyPr/>
        <a:lstStyle/>
        <a:p>
          <a:r>
            <a:rPr lang="en-US" dirty="0"/>
            <a:t>Learning</a:t>
          </a:r>
        </a:p>
      </dgm:t>
    </dgm:pt>
    <dgm:pt modelId="{486D35FC-4606-4952-9506-CCD44550BADF}" type="parTrans" cxnId="{0FDDAFDA-726E-4224-92BF-E8C72A8B0C61}">
      <dgm:prSet/>
      <dgm:spPr/>
      <dgm:t>
        <a:bodyPr/>
        <a:lstStyle/>
        <a:p>
          <a:endParaRPr lang="en-US"/>
        </a:p>
      </dgm:t>
    </dgm:pt>
    <dgm:pt modelId="{8E1F43D2-C3C5-4F53-8B05-0CB46B4513D2}" type="sibTrans" cxnId="{0FDDAFDA-726E-4224-92BF-E8C72A8B0C61}">
      <dgm:prSet/>
      <dgm:spPr/>
      <dgm:t>
        <a:bodyPr/>
        <a:lstStyle/>
        <a:p>
          <a:endParaRPr lang="en-US"/>
        </a:p>
      </dgm:t>
    </dgm:pt>
    <dgm:pt modelId="{B6C7496E-4CB6-4D5A-A848-424298CFE4A9}">
      <dgm:prSet phldrT="[Text]"/>
      <dgm:spPr/>
      <dgm:t>
        <a:bodyPr/>
        <a:lstStyle/>
        <a:p>
          <a:r>
            <a:rPr lang="en-US" dirty="0"/>
            <a:t>Supervised</a:t>
          </a:r>
        </a:p>
      </dgm:t>
    </dgm:pt>
    <dgm:pt modelId="{5452A50A-908D-491F-AB62-404EA66B1815}" type="parTrans" cxnId="{CF7ED9A3-51C5-4A3B-9BD2-49EA94CE5E89}">
      <dgm:prSet/>
      <dgm:spPr/>
      <dgm:t>
        <a:bodyPr/>
        <a:lstStyle/>
        <a:p>
          <a:endParaRPr lang="en-US"/>
        </a:p>
      </dgm:t>
    </dgm:pt>
    <dgm:pt modelId="{E7DB72F7-DC4C-4C13-8777-3D532CCEDC3F}" type="sibTrans" cxnId="{CF7ED9A3-51C5-4A3B-9BD2-49EA94CE5E89}">
      <dgm:prSet/>
      <dgm:spPr/>
      <dgm:t>
        <a:bodyPr/>
        <a:lstStyle/>
        <a:p>
          <a:endParaRPr lang="en-US"/>
        </a:p>
      </dgm:t>
    </dgm:pt>
    <dgm:pt modelId="{737D30A4-18B8-4623-97A0-77C824EFFE67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2FB711A0-D8D5-41AC-8AC7-5D0B78508B6C}" type="parTrans" cxnId="{2A9EB687-C884-4D4B-B14B-DA052D000D4B}">
      <dgm:prSet/>
      <dgm:spPr/>
      <dgm:t>
        <a:bodyPr/>
        <a:lstStyle/>
        <a:p>
          <a:endParaRPr lang="en-US"/>
        </a:p>
      </dgm:t>
    </dgm:pt>
    <dgm:pt modelId="{0FE68FF2-6F84-4987-B8B5-0870A688F336}" type="sibTrans" cxnId="{2A9EB687-C884-4D4B-B14B-DA052D000D4B}">
      <dgm:prSet/>
      <dgm:spPr/>
      <dgm:t>
        <a:bodyPr/>
        <a:lstStyle/>
        <a:p>
          <a:endParaRPr lang="en-US"/>
        </a:p>
      </dgm:t>
    </dgm:pt>
    <dgm:pt modelId="{C709A0A9-E9E8-482B-9ED1-5965ADB94DA2}">
      <dgm:prSet phldrT="[Text]"/>
      <dgm:spPr/>
      <dgm:t>
        <a:bodyPr/>
        <a:lstStyle/>
        <a:p>
          <a:r>
            <a:rPr lang="en-US" dirty="0"/>
            <a:t>Semi-supervised</a:t>
          </a:r>
        </a:p>
      </dgm:t>
    </dgm:pt>
    <dgm:pt modelId="{00D0CE48-D756-4858-8E57-6C61D6FAA1B2}" type="parTrans" cxnId="{5D31F881-105E-4588-BA8C-4152D47E99FC}">
      <dgm:prSet/>
      <dgm:spPr/>
      <dgm:t>
        <a:bodyPr/>
        <a:lstStyle/>
        <a:p>
          <a:endParaRPr lang="en-US"/>
        </a:p>
      </dgm:t>
    </dgm:pt>
    <dgm:pt modelId="{C1460C8B-513E-4EB9-BFEA-4CE048283CE1}" type="sibTrans" cxnId="{5D31F881-105E-4588-BA8C-4152D47E99FC}">
      <dgm:prSet/>
      <dgm:spPr/>
      <dgm:t>
        <a:bodyPr/>
        <a:lstStyle/>
        <a:p>
          <a:endParaRPr lang="en-US"/>
        </a:p>
      </dgm:t>
    </dgm:pt>
    <dgm:pt modelId="{4266029E-BD58-4805-AC6D-EF307225714F}">
      <dgm:prSet phldrT="[Text]"/>
      <dgm:spPr/>
      <dgm:t>
        <a:bodyPr/>
        <a:lstStyle/>
        <a:p>
          <a:r>
            <a:rPr lang="en-US" dirty="0"/>
            <a:t>Other methods</a:t>
          </a:r>
        </a:p>
      </dgm:t>
    </dgm:pt>
    <dgm:pt modelId="{AA5221FF-F7D1-4042-87E1-F0E436BFA649}" type="parTrans" cxnId="{2B59A699-29DC-461A-A11C-614944DA99E7}">
      <dgm:prSet/>
      <dgm:spPr/>
      <dgm:t>
        <a:bodyPr/>
        <a:lstStyle/>
        <a:p>
          <a:endParaRPr lang="en-US"/>
        </a:p>
      </dgm:t>
    </dgm:pt>
    <dgm:pt modelId="{8E76C15F-77C7-4D0E-B68F-47E5D32D663D}" type="sibTrans" cxnId="{2B59A699-29DC-461A-A11C-614944DA99E7}">
      <dgm:prSet/>
      <dgm:spPr/>
      <dgm:t>
        <a:bodyPr/>
        <a:lstStyle/>
        <a:p>
          <a:endParaRPr lang="en-US"/>
        </a:p>
      </dgm:t>
    </dgm:pt>
    <dgm:pt modelId="{73E4578C-CF1F-4048-87D1-3F0C6E0AA2FB}" type="pres">
      <dgm:prSet presAssocID="{9019E8E7-4E86-4821-A8B6-070A5A6CB1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DCB082-B05E-4C94-9222-212ACA80043D}" type="pres">
      <dgm:prSet presAssocID="{73B69528-E019-4B2E-9126-4EEB33ACBD40}" presName="hierRoot1" presStyleCnt="0"/>
      <dgm:spPr/>
    </dgm:pt>
    <dgm:pt modelId="{E395642F-5F57-4DC3-BD56-994D2E64072E}" type="pres">
      <dgm:prSet presAssocID="{73B69528-E019-4B2E-9126-4EEB33ACBD40}" presName="composite" presStyleCnt="0"/>
      <dgm:spPr/>
    </dgm:pt>
    <dgm:pt modelId="{8C1469E6-21C1-4496-B1BD-C5B9FB31144F}" type="pres">
      <dgm:prSet presAssocID="{73B69528-E019-4B2E-9126-4EEB33ACBD40}" presName="background" presStyleLbl="node0" presStyleIdx="0" presStyleCnt="1"/>
      <dgm:spPr/>
    </dgm:pt>
    <dgm:pt modelId="{F4CF985B-A482-4F03-B9FC-F2087F4985B0}" type="pres">
      <dgm:prSet presAssocID="{73B69528-E019-4B2E-9126-4EEB33ACBD40}" presName="text" presStyleLbl="fgAcc0" presStyleIdx="0" presStyleCnt="1">
        <dgm:presLayoutVars>
          <dgm:chPref val="3"/>
        </dgm:presLayoutVars>
      </dgm:prSet>
      <dgm:spPr/>
    </dgm:pt>
    <dgm:pt modelId="{DF3900A0-3FAD-4681-9AB3-8A8EF02E1765}" type="pres">
      <dgm:prSet presAssocID="{73B69528-E019-4B2E-9126-4EEB33ACBD40}" presName="hierChild2" presStyleCnt="0"/>
      <dgm:spPr/>
    </dgm:pt>
    <dgm:pt modelId="{BE4B1407-4E32-4593-B172-FD2D9EAE000B}" type="pres">
      <dgm:prSet presAssocID="{60201A41-10C2-4BB6-94EE-248FEDB4D369}" presName="Name10" presStyleLbl="parChTrans1D2" presStyleIdx="0" presStyleCnt="2"/>
      <dgm:spPr/>
    </dgm:pt>
    <dgm:pt modelId="{4874A0B0-58F5-4DF9-A126-49BC4D5C899C}" type="pres">
      <dgm:prSet presAssocID="{06405FA6-C286-4B62-AE88-9ADDB2ECE228}" presName="hierRoot2" presStyleCnt="0"/>
      <dgm:spPr/>
    </dgm:pt>
    <dgm:pt modelId="{E645467C-B18F-4F74-A1F8-B61DAE1D244F}" type="pres">
      <dgm:prSet presAssocID="{06405FA6-C286-4B62-AE88-9ADDB2ECE228}" presName="composite2" presStyleCnt="0"/>
      <dgm:spPr/>
    </dgm:pt>
    <dgm:pt modelId="{C6D3DFB5-2C4F-4951-ABFB-002B4782E3E7}" type="pres">
      <dgm:prSet presAssocID="{06405FA6-C286-4B62-AE88-9ADDB2ECE228}" presName="background2" presStyleLbl="node2" presStyleIdx="0" presStyleCnt="2"/>
      <dgm:spPr/>
    </dgm:pt>
    <dgm:pt modelId="{6BB3C1D7-B01F-41C0-8A94-7C44DE6FB64C}" type="pres">
      <dgm:prSet presAssocID="{06405FA6-C286-4B62-AE88-9ADDB2ECE228}" presName="text2" presStyleLbl="fgAcc2" presStyleIdx="0" presStyleCnt="2" custScaleX="150666">
        <dgm:presLayoutVars>
          <dgm:chPref val="3"/>
        </dgm:presLayoutVars>
      </dgm:prSet>
      <dgm:spPr/>
    </dgm:pt>
    <dgm:pt modelId="{510A13E2-1501-496F-8E6B-4ED6746ECEFC}" type="pres">
      <dgm:prSet presAssocID="{06405FA6-C286-4B62-AE88-9ADDB2ECE228}" presName="hierChild3" presStyleCnt="0"/>
      <dgm:spPr/>
    </dgm:pt>
    <dgm:pt modelId="{C75A6690-AAC1-4288-9463-BA04F2F42816}" type="pres">
      <dgm:prSet presAssocID="{CA08BF2C-F7D8-4132-94F9-DD57C6894746}" presName="Name17" presStyleLbl="parChTrans1D3" presStyleIdx="0" presStyleCnt="6"/>
      <dgm:spPr/>
    </dgm:pt>
    <dgm:pt modelId="{07003243-16CF-4DCD-AD76-49D246DE27E5}" type="pres">
      <dgm:prSet presAssocID="{F9B1CDB3-1941-4050-8192-6DF849BDA655}" presName="hierRoot3" presStyleCnt="0"/>
      <dgm:spPr/>
    </dgm:pt>
    <dgm:pt modelId="{4CC353C0-C7F7-4FAA-ACA4-5C5E1EC270E6}" type="pres">
      <dgm:prSet presAssocID="{F9B1CDB3-1941-4050-8192-6DF849BDA655}" presName="composite3" presStyleCnt="0"/>
      <dgm:spPr/>
    </dgm:pt>
    <dgm:pt modelId="{B6614825-30C4-45F2-A77D-818F6EAE04FD}" type="pres">
      <dgm:prSet presAssocID="{F9B1CDB3-1941-4050-8192-6DF849BDA655}" presName="background3" presStyleLbl="node3" presStyleIdx="0" presStyleCnt="6"/>
      <dgm:spPr/>
    </dgm:pt>
    <dgm:pt modelId="{6BFF4249-C516-425D-9CFB-D5BB3CE2038E}" type="pres">
      <dgm:prSet presAssocID="{F9B1CDB3-1941-4050-8192-6DF849BDA655}" presName="text3" presStyleLbl="fgAcc3" presStyleIdx="0" presStyleCnt="6">
        <dgm:presLayoutVars>
          <dgm:chPref val="3"/>
        </dgm:presLayoutVars>
      </dgm:prSet>
      <dgm:spPr/>
    </dgm:pt>
    <dgm:pt modelId="{D68014DA-13B1-41E9-BE3D-86A6134C9FAF}" type="pres">
      <dgm:prSet presAssocID="{F9B1CDB3-1941-4050-8192-6DF849BDA655}" presName="hierChild4" presStyleCnt="0"/>
      <dgm:spPr/>
    </dgm:pt>
    <dgm:pt modelId="{B13D19D1-48E1-41E6-B696-2DCDC2559886}" type="pres">
      <dgm:prSet presAssocID="{B8244063-B29C-4B2D-8F54-BDCB666EC2C9}" presName="Name17" presStyleLbl="parChTrans1D3" presStyleIdx="1" presStyleCnt="6"/>
      <dgm:spPr/>
    </dgm:pt>
    <dgm:pt modelId="{082CC206-7EEB-4EAC-9DB4-35666BECA96D}" type="pres">
      <dgm:prSet presAssocID="{3F1A5419-4F7D-4AFF-8616-9AAE90759C33}" presName="hierRoot3" presStyleCnt="0"/>
      <dgm:spPr/>
    </dgm:pt>
    <dgm:pt modelId="{FA9A32B4-71A6-47B5-A8BB-32973CDB74B3}" type="pres">
      <dgm:prSet presAssocID="{3F1A5419-4F7D-4AFF-8616-9AAE90759C33}" presName="composite3" presStyleCnt="0"/>
      <dgm:spPr/>
    </dgm:pt>
    <dgm:pt modelId="{8A9EEE43-EA3F-4AD7-9625-94E48EF7953A}" type="pres">
      <dgm:prSet presAssocID="{3F1A5419-4F7D-4AFF-8616-9AAE90759C33}" presName="background3" presStyleLbl="node3" presStyleIdx="1" presStyleCnt="6"/>
      <dgm:spPr/>
    </dgm:pt>
    <dgm:pt modelId="{EEC78141-4629-4009-940C-E94709A1DA50}" type="pres">
      <dgm:prSet presAssocID="{3F1A5419-4F7D-4AFF-8616-9AAE90759C33}" presName="text3" presStyleLbl="fgAcc3" presStyleIdx="1" presStyleCnt="6">
        <dgm:presLayoutVars>
          <dgm:chPref val="3"/>
        </dgm:presLayoutVars>
      </dgm:prSet>
      <dgm:spPr/>
    </dgm:pt>
    <dgm:pt modelId="{C1EFD073-F61E-49B4-94F5-0ACE332C2AAB}" type="pres">
      <dgm:prSet presAssocID="{3F1A5419-4F7D-4AFF-8616-9AAE90759C33}" presName="hierChild4" presStyleCnt="0"/>
      <dgm:spPr/>
    </dgm:pt>
    <dgm:pt modelId="{391F8255-D50D-4DCC-8B2C-2D34EFD53010}" type="pres">
      <dgm:prSet presAssocID="{AA5221FF-F7D1-4042-87E1-F0E436BFA649}" presName="Name17" presStyleLbl="parChTrans1D3" presStyleIdx="2" presStyleCnt="6"/>
      <dgm:spPr/>
    </dgm:pt>
    <dgm:pt modelId="{E9BEB795-644C-4C7A-AEA5-A1EA418F2DAA}" type="pres">
      <dgm:prSet presAssocID="{4266029E-BD58-4805-AC6D-EF307225714F}" presName="hierRoot3" presStyleCnt="0"/>
      <dgm:spPr/>
    </dgm:pt>
    <dgm:pt modelId="{DEF2EDB8-A497-456C-BC6C-C3BD164FCB7B}" type="pres">
      <dgm:prSet presAssocID="{4266029E-BD58-4805-AC6D-EF307225714F}" presName="composite3" presStyleCnt="0"/>
      <dgm:spPr/>
    </dgm:pt>
    <dgm:pt modelId="{8ECBE4A4-777E-4DA5-AADF-D59A2A343862}" type="pres">
      <dgm:prSet presAssocID="{4266029E-BD58-4805-AC6D-EF307225714F}" presName="background3" presStyleLbl="node3" presStyleIdx="2" presStyleCnt="6"/>
      <dgm:spPr/>
    </dgm:pt>
    <dgm:pt modelId="{5E830C93-DAD9-4CC9-9CF7-DA1359DF4E94}" type="pres">
      <dgm:prSet presAssocID="{4266029E-BD58-4805-AC6D-EF307225714F}" presName="text3" presStyleLbl="fgAcc3" presStyleIdx="2" presStyleCnt="6">
        <dgm:presLayoutVars>
          <dgm:chPref val="3"/>
        </dgm:presLayoutVars>
      </dgm:prSet>
      <dgm:spPr/>
    </dgm:pt>
    <dgm:pt modelId="{4EBA1C15-1801-40D6-8F00-442CDC286FAB}" type="pres">
      <dgm:prSet presAssocID="{4266029E-BD58-4805-AC6D-EF307225714F}" presName="hierChild4" presStyleCnt="0"/>
      <dgm:spPr/>
    </dgm:pt>
    <dgm:pt modelId="{2A1444F3-A9E1-4251-8120-E8EFBE28A593}" type="pres">
      <dgm:prSet presAssocID="{486D35FC-4606-4952-9506-CCD44550BADF}" presName="Name10" presStyleLbl="parChTrans1D2" presStyleIdx="1" presStyleCnt="2"/>
      <dgm:spPr/>
    </dgm:pt>
    <dgm:pt modelId="{E1688E60-5AFB-4C31-BB5D-B82208BF8EE2}" type="pres">
      <dgm:prSet presAssocID="{5FE141CB-E89F-4EAE-A2A9-332D106A8B1B}" presName="hierRoot2" presStyleCnt="0"/>
      <dgm:spPr/>
    </dgm:pt>
    <dgm:pt modelId="{9796D322-9EED-4141-9331-36939F83EDC7}" type="pres">
      <dgm:prSet presAssocID="{5FE141CB-E89F-4EAE-A2A9-332D106A8B1B}" presName="composite2" presStyleCnt="0"/>
      <dgm:spPr/>
    </dgm:pt>
    <dgm:pt modelId="{59474F24-E888-4275-934F-F86DA1305216}" type="pres">
      <dgm:prSet presAssocID="{5FE141CB-E89F-4EAE-A2A9-332D106A8B1B}" presName="background2" presStyleLbl="node2" presStyleIdx="1" presStyleCnt="2"/>
      <dgm:spPr/>
    </dgm:pt>
    <dgm:pt modelId="{8EF6F87C-6CDE-47E5-A0EF-FD92E5081A36}" type="pres">
      <dgm:prSet presAssocID="{5FE141CB-E89F-4EAE-A2A9-332D106A8B1B}" presName="text2" presStyleLbl="fgAcc2" presStyleIdx="1" presStyleCnt="2">
        <dgm:presLayoutVars>
          <dgm:chPref val="3"/>
        </dgm:presLayoutVars>
      </dgm:prSet>
      <dgm:spPr/>
    </dgm:pt>
    <dgm:pt modelId="{739071C9-F984-4807-AA42-A8B3793BCD04}" type="pres">
      <dgm:prSet presAssocID="{5FE141CB-E89F-4EAE-A2A9-332D106A8B1B}" presName="hierChild3" presStyleCnt="0"/>
      <dgm:spPr/>
    </dgm:pt>
    <dgm:pt modelId="{E6CF2AC4-3E06-4437-897A-AB3000F2C92C}" type="pres">
      <dgm:prSet presAssocID="{5452A50A-908D-491F-AB62-404EA66B1815}" presName="Name17" presStyleLbl="parChTrans1D3" presStyleIdx="3" presStyleCnt="6"/>
      <dgm:spPr/>
    </dgm:pt>
    <dgm:pt modelId="{8EA69ABF-0EE0-470A-B15A-43D65ACAF9FB}" type="pres">
      <dgm:prSet presAssocID="{B6C7496E-4CB6-4D5A-A848-424298CFE4A9}" presName="hierRoot3" presStyleCnt="0"/>
      <dgm:spPr/>
    </dgm:pt>
    <dgm:pt modelId="{5AB35B31-D3AE-4904-B2A8-6F8A39FB6919}" type="pres">
      <dgm:prSet presAssocID="{B6C7496E-4CB6-4D5A-A848-424298CFE4A9}" presName="composite3" presStyleCnt="0"/>
      <dgm:spPr/>
    </dgm:pt>
    <dgm:pt modelId="{69CBED36-6734-43B6-8310-1C58D81E424D}" type="pres">
      <dgm:prSet presAssocID="{B6C7496E-4CB6-4D5A-A848-424298CFE4A9}" presName="background3" presStyleLbl="node3" presStyleIdx="3" presStyleCnt="6"/>
      <dgm:spPr/>
    </dgm:pt>
    <dgm:pt modelId="{17CCC18B-132E-4E83-B384-D15F3BE15EE7}" type="pres">
      <dgm:prSet presAssocID="{B6C7496E-4CB6-4D5A-A848-424298CFE4A9}" presName="text3" presStyleLbl="fgAcc3" presStyleIdx="3" presStyleCnt="6">
        <dgm:presLayoutVars>
          <dgm:chPref val="3"/>
        </dgm:presLayoutVars>
      </dgm:prSet>
      <dgm:spPr/>
    </dgm:pt>
    <dgm:pt modelId="{7B708A4A-D727-4071-AC66-E8A55138F809}" type="pres">
      <dgm:prSet presAssocID="{B6C7496E-4CB6-4D5A-A848-424298CFE4A9}" presName="hierChild4" presStyleCnt="0"/>
      <dgm:spPr/>
    </dgm:pt>
    <dgm:pt modelId="{63898A6F-2B12-4FFE-B0D0-8532C923AA00}" type="pres">
      <dgm:prSet presAssocID="{2FB711A0-D8D5-41AC-8AC7-5D0B78508B6C}" presName="Name17" presStyleLbl="parChTrans1D3" presStyleIdx="4" presStyleCnt="6"/>
      <dgm:spPr/>
    </dgm:pt>
    <dgm:pt modelId="{A8B629D7-C8AF-4321-98AD-C8F3124FFFAC}" type="pres">
      <dgm:prSet presAssocID="{737D30A4-18B8-4623-97A0-77C824EFFE67}" presName="hierRoot3" presStyleCnt="0"/>
      <dgm:spPr/>
    </dgm:pt>
    <dgm:pt modelId="{90EE0541-C382-490D-AAA1-CFF373E43B50}" type="pres">
      <dgm:prSet presAssocID="{737D30A4-18B8-4623-97A0-77C824EFFE67}" presName="composite3" presStyleCnt="0"/>
      <dgm:spPr/>
    </dgm:pt>
    <dgm:pt modelId="{A399198D-9D62-4107-8A9D-6C9AAAC6F3F8}" type="pres">
      <dgm:prSet presAssocID="{737D30A4-18B8-4623-97A0-77C824EFFE67}" presName="background3" presStyleLbl="node3" presStyleIdx="4" presStyleCnt="6"/>
      <dgm:spPr/>
    </dgm:pt>
    <dgm:pt modelId="{99CE5188-5397-45A1-B064-865A63FBE262}" type="pres">
      <dgm:prSet presAssocID="{737D30A4-18B8-4623-97A0-77C824EFFE67}" presName="text3" presStyleLbl="fgAcc3" presStyleIdx="4" presStyleCnt="6">
        <dgm:presLayoutVars>
          <dgm:chPref val="3"/>
        </dgm:presLayoutVars>
      </dgm:prSet>
      <dgm:spPr/>
    </dgm:pt>
    <dgm:pt modelId="{1CDA7ADE-3FA2-4BD2-A03C-6A529909AC8A}" type="pres">
      <dgm:prSet presAssocID="{737D30A4-18B8-4623-97A0-77C824EFFE67}" presName="hierChild4" presStyleCnt="0"/>
      <dgm:spPr/>
    </dgm:pt>
    <dgm:pt modelId="{7CC0455C-B963-4B55-A88B-AC0A8D49C330}" type="pres">
      <dgm:prSet presAssocID="{00D0CE48-D756-4858-8E57-6C61D6FAA1B2}" presName="Name17" presStyleLbl="parChTrans1D3" presStyleIdx="5" presStyleCnt="6"/>
      <dgm:spPr/>
    </dgm:pt>
    <dgm:pt modelId="{44E6390A-9FC2-4090-8777-268DECBCC902}" type="pres">
      <dgm:prSet presAssocID="{C709A0A9-E9E8-482B-9ED1-5965ADB94DA2}" presName="hierRoot3" presStyleCnt="0"/>
      <dgm:spPr/>
    </dgm:pt>
    <dgm:pt modelId="{3C1D27B6-4D05-4461-9E60-1AD5F900A6D3}" type="pres">
      <dgm:prSet presAssocID="{C709A0A9-E9E8-482B-9ED1-5965ADB94DA2}" presName="composite3" presStyleCnt="0"/>
      <dgm:spPr/>
    </dgm:pt>
    <dgm:pt modelId="{1736A74C-677B-40F4-BEA4-951F680C85DA}" type="pres">
      <dgm:prSet presAssocID="{C709A0A9-E9E8-482B-9ED1-5965ADB94DA2}" presName="background3" presStyleLbl="node3" presStyleIdx="5" presStyleCnt="6"/>
      <dgm:spPr/>
    </dgm:pt>
    <dgm:pt modelId="{113245FF-436A-4DB5-A2F2-D0F6659BBAE7}" type="pres">
      <dgm:prSet presAssocID="{C709A0A9-E9E8-482B-9ED1-5965ADB94DA2}" presName="text3" presStyleLbl="fgAcc3" presStyleIdx="5" presStyleCnt="6">
        <dgm:presLayoutVars>
          <dgm:chPref val="3"/>
        </dgm:presLayoutVars>
      </dgm:prSet>
      <dgm:spPr/>
    </dgm:pt>
    <dgm:pt modelId="{86D72C9E-9857-4DAB-AFED-C52622FD0D34}" type="pres">
      <dgm:prSet presAssocID="{C709A0A9-E9E8-482B-9ED1-5965ADB94DA2}" presName="hierChild4" presStyleCnt="0"/>
      <dgm:spPr/>
    </dgm:pt>
  </dgm:ptLst>
  <dgm:cxnLst>
    <dgm:cxn modelId="{A50E9F04-95BA-4720-B777-31B623351FB6}" type="presOf" srcId="{CA08BF2C-F7D8-4132-94F9-DD57C6894746}" destId="{C75A6690-AAC1-4288-9463-BA04F2F42816}" srcOrd="0" destOrd="0" presId="urn:microsoft.com/office/officeart/2005/8/layout/hierarchy1"/>
    <dgm:cxn modelId="{869B1E1F-F5B8-413F-8FD1-119015DB4A7F}" type="presOf" srcId="{B8244063-B29C-4B2D-8F54-BDCB666EC2C9}" destId="{B13D19D1-48E1-41E6-B696-2DCDC2559886}" srcOrd="0" destOrd="0" presId="urn:microsoft.com/office/officeart/2005/8/layout/hierarchy1"/>
    <dgm:cxn modelId="{28E65D33-CF70-41E7-A081-A331BC00D46E}" type="presOf" srcId="{B6C7496E-4CB6-4D5A-A848-424298CFE4A9}" destId="{17CCC18B-132E-4E83-B384-D15F3BE15EE7}" srcOrd="0" destOrd="0" presId="urn:microsoft.com/office/officeart/2005/8/layout/hierarchy1"/>
    <dgm:cxn modelId="{3AC4D735-A055-4906-B1E9-33E0D40EDA39}" type="presOf" srcId="{C709A0A9-E9E8-482B-9ED1-5965ADB94DA2}" destId="{113245FF-436A-4DB5-A2F2-D0F6659BBAE7}" srcOrd="0" destOrd="0" presId="urn:microsoft.com/office/officeart/2005/8/layout/hierarchy1"/>
    <dgm:cxn modelId="{7F2F883B-E02B-4E05-934C-657D86672F2B}" type="presOf" srcId="{4266029E-BD58-4805-AC6D-EF307225714F}" destId="{5E830C93-DAD9-4CC9-9CF7-DA1359DF4E94}" srcOrd="0" destOrd="0" presId="urn:microsoft.com/office/officeart/2005/8/layout/hierarchy1"/>
    <dgm:cxn modelId="{DC024267-A109-4E69-BB71-F7782B0B4BA5}" type="presOf" srcId="{2FB711A0-D8D5-41AC-8AC7-5D0B78508B6C}" destId="{63898A6F-2B12-4FFE-B0D0-8532C923AA00}" srcOrd="0" destOrd="0" presId="urn:microsoft.com/office/officeart/2005/8/layout/hierarchy1"/>
    <dgm:cxn modelId="{13AD3769-2E66-479B-93C7-5CAC0A394DFE}" type="presOf" srcId="{60201A41-10C2-4BB6-94EE-248FEDB4D369}" destId="{BE4B1407-4E32-4593-B172-FD2D9EAE000B}" srcOrd="0" destOrd="0" presId="urn:microsoft.com/office/officeart/2005/8/layout/hierarchy1"/>
    <dgm:cxn modelId="{B49A1A54-2902-4F8F-9A11-ACDFCED6458A}" srcId="{06405FA6-C286-4B62-AE88-9ADDB2ECE228}" destId="{3F1A5419-4F7D-4AFF-8616-9AAE90759C33}" srcOrd="1" destOrd="0" parTransId="{B8244063-B29C-4B2D-8F54-BDCB666EC2C9}" sibTransId="{03A39BA8-0B6D-477D-8969-9DA8AF47E137}"/>
    <dgm:cxn modelId="{D6755F57-138C-447E-8411-A2EC33ABF968}" type="presOf" srcId="{3F1A5419-4F7D-4AFF-8616-9AAE90759C33}" destId="{EEC78141-4629-4009-940C-E94709A1DA50}" srcOrd="0" destOrd="0" presId="urn:microsoft.com/office/officeart/2005/8/layout/hierarchy1"/>
    <dgm:cxn modelId="{58421181-2D12-46F1-BCD5-132EC0C19859}" type="presOf" srcId="{AA5221FF-F7D1-4042-87E1-F0E436BFA649}" destId="{391F8255-D50D-4DCC-8B2C-2D34EFD53010}" srcOrd="0" destOrd="0" presId="urn:microsoft.com/office/officeart/2005/8/layout/hierarchy1"/>
    <dgm:cxn modelId="{5D31F881-105E-4588-BA8C-4152D47E99FC}" srcId="{5FE141CB-E89F-4EAE-A2A9-332D106A8B1B}" destId="{C709A0A9-E9E8-482B-9ED1-5965ADB94DA2}" srcOrd="2" destOrd="0" parTransId="{00D0CE48-D756-4858-8E57-6C61D6FAA1B2}" sibTransId="{C1460C8B-513E-4EB9-BFEA-4CE048283CE1}"/>
    <dgm:cxn modelId="{19A8FF86-AB5B-4BEE-88FE-49929FE909D1}" srcId="{06405FA6-C286-4B62-AE88-9ADDB2ECE228}" destId="{F9B1CDB3-1941-4050-8192-6DF849BDA655}" srcOrd="0" destOrd="0" parTransId="{CA08BF2C-F7D8-4132-94F9-DD57C6894746}" sibTransId="{78AD4283-EA67-4968-B304-ACE147A1EA41}"/>
    <dgm:cxn modelId="{2A9EB687-C884-4D4B-B14B-DA052D000D4B}" srcId="{5FE141CB-E89F-4EAE-A2A9-332D106A8B1B}" destId="{737D30A4-18B8-4623-97A0-77C824EFFE67}" srcOrd="1" destOrd="0" parTransId="{2FB711A0-D8D5-41AC-8AC7-5D0B78508B6C}" sibTransId="{0FE68FF2-6F84-4987-B8B5-0870A688F336}"/>
    <dgm:cxn modelId="{2B59A699-29DC-461A-A11C-614944DA99E7}" srcId="{06405FA6-C286-4B62-AE88-9ADDB2ECE228}" destId="{4266029E-BD58-4805-AC6D-EF307225714F}" srcOrd="2" destOrd="0" parTransId="{AA5221FF-F7D1-4042-87E1-F0E436BFA649}" sibTransId="{8E76C15F-77C7-4D0E-B68F-47E5D32D663D}"/>
    <dgm:cxn modelId="{66C4CC9F-D48D-4481-AB56-FF41F446FFCC}" type="presOf" srcId="{F9B1CDB3-1941-4050-8192-6DF849BDA655}" destId="{6BFF4249-C516-425D-9CFB-D5BB3CE2038E}" srcOrd="0" destOrd="0" presId="urn:microsoft.com/office/officeart/2005/8/layout/hierarchy1"/>
    <dgm:cxn modelId="{CF7ED9A3-51C5-4A3B-9BD2-49EA94CE5E89}" srcId="{5FE141CB-E89F-4EAE-A2A9-332D106A8B1B}" destId="{B6C7496E-4CB6-4D5A-A848-424298CFE4A9}" srcOrd="0" destOrd="0" parTransId="{5452A50A-908D-491F-AB62-404EA66B1815}" sibTransId="{E7DB72F7-DC4C-4C13-8777-3D532CCEDC3F}"/>
    <dgm:cxn modelId="{349EF9B1-19FE-47C1-AA0B-428B287E840C}" srcId="{73B69528-E019-4B2E-9126-4EEB33ACBD40}" destId="{06405FA6-C286-4B62-AE88-9ADDB2ECE228}" srcOrd="0" destOrd="0" parTransId="{60201A41-10C2-4BB6-94EE-248FEDB4D369}" sibTransId="{365E1517-4E84-4793-A8DC-321A02AFD4EE}"/>
    <dgm:cxn modelId="{2AE070B5-889A-4F41-BC18-F35B26A0C484}" type="presOf" srcId="{9019E8E7-4E86-4821-A8B6-070A5A6CB108}" destId="{73E4578C-CF1F-4048-87D1-3F0C6E0AA2FB}" srcOrd="0" destOrd="0" presId="urn:microsoft.com/office/officeart/2005/8/layout/hierarchy1"/>
    <dgm:cxn modelId="{675AEEB8-5926-48E5-AAA5-BAF59D20F446}" type="presOf" srcId="{737D30A4-18B8-4623-97A0-77C824EFFE67}" destId="{99CE5188-5397-45A1-B064-865A63FBE262}" srcOrd="0" destOrd="0" presId="urn:microsoft.com/office/officeart/2005/8/layout/hierarchy1"/>
    <dgm:cxn modelId="{669EACC3-426E-435F-860F-3FDDE4F914FE}" type="presOf" srcId="{486D35FC-4606-4952-9506-CCD44550BADF}" destId="{2A1444F3-A9E1-4251-8120-E8EFBE28A593}" srcOrd="0" destOrd="0" presId="urn:microsoft.com/office/officeart/2005/8/layout/hierarchy1"/>
    <dgm:cxn modelId="{DCFB95CD-6807-46AA-9AB2-17F40D4F1972}" type="presOf" srcId="{06405FA6-C286-4B62-AE88-9ADDB2ECE228}" destId="{6BB3C1D7-B01F-41C0-8A94-7C44DE6FB64C}" srcOrd="0" destOrd="0" presId="urn:microsoft.com/office/officeart/2005/8/layout/hierarchy1"/>
    <dgm:cxn modelId="{0FDDAFDA-726E-4224-92BF-E8C72A8B0C61}" srcId="{73B69528-E019-4B2E-9126-4EEB33ACBD40}" destId="{5FE141CB-E89F-4EAE-A2A9-332D106A8B1B}" srcOrd="1" destOrd="0" parTransId="{486D35FC-4606-4952-9506-CCD44550BADF}" sibTransId="{8E1F43D2-C3C5-4F53-8B05-0CB46B4513D2}"/>
    <dgm:cxn modelId="{695D7DE5-81CA-493F-A7D8-9DF5766C29B0}" type="presOf" srcId="{5FE141CB-E89F-4EAE-A2A9-332D106A8B1B}" destId="{8EF6F87C-6CDE-47E5-A0EF-FD92E5081A36}" srcOrd="0" destOrd="0" presId="urn:microsoft.com/office/officeart/2005/8/layout/hierarchy1"/>
    <dgm:cxn modelId="{14F536EC-3A28-475C-8FDE-EDE53BAB87B7}" srcId="{9019E8E7-4E86-4821-A8B6-070A5A6CB108}" destId="{73B69528-E019-4B2E-9126-4EEB33ACBD40}" srcOrd="0" destOrd="0" parTransId="{A5F81D5C-82A7-4130-940A-BE0455AD27EE}" sibTransId="{0AC02AA5-49DF-4F2A-9809-07FA93AAF104}"/>
    <dgm:cxn modelId="{EC18E3F0-5B53-49F2-A159-0EE01A46BD81}" type="presOf" srcId="{73B69528-E019-4B2E-9126-4EEB33ACBD40}" destId="{F4CF985B-A482-4F03-B9FC-F2087F4985B0}" srcOrd="0" destOrd="0" presId="urn:microsoft.com/office/officeart/2005/8/layout/hierarchy1"/>
    <dgm:cxn modelId="{5BC59AF9-BF73-41A2-BD03-4B7A19B6978F}" type="presOf" srcId="{5452A50A-908D-491F-AB62-404EA66B1815}" destId="{E6CF2AC4-3E06-4437-897A-AB3000F2C92C}" srcOrd="0" destOrd="0" presId="urn:microsoft.com/office/officeart/2005/8/layout/hierarchy1"/>
    <dgm:cxn modelId="{F323F1FA-EC05-4B81-BCFA-800B148FF8D5}" type="presOf" srcId="{00D0CE48-D756-4858-8E57-6C61D6FAA1B2}" destId="{7CC0455C-B963-4B55-A88B-AC0A8D49C330}" srcOrd="0" destOrd="0" presId="urn:microsoft.com/office/officeart/2005/8/layout/hierarchy1"/>
    <dgm:cxn modelId="{B7BB37AC-0B6C-4D36-9315-E3F45107B662}" type="presParOf" srcId="{73E4578C-CF1F-4048-87D1-3F0C6E0AA2FB}" destId="{E1DCB082-B05E-4C94-9222-212ACA80043D}" srcOrd="0" destOrd="0" presId="urn:microsoft.com/office/officeart/2005/8/layout/hierarchy1"/>
    <dgm:cxn modelId="{05575332-263D-4042-86ED-CD68AAA48788}" type="presParOf" srcId="{E1DCB082-B05E-4C94-9222-212ACA80043D}" destId="{E395642F-5F57-4DC3-BD56-994D2E64072E}" srcOrd="0" destOrd="0" presId="urn:microsoft.com/office/officeart/2005/8/layout/hierarchy1"/>
    <dgm:cxn modelId="{0152DA54-6ABA-44BD-AB94-5E6AB7A4D42F}" type="presParOf" srcId="{E395642F-5F57-4DC3-BD56-994D2E64072E}" destId="{8C1469E6-21C1-4496-B1BD-C5B9FB31144F}" srcOrd="0" destOrd="0" presId="urn:microsoft.com/office/officeart/2005/8/layout/hierarchy1"/>
    <dgm:cxn modelId="{76159D1F-5634-4E23-8EA0-A43925E4A678}" type="presParOf" srcId="{E395642F-5F57-4DC3-BD56-994D2E64072E}" destId="{F4CF985B-A482-4F03-B9FC-F2087F4985B0}" srcOrd="1" destOrd="0" presId="urn:microsoft.com/office/officeart/2005/8/layout/hierarchy1"/>
    <dgm:cxn modelId="{9DC16770-4115-41FC-968A-DF466235F28C}" type="presParOf" srcId="{E1DCB082-B05E-4C94-9222-212ACA80043D}" destId="{DF3900A0-3FAD-4681-9AB3-8A8EF02E1765}" srcOrd="1" destOrd="0" presId="urn:microsoft.com/office/officeart/2005/8/layout/hierarchy1"/>
    <dgm:cxn modelId="{6AB03771-0A91-426A-BAB3-AA4C427A938D}" type="presParOf" srcId="{DF3900A0-3FAD-4681-9AB3-8A8EF02E1765}" destId="{BE4B1407-4E32-4593-B172-FD2D9EAE000B}" srcOrd="0" destOrd="0" presId="urn:microsoft.com/office/officeart/2005/8/layout/hierarchy1"/>
    <dgm:cxn modelId="{CC00A87F-1BBF-4806-9852-185FB80F91A4}" type="presParOf" srcId="{DF3900A0-3FAD-4681-9AB3-8A8EF02E1765}" destId="{4874A0B0-58F5-4DF9-A126-49BC4D5C899C}" srcOrd="1" destOrd="0" presId="urn:microsoft.com/office/officeart/2005/8/layout/hierarchy1"/>
    <dgm:cxn modelId="{EAEADBFA-44D5-4CFA-9380-2635B32A1625}" type="presParOf" srcId="{4874A0B0-58F5-4DF9-A126-49BC4D5C899C}" destId="{E645467C-B18F-4F74-A1F8-B61DAE1D244F}" srcOrd="0" destOrd="0" presId="urn:microsoft.com/office/officeart/2005/8/layout/hierarchy1"/>
    <dgm:cxn modelId="{EB019D01-A9D2-465B-B76B-F8C10EA43447}" type="presParOf" srcId="{E645467C-B18F-4F74-A1F8-B61DAE1D244F}" destId="{C6D3DFB5-2C4F-4951-ABFB-002B4782E3E7}" srcOrd="0" destOrd="0" presId="urn:microsoft.com/office/officeart/2005/8/layout/hierarchy1"/>
    <dgm:cxn modelId="{6BF3A791-4D53-4FED-A8A4-3D5B9127ED6F}" type="presParOf" srcId="{E645467C-B18F-4F74-A1F8-B61DAE1D244F}" destId="{6BB3C1D7-B01F-41C0-8A94-7C44DE6FB64C}" srcOrd="1" destOrd="0" presId="urn:microsoft.com/office/officeart/2005/8/layout/hierarchy1"/>
    <dgm:cxn modelId="{15C598ED-BFA2-4DA3-86C8-F7BB1EEA47F9}" type="presParOf" srcId="{4874A0B0-58F5-4DF9-A126-49BC4D5C899C}" destId="{510A13E2-1501-496F-8E6B-4ED6746ECEFC}" srcOrd="1" destOrd="0" presId="urn:microsoft.com/office/officeart/2005/8/layout/hierarchy1"/>
    <dgm:cxn modelId="{2762129C-66DC-4F92-ADEF-43A070E23E47}" type="presParOf" srcId="{510A13E2-1501-496F-8E6B-4ED6746ECEFC}" destId="{C75A6690-AAC1-4288-9463-BA04F2F42816}" srcOrd="0" destOrd="0" presId="urn:microsoft.com/office/officeart/2005/8/layout/hierarchy1"/>
    <dgm:cxn modelId="{5DBD517D-4E44-4342-A789-FC80EA2E3ED6}" type="presParOf" srcId="{510A13E2-1501-496F-8E6B-4ED6746ECEFC}" destId="{07003243-16CF-4DCD-AD76-49D246DE27E5}" srcOrd="1" destOrd="0" presId="urn:microsoft.com/office/officeart/2005/8/layout/hierarchy1"/>
    <dgm:cxn modelId="{5C55E7B8-446A-4AAD-A73E-C78CE387A949}" type="presParOf" srcId="{07003243-16CF-4DCD-AD76-49D246DE27E5}" destId="{4CC353C0-C7F7-4FAA-ACA4-5C5E1EC270E6}" srcOrd="0" destOrd="0" presId="urn:microsoft.com/office/officeart/2005/8/layout/hierarchy1"/>
    <dgm:cxn modelId="{DAE987D3-8F4D-4A08-96E7-533C136B1F56}" type="presParOf" srcId="{4CC353C0-C7F7-4FAA-ACA4-5C5E1EC270E6}" destId="{B6614825-30C4-45F2-A77D-818F6EAE04FD}" srcOrd="0" destOrd="0" presId="urn:microsoft.com/office/officeart/2005/8/layout/hierarchy1"/>
    <dgm:cxn modelId="{9E2F9281-5445-4299-B8D7-E2626AFCDAEB}" type="presParOf" srcId="{4CC353C0-C7F7-4FAA-ACA4-5C5E1EC270E6}" destId="{6BFF4249-C516-425D-9CFB-D5BB3CE2038E}" srcOrd="1" destOrd="0" presId="urn:microsoft.com/office/officeart/2005/8/layout/hierarchy1"/>
    <dgm:cxn modelId="{BD416152-5232-4A26-B556-DF49F8878EE2}" type="presParOf" srcId="{07003243-16CF-4DCD-AD76-49D246DE27E5}" destId="{D68014DA-13B1-41E9-BE3D-86A6134C9FAF}" srcOrd="1" destOrd="0" presId="urn:microsoft.com/office/officeart/2005/8/layout/hierarchy1"/>
    <dgm:cxn modelId="{7EBF2B9E-5859-48B1-B886-8DBF4302BAFB}" type="presParOf" srcId="{510A13E2-1501-496F-8E6B-4ED6746ECEFC}" destId="{B13D19D1-48E1-41E6-B696-2DCDC2559886}" srcOrd="2" destOrd="0" presId="urn:microsoft.com/office/officeart/2005/8/layout/hierarchy1"/>
    <dgm:cxn modelId="{EC7D9DFC-15F9-4108-AD02-61C1F42C29EF}" type="presParOf" srcId="{510A13E2-1501-496F-8E6B-4ED6746ECEFC}" destId="{082CC206-7EEB-4EAC-9DB4-35666BECA96D}" srcOrd="3" destOrd="0" presId="urn:microsoft.com/office/officeart/2005/8/layout/hierarchy1"/>
    <dgm:cxn modelId="{B987421D-DB45-4CBF-9686-93240F69B324}" type="presParOf" srcId="{082CC206-7EEB-4EAC-9DB4-35666BECA96D}" destId="{FA9A32B4-71A6-47B5-A8BB-32973CDB74B3}" srcOrd="0" destOrd="0" presId="urn:microsoft.com/office/officeart/2005/8/layout/hierarchy1"/>
    <dgm:cxn modelId="{505E09D4-CAA5-4895-8842-FD07BFA8F989}" type="presParOf" srcId="{FA9A32B4-71A6-47B5-A8BB-32973CDB74B3}" destId="{8A9EEE43-EA3F-4AD7-9625-94E48EF7953A}" srcOrd="0" destOrd="0" presId="urn:microsoft.com/office/officeart/2005/8/layout/hierarchy1"/>
    <dgm:cxn modelId="{A68323AA-F6B1-442A-8F89-5AA24BBF0E39}" type="presParOf" srcId="{FA9A32B4-71A6-47B5-A8BB-32973CDB74B3}" destId="{EEC78141-4629-4009-940C-E94709A1DA50}" srcOrd="1" destOrd="0" presId="urn:microsoft.com/office/officeart/2005/8/layout/hierarchy1"/>
    <dgm:cxn modelId="{570E86A0-94F7-4247-83B3-0EEA8457CEF4}" type="presParOf" srcId="{082CC206-7EEB-4EAC-9DB4-35666BECA96D}" destId="{C1EFD073-F61E-49B4-94F5-0ACE332C2AAB}" srcOrd="1" destOrd="0" presId="urn:microsoft.com/office/officeart/2005/8/layout/hierarchy1"/>
    <dgm:cxn modelId="{73EEF1D9-18BB-4A28-8817-E85CFAF73604}" type="presParOf" srcId="{510A13E2-1501-496F-8E6B-4ED6746ECEFC}" destId="{391F8255-D50D-4DCC-8B2C-2D34EFD53010}" srcOrd="4" destOrd="0" presId="urn:microsoft.com/office/officeart/2005/8/layout/hierarchy1"/>
    <dgm:cxn modelId="{9C26DC11-71AC-4C17-B3F1-FC29DAF0B029}" type="presParOf" srcId="{510A13E2-1501-496F-8E6B-4ED6746ECEFC}" destId="{E9BEB795-644C-4C7A-AEA5-A1EA418F2DAA}" srcOrd="5" destOrd="0" presId="urn:microsoft.com/office/officeart/2005/8/layout/hierarchy1"/>
    <dgm:cxn modelId="{0F8D01EF-AFEF-4340-8551-59FC99B915D0}" type="presParOf" srcId="{E9BEB795-644C-4C7A-AEA5-A1EA418F2DAA}" destId="{DEF2EDB8-A497-456C-BC6C-C3BD164FCB7B}" srcOrd="0" destOrd="0" presId="urn:microsoft.com/office/officeart/2005/8/layout/hierarchy1"/>
    <dgm:cxn modelId="{A16EE38E-B7F1-4F3F-988E-0B7A894D40AF}" type="presParOf" srcId="{DEF2EDB8-A497-456C-BC6C-C3BD164FCB7B}" destId="{8ECBE4A4-777E-4DA5-AADF-D59A2A343862}" srcOrd="0" destOrd="0" presId="urn:microsoft.com/office/officeart/2005/8/layout/hierarchy1"/>
    <dgm:cxn modelId="{60C72CE6-7E08-479E-ADD6-A0A51DC2DE2A}" type="presParOf" srcId="{DEF2EDB8-A497-456C-BC6C-C3BD164FCB7B}" destId="{5E830C93-DAD9-4CC9-9CF7-DA1359DF4E94}" srcOrd="1" destOrd="0" presId="urn:microsoft.com/office/officeart/2005/8/layout/hierarchy1"/>
    <dgm:cxn modelId="{61AD2F07-C030-4AC0-8EF6-BB5358FF7D54}" type="presParOf" srcId="{E9BEB795-644C-4C7A-AEA5-A1EA418F2DAA}" destId="{4EBA1C15-1801-40D6-8F00-442CDC286FAB}" srcOrd="1" destOrd="0" presId="urn:microsoft.com/office/officeart/2005/8/layout/hierarchy1"/>
    <dgm:cxn modelId="{57C871BE-8535-42D3-8946-48F0EBBE8F27}" type="presParOf" srcId="{DF3900A0-3FAD-4681-9AB3-8A8EF02E1765}" destId="{2A1444F3-A9E1-4251-8120-E8EFBE28A593}" srcOrd="2" destOrd="0" presId="urn:microsoft.com/office/officeart/2005/8/layout/hierarchy1"/>
    <dgm:cxn modelId="{1CD9111D-00F9-4442-AAE5-32A490C13277}" type="presParOf" srcId="{DF3900A0-3FAD-4681-9AB3-8A8EF02E1765}" destId="{E1688E60-5AFB-4C31-BB5D-B82208BF8EE2}" srcOrd="3" destOrd="0" presId="urn:microsoft.com/office/officeart/2005/8/layout/hierarchy1"/>
    <dgm:cxn modelId="{74584283-0F7E-454F-BE6A-F24138947820}" type="presParOf" srcId="{E1688E60-5AFB-4C31-BB5D-B82208BF8EE2}" destId="{9796D322-9EED-4141-9331-36939F83EDC7}" srcOrd="0" destOrd="0" presId="urn:microsoft.com/office/officeart/2005/8/layout/hierarchy1"/>
    <dgm:cxn modelId="{A7B9092E-2AD4-45C8-B36B-941F3331C54B}" type="presParOf" srcId="{9796D322-9EED-4141-9331-36939F83EDC7}" destId="{59474F24-E888-4275-934F-F86DA1305216}" srcOrd="0" destOrd="0" presId="urn:microsoft.com/office/officeart/2005/8/layout/hierarchy1"/>
    <dgm:cxn modelId="{28228668-5490-4400-929E-3F7BAD671035}" type="presParOf" srcId="{9796D322-9EED-4141-9331-36939F83EDC7}" destId="{8EF6F87C-6CDE-47E5-A0EF-FD92E5081A36}" srcOrd="1" destOrd="0" presId="urn:microsoft.com/office/officeart/2005/8/layout/hierarchy1"/>
    <dgm:cxn modelId="{C6CBAC71-8C22-42EA-9F11-36726B68B6C2}" type="presParOf" srcId="{E1688E60-5AFB-4C31-BB5D-B82208BF8EE2}" destId="{739071C9-F984-4807-AA42-A8B3793BCD04}" srcOrd="1" destOrd="0" presId="urn:microsoft.com/office/officeart/2005/8/layout/hierarchy1"/>
    <dgm:cxn modelId="{E801F707-8321-4972-8650-AACD70BB3F91}" type="presParOf" srcId="{739071C9-F984-4807-AA42-A8B3793BCD04}" destId="{E6CF2AC4-3E06-4437-897A-AB3000F2C92C}" srcOrd="0" destOrd="0" presId="urn:microsoft.com/office/officeart/2005/8/layout/hierarchy1"/>
    <dgm:cxn modelId="{6A14A8D3-B556-4480-A12C-9182B98F7D62}" type="presParOf" srcId="{739071C9-F984-4807-AA42-A8B3793BCD04}" destId="{8EA69ABF-0EE0-470A-B15A-43D65ACAF9FB}" srcOrd="1" destOrd="0" presId="urn:microsoft.com/office/officeart/2005/8/layout/hierarchy1"/>
    <dgm:cxn modelId="{D82F3418-EF74-49E9-934A-D858C371A8B2}" type="presParOf" srcId="{8EA69ABF-0EE0-470A-B15A-43D65ACAF9FB}" destId="{5AB35B31-D3AE-4904-B2A8-6F8A39FB6919}" srcOrd="0" destOrd="0" presId="urn:microsoft.com/office/officeart/2005/8/layout/hierarchy1"/>
    <dgm:cxn modelId="{A043674C-2FB5-421E-BBDB-EDBE2D36E8A8}" type="presParOf" srcId="{5AB35B31-D3AE-4904-B2A8-6F8A39FB6919}" destId="{69CBED36-6734-43B6-8310-1C58D81E424D}" srcOrd="0" destOrd="0" presId="urn:microsoft.com/office/officeart/2005/8/layout/hierarchy1"/>
    <dgm:cxn modelId="{9A54D15F-1BB8-4B64-BC89-4442121CE793}" type="presParOf" srcId="{5AB35B31-D3AE-4904-B2A8-6F8A39FB6919}" destId="{17CCC18B-132E-4E83-B384-D15F3BE15EE7}" srcOrd="1" destOrd="0" presId="urn:microsoft.com/office/officeart/2005/8/layout/hierarchy1"/>
    <dgm:cxn modelId="{09C15129-2DE5-489B-9747-D87544EEFBF7}" type="presParOf" srcId="{8EA69ABF-0EE0-470A-B15A-43D65ACAF9FB}" destId="{7B708A4A-D727-4071-AC66-E8A55138F809}" srcOrd="1" destOrd="0" presId="urn:microsoft.com/office/officeart/2005/8/layout/hierarchy1"/>
    <dgm:cxn modelId="{6838C570-B682-4187-853A-50AB53EA93E5}" type="presParOf" srcId="{739071C9-F984-4807-AA42-A8B3793BCD04}" destId="{63898A6F-2B12-4FFE-B0D0-8532C923AA00}" srcOrd="2" destOrd="0" presId="urn:microsoft.com/office/officeart/2005/8/layout/hierarchy1"/>
    <dgm:cxn modelId="{F2880F65-FB4D-44D0-8C84-91D87F4607F1}" type="presParOf" srcId="{739071C9-F984-4807-AA42-A8B3793BCD04}" destId="{A8B629D7-C8AF-4321-98AD-C8F3124FFFAC}" srcOrd="3" destOrd="0" presId="urn:microsoft.com/office/officeart/2005/8/layout/hierarchy1"/>
    <dgm:cxn modelId="{FAEEF770-B4E5-43C6-916C-43406B202285}" type="presParOf" srcId="{A8B629D7-C8AF-4321-98AD-C8F3124FFFAC}" destId="{90EE0541-C382-490D-AAA1-CFF373E43B50}" srcOrd="0" destOrd="0" presId="urn:microsoft.com/office/officeart/2005/8/layout/hierarchy1"/>
    <dgm:cxn modelId="{A98F923F-BA61-47FC-857B-5739B7797594}" type="presParOf" srcId="{90EE0541-C382-490D-AAA1-CFF373E43B50}" destId="{A399198D-9D62-4107-8A9D-6C9AAAC6F3F8}" srcOrd="0" destOrd="0" presId="urn:microsoft.com/office/officeart/2005/8/layout/hierarchy1"/>
    <dgm:cxn modelId="{52C548C4-9299-49DD-9B34-B01F5A571D6B}" type="presParOf" srcId="{90EE0541-C382-490D-AAA1-CFF373E43B50}" destId="{99CE5188-5397-45A1-B064-865A63FBE262}" srcOrd="1" destOrd="0" presId="urn:microsoft.com/office/officeart/2005/8/layout/hierarchy1"/>
    <dgm:cxn modelId="{3B812012-F60F-4BF3-9BD4-472FD9A5DBE3}" type="presParOf" srcId="{A8B629D7-C8AF-4321-98AD-C8F3124FFFAC}" destId="{1CDA7ADE-3FA2-4BD2-A03C-6A529909AC8A}" srcOrd="1" destOrd="0" presId="urn:microsoft.com/office/officeart/2005/8/layout/hierarchy1"/>
    <dgm:cxn modelId="{8ECFF00C-995E-4F59-8FFD-B59A34B03F15}" type="presParOf" srcId="{739071C9-F984-4807-AA42-A8B3793BCD04}" destId="{7CC0455C-B963-4B55-A88B-AC0A8D49C330}" srcOrd="4" destOrd="0" presId="urn:microsoft.com/office/officeart/2005/8/layout/hierarchy1"/>
    <dgm:cxn modelId="{9D82837E-3922-4C41-8B92-D976F5F04BD0}" type="presParOf" srcId="{739071C9-F984-4807-AA42-A8B3793BCD04}" destId="{44E6390A-9FC2-4090-8777-268DECBCC902}" srcOrd="5" destOrd="0" presId="urn:microsoft.com/office/officeart/2005/8/layout/hierarchy1"/>
    <dgm:cxn modelId="{AFC59A44-50F2-4EAD-B561-AB7460272E3E}" type="presParOf" srcId="{44E6390A-9FC2-4090-8777-268DECBCC902}" destId="{3C1D27B6-4D05-4461-9E60-1AD5F900A6D3}" srcOrd="0" destOrd="0" presId="urn:microsoft.com/office/officeart/2005/8/layout/hierarchy1"/>
    <dgm:cxn modelId="{2F987DE0-D9C0-4FEB-8C66-E6328BB9544B}" type="presParOf" srcId="{3C1D27B6-4D05-4461-9E60-1AD5F900A6D3}" destId="{1736A74C-677B-40F4-BEA4-951F680C85DA}" srcOrd="0" destOrd="0" presId="urn:microsoft.com/office/officeart/2005/8/layout/hierarchy1"/>
    <dgm:cxn modelId="{72BBAB83-5615-465D-A765-B00629BCCCDB}" type="presParOf" srcId="{3C1D27B6-4D05-4461-9E60-1AD5F900A6D3}" destId="{113245FF-436A-4DB5-A2F2-D0F6659BBAE7}" srcOrd="1" destOrd="0" presId="urn:microsoft.com/office/officeart/2005/8/layout/hierarchy1"/>
    <dgm:cxn modelId="{0E74674C-FEB5-4D0F-9A3A-E25FC764CFC4}" type="presParOf" srcId="{44E6390A-9FC2-4090-8777-268DECBCC902}" destId="{86D72C9E-9857-4DAB-AFED-C52622FD0D3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019E8E7-4E86-4821-A8B6-070A5A6CB10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69528-E019-4B2E-9126-4EEB33ACBD40}">
      <dgm:prSet phldrT="[Text]"/>
      <dgm:spPr/>
      <dgm:t>
        <a:bodyPr/>
        <a:lstStyle/>
        <a:p>
          <a:r>
            <a:rPr lang="en-US" dirty="0"/>
            <a:t>LLIE </a:t>
          </a:r>
          <a:r>
            <a:rPr lang="en-US" dirty="0" err="1"/>
            <a:t>Apporaches</a:t>
          </a:r>
          <a:endParaRPr lang="en-US" dirty="0"/>
        </a:p>
      </dgm:t>
    </dgm:pt>
    <dgm:pt modelId="{A5F81D5C-82A7-4130-940A-BE0455AD27EE}" type="parTrans" cxnId="{14F536EC-3A28-475C-8FDE-EDE53BAB87B7}">
      <dgm:prSet/>
      <dgm:spPr/>
      <dgm:t>
        <a:bodyPr/>
        <a:lstStyle/>
        <a:p>
          <a:endParaRPr lang="en-US"/>
        </a:p>
      </dgm:t>
    </dgm:pt>
    <dgm:pt modelId="{0AC02AA5-49DF-4F2A-9809-07FA93AAF104}" type="sibTrans" cxnId="{14F536EC-3A28-475C-8FDE-EDE53BAB87B7}">
      <dgm:prSet/>
      <dgm:spPr/>
      <dgm:t>
        <a:bodyPr/>
        <a:lstStyle/>
        <a:p>
          <a:endParaRPr lang="en-US"/>
        </a:p>
      </dgm:t>
    </dgm:pt>
    <dgm:pt modelId="{06405FA6-C286-4B62-AE88-9ADDB2ECE228}">
      <dgm:prSet phldrT="[Text]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  <dgm:t>
        <a:bodyPr/>
        <a:lstStyle/>
        <a:p>
          <a:r>
            <a:rPr lang="en-US" dirty="0"/>
            <a:t>Hand Crafted Rules</a:t>
          </a:r>
        </a:p>
      </dgm:t>
    </dgm:pt>
    <dgm:pt modelId="{60201A41-10C2-4BB6-94EE-248FEDB4D369}" type="parTrans" cxnId="{349EF9B1-19FE-47C1-AA0B-428B287E840C}">
      <dgm:prSet/>
      <dgm:spPr/>
      <dgm:t>
        <a:bodyPr/>
        <a:lstStyle/>
        <a:p>
          <a:endParaRPr lang="en-US"/>
        </a:p>
      </dgm:t>
    </dgm:pt>
    <dgm:pt modelId="{365E1517-4E84-4793-A8DC-321A02AFD4EE}" type="sibTrans" cxnId="{349EF9B1-19FE-47C1-AA0B-428B287E840C}">
      <dgm:prSet/>
      <dgm:spPr/>
      <dgm:t>
        <a:bodyPr/>
        <a:lstStyle/>
        <a:p>
          <a:endParaRPr lang="en-US"/>
        </a:p>
      </dgm:t>
    </dgm:pt>
    <dgm:pt modelId="{F9B1CDB3-1941-4050-8192-6DF849BDA65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Histogram Equalization (HE)</a:t>
          </a:r>
        </a:p>
      </dgm:t>
    </dgm:pt>
    <dgm:pt modelId="{CA08BF2C-F7D8-4132-94F9-DD57C6894746}" type="parTrans" cxnId="{19A8FF86-AB5B-4BEE-88FE-49929FE909D1}">
      <dgm:prSet/>
      <dgm:spPr/>
      <dgm:t>
        <a:bodyPr/>
        <a:lstStyle/>
        <a:p>
          <a:endParaRPr lang="en-US"/>
        </a:p>
      </dgm:t>
    </dgm:pt>
    <dgm:pt modelId="{78AD4283-EA67-4968-B304-ACE147A1EA41}" type="sibTrans" cxnId="{19A8FF86-AB5B-4BEE-88FE-49929FE909D1}">
      <dgm:prSet/>
      <dgm:spPr/>
      <dgm:t>
        <a:bodyPr/>
        <a:lstStyle/>
        <a:p>
          <a:endParaRPr lang="en-US"/>
        </a:p>
      </dgm:t>
    </dgm:pt>
    <dgm:pt modelId="{3F1A5419-4F7D-4AFF-8616-9AAE90759C33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 err="1"/>
            <a:t>Retinex</a:t>
          </a:r>
          <a:r>
            <a:rPr lang="en-US" dirty="0"/>
            <a:t> Theory</a:t>
          </a:r>
        </a:p>
      </dgm:t>
    </dgm:pt>
    <dgm:pt modelId="{B8244063-B29C-4B2D-8F54-BDCB666EC2C9}" type="parTrans" cxnId="{B49A1A54-2902-4F8F-9A11-ACDFCED6458A}">
      <dgm:prSet/>
      <dgm:spPr/>
      <dgm:t>
        <a:bodyPr/>
        <a:lstStyle/>
        <a:p>
          <a:endParaRPr lang="en-US"/>
        </a:p>
      </dgm:t>
    </dgm:pt>
    <dgm:pt modelId="{03A39BA8-0B6D-477D-8969-9DA8AF47E137}" type="sibTrans" cxnId="{B49A1A54-2902-4F8F-9A11-ACDFCED6458A}">
      <dgm:prSet/>
      <dgm:spPr/>
      <dgm:t>
        <a:bodyPr/>
        <a:lstStyle/>
        <a:p>
          <a:endParaRPr lang="en-US"/>
        </a:p>
      </dgm:t>
    </dgm:pt>
    <dgm:pt modelId="{AC5070F3-6ED6-45A4-BD58-6DAEAC5514AD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Others</a:t>
          </a:r>
        </a:p>
      </dgm:t>
    </dgm:pt>
    <dgm:pt modelId="{DEFAA8E6-2B51-4736-BCD0-6C1AE6B8DA05}" type="parTrans" cxnId="{F5C91A64-5474-4C9F-AFF8-FAF21A423649}">
      <dgm:prSet/>
      <dgm:spPr/>
      <dgm:t>
        <a:bodyPr/>
        <a:lstStyle/>
        <a:p>
          <a:endParaRPr lang="en-US"/>
        </a:p>
      </dgm:t>
    </dgm:pt>
    <dgm:pt modelId="{8CBB5F2C-29B5-438F-AC37-4C7E53A296BF}" type="sibTrans" cxnId="{F5C91A64-5474-4C9F-AFF8-FAF21A423649}">
      <dgm:prSet/>
      <dgm:spPr/>
      <dgm:t>
        <a:bodyPr/>
        <a:lstStyle/>
        <a:p>
          <a:endParaRPr lang="en-US"/>
        </a:p>
      </dgm:t>
    </dgm:pt>
    <dgm:pt modelId="{73E4578C-CF1F-4048-87D1-3F0C6E0AA2FB}" type="pres">
      <dgm:prSet presAssocID="{9019E8E7-4E86-4821-A8B6-070A5A6CB1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DCB082-B05E-4C94-9222-212ACA80043D}" type="pres">
      <dgm:prSet presAssocID="{73B69528-E019-4B2E-9126-4EEB33ACBD40}" presName="hierRoot1" presStyleCnt="0"/>
      <dgm:spPr/>
    </dgm:pt>
    <dgm:pt modelId="{E395642F-5F57-4DC3-BD56-994D2E64072E}" type="pres">
      <dgm:prSet presAssocID="{73B69528-E019-4B2E-9126-4EEB33ACBD40}" presName="composite" presStyleCnt="0"/>
      <dgm:spPr/>
    </dgm:pt>
    <dgm:pt modelId="{8C1469E6-21C1-4496-B1BD-C5B9FB31144F}" type="pres">
      <dgm:prSet presAssocID="{73B69528-E019-4B2E-9126-4EEB33ACBD40}" presName="background" presStyleLbl="node0" presStyleIdx="0" presStyleCnt="1"/>
      <dgm:spPr/>
    </dgm:pt>
    <dgm:pt modelId="{F4CF985B-A482-4F03-B9FC-F2087F4985B0}" type="pres">
      <dgm:prSet presAssocID="{73B69528-E019-4B2E-9126-4EEB33ACBD40}" presName="text" presStyleLbl="fgAcc0" presStyleIdx="0" presStyleCnt="1">
        <dgm:presLayoutVars>
          <dgm:chPref val="3"/>
        </dgm:presLayoutVars>
      </dgm:prSet>
      <dgm:spPr/>
    </dgm:pt>
    <dgm:pt modelId="{DF3900A0-3FAD-4681-9AB3-8A8EF02E1765}" type="pres">
      <dgm:prSet presAssocID="{73B69528-E019-4B2E-9126-4EEB33ACBD40}" presName="hierChild2" presStyleCnt="0"/>
      <dgm:spPr/>
    </dgm:pt>
    <dgm:pt modelId="{BE4B1407-4E32-4593-B172-FD2D9EAE000B}" type="pres">
      <dgm:prSet presAssocID="{60201A41-10C2-4BB6-94EE-248FEDB4D369}" presName="Name10" presStyleLbl="parChTrans1D2" presStyleIdx="0" presStyleCnt="1"/>
      <dgm:spPr/>
    </dgm:pt>
    <dgm:pt modelId="{4874A0B0-58F5-4DF9-A126-49BC4D5C899C}" type="pres">
      <dgm:prSet presAssocID="{06405FA6-C286-4B62-AE88-9ADDB2ECE228}" presName="hierRoot2" presStyleCnt="0"/>
      <dgm:spPr/>
    </dgm:pt>
    <dgm:pt modelId="{E645467C-B18F-4F74-A1F8-B61DAE1D244F}" type="pres">
      <dgm:prSet presAssocID="{06405FA6-C286-4B62-AE88-9ADDB2ECE228}" presName="composite2" presStyleCnt="0"/>
      <dgm:spPr/>
    </dgm:pt>
    <dgm:pt modelId="{C6D3DFB5-2C4F-4951-ABFB-002B4782E3E7}" type="pres">
      <dgm:prSet presAssocID="{06405FA6-C286-4B62-AE88-9ADDB2ECE228}" presName="background2" presStyleLbl="node2" presStyleIdx="0" presStyleCnt="1"/>
      <dgm:spPr>
        <a:solidFill>
          <a:schemeClr val="bg1">
            <a:lumMod val="85000"/>
          </a:schemeClr>
        </a:solidFill>
      </dgm:spPr>
    </dgm:pt>
    <dgm:pt modelId="{6BB3C1D7-B01F-41C0-8A94-7C44DE6FB64C}" type="pres">
      <dgm:prSet presAssocID="{06405FA6-C286-4B62-AE88-9ADDB2ECE228}" presName="text2" presStyleLbl="fgAcc2" presStyleIdx="0" presStyleCnt="1" custScaleX="150666" custLinFactX="-75989" custLinFactNeighborX="-100000">
        <dgm:presLayoutVars>
          <dgm:chPref val="3"/>
        </dgm:presLayoutVars>
      </dgm:prSet>
      <dgm:spPr/>
    </dgm:pt>
    <dgm:pt modelId="{510A13E2-1501-496F-8E6B-4ED6746ECEFC}" type="pres">
      <dgm:prSet presAssocID="{06405FA6-C286-4B62-AE88-9ADDB2ECE228}" presName="hierChild3" presStyleCnt="0"/>
      <dgm:spPr/>
    </dgm:pt>
    <dgm:pt modelId="{C75A6690-AAC1-4288-9463-BA04F2F42816}" type="pres">
      <dgm:prSet presAssocID="{CA08BF2C-F7D8-4132-94F9-DD57C6894746}" presName="Name17" presStyleLbl="parChTrans1D3" presStyleIdx="0" presStyleCnt="3"/>
      <dgm:spPr/>
    </dgm:pt>
    <dgm:pt modelId="{07003243-16CF-4DCD-AD76-49D246DE27E5}" type="pres">
      <dgm:prSet presAssocID="{F9B1CDB3-1941-4050-8192-6DF849BDA655}" presName="hierRoot3" presStyleCnt="0"/>
      <dgm:spPr/>
    </dgm:pt>
    <dgm:pt modelId="{4CC353C0-C7F7-4FAA-ACA4-5C5E1EC270E6}" type="pres">
      <dgm:prSet presAssocID="{F9B1CDB3-1941-4050-8192-6DF849BDA655}" presName="composite3" presStyleCnt="0"/>
      <dgm:spPr/>
    </dgm:pt>
    <dgm:pt modelId="{B6614825-30C4-45F2-A77D-818F6EAE04FD}" type="pres">
      <dgm:prSet presAssocID="{F9B1CDB3-1941-4050-8192-6DF849BDA655}" presName="background3" presStyleLbl="node3" presStyleIdx="0" presStyleCnt="3"/>
      <dgm:spPr>
        <a:solidFill>
          <a:schemeClr val="bg1">
            <a:lumMod val="85000"/>
          </a:schemeClr>
        </a:solidFill>
      </dgm:spPr>
    </dgm:pt>
    <dgm:pt modelId="{6BFF4249-C516-425D-9CFB-D5BB3CE2038E}" type="pres">
      <dgm:prSet presAssocID="{F9B1CDB3-1941-4050-8192-6DF849BDA655}" presName="text3" presStyleLbl="fgAcc3" presStyleIdx="0" presStyleCnt="3" custLinFactX="-36646" custLinFactNeighborX="-100000">
        <dgm:presLayoutVars>
          <dgm:chPref val="3"/>
        </dgm:presLayoutVars>
      </dgm:prSet>
      <dgm:spPr/>
    </dgm:pt>
    <dgm:pt modelId="{D68014DA-13B1-41E9-BE3D-86A6134C9FAF}" type="pres">
      <dgm:prSet presAssocID="{F9B1CDB3-1941-4050-8192-6DF849BDA655}" presName="hierChild4" presStyleCnt="0"/>
      <dgm:spPr/>
    </dgm:pt>
    <dgm:pt modelId="{B13D19D1-48E1-41E6-B696-2DCDC2559886}" type="pres">
      <dgm:prSet presAssocID="{B8244063-B29C-4B2D-8F54-BDCB666EC2C9}" presName="Name17" presStyleLbl="parChTrans1D3" presStyleIdx="1" presStyleCnt="3"/>
      <dgm:spPr/>
    </dgm:pt>
    <dgm:pt modelId="{082CC206-7EEB-4EAC-9DB4-35666BECA96D}" type="pres">
      <dgm:prSet presAssocID="{3F1A5419-4F7D-4AFF-8616-9AAE90759C33}" presName="hierRoot3" presStyleCnt="0"/>
      <dgm:spPr/>
    </dgm:pt>
    <dgm:pt modelId="{FA9A32B4-71A6-47B5-A8BB-32973CDB74B3}" type="pres">
      <dgm:prSet presAssocID="{3F1A5419-4F7D-4AFF-8616-9AAE90759C33}" presName="composite3" presStyleCnt="0"/>
      <dgm:spPr/>
    </dgm:pt>
    <dgm:pt modelId="{8A9EEE43-EA3F-4AD7-9625-94E48EF7953A}" type="pres">
      <dgm:prSet presAssocID="{3F1A5419-4F7D-4AFF-8616-9AAE90759C33}" presName="background3" presStyleLbl="node3" presStyleIdx="1" presStyleCnt="3"/>
      <dgm:spPr>
        <a:solidFill>
          <a:schemeClr val="bg1">
            <a:lumMod val="85000"/>
          </a:schemeClr>
        </a:solidFill>
      </dgm:spPr>
    </dgm:pt>
    <dgm:pt modelId="{EEC78141-4629-4009-940C-E94709A1DA50}" type="pres">
      <dgm:prSet presAssocID="{3F1A5419-4F7D-4AFF-8616-9AAE90759C33}" presName="text3" presStyleLbl="fgAcc3" presStyleIdx="1" presStyleCnt="3" custLinFactNeighborX="-88652">
        <dgm:presLayoutVars>
          <dgm:chPref val="3"/>
        </dgm:presLayoutVars>
      </dgm:prSet>
      <dgm:spPr/>
    </dgm:pt>
    <dgm:pt modelId="{C1EFD073-F61E-49B4-94F5-0ACE332C2AAB}" type="pres">
      <dgm:prSet presAssocID="{3F1A5419-4F7D-4AFF-8616-9AAE90759C33}" presName="hierChild4" presStyleCnt="0"/>
      <dgm:spPr/>
    </dgm:pt>
    <dgm:pt modelId="{E7F0A352-22E8-4BB4-B3C3-626FC3A30783}" type="pres">
      <dgm:prSet presAssocID="{DEFAA8E6-2B51-4736-BCD0-6C1AE6B8DA05}" presName="Name17" presStyleLbl="parChTrans1D3" presStyleIdx="2" presStyleCnt="3"/>
      <dgm:spPr/>
    </dgm:pt>
    <dgm:pt modelId="{72A69D7A-605D-4503-9F1A-1D875C130608}" type="pres">
      <dgm:prSet presAssocID="{AC5070F3-6ED6-45A4-BD58-6DAEAC5514AD}" presName="hierRoot3" presStyleCnt="0"/>
      <dgm:spPr/>
    </dgm:pt>
    <dgm:pt modelId="{CCA49CA5-A5F6-4FB3-8A92-03E54A839ACD}" type="pres">
      <dgm:prSet presAssocID="{AC5070F3-6ED6-45A4-BD58-6DAEAC5514AD}" presName="composite3" presStyleCnt="0"/>
      <dgm:spPr/>
    </dgm:pt>
    <dgm:pt modelId="{E5274E56-1889-432C-9A96-DA42F305DF0D}" type="pres">
      <dgm:prSet presAssocID="{AC5070F3-6ED6-45A4-BD58-6DAEAC5514AD}" presName="background3" presStyleLbl="node3" presStyleIdx="2" presStyleCnt="3"/>
      <dgm:spPr>
        <a:solidFill>
          <a:schemeClr val="bg1">
            <a:lumMod val="85000"/>
          </a:schemeClr>
        </a:solidFill>
      </dgm:spPr>
    </dgm:pt>
    <dgm:pt modelId="{FE12D956-F6AB-448A-9732-ACB0B424703A}" type="pres">
      <dgm:prSet presAssocID="{AC5070F3-6ED6-45A4-BD58-6DAEAC5514AD}" presName="text3" presStyleLbl="fgAcc3" presStyleIdx="2" presStyleCnt="3" custLinFactNeighborX="-31521">
        <dgm:presLayoutVars>
          <dgm:chPref val="3"/>
        </dgm:presLayoutVars>
      </dgm:prSet>
      <dgm:spPr/>
    </dgm:pt>
    <dgm:pt modelId="{2677369E-2DA1-471E-8D14-27DB67DAE3D3}" type="pres">
      <dgm:prSet presAssocID="{AC5070F3-6ED6-45A4-BD58-6DAEAC5514AD}" presName="hierChild4" presStyleCnt="0"/>
      <dgm:spPr/>
    </dgm:pt>
  </dgm:ptLst>
  <dgm:cxnLst>
    <dgm:cxn modelId="{A50E9F04-95BA-4720-B777-31B623351FB6}" type="presOf" srcId="{CA08BF2C-F7D8-4132-94F9-DD57C6894746}" destId="{C75A6690-AAC1-4288-9463-BA04F2F42816}" srcOrd="0" destOrd="0" presId="urn:microsoft.com/office/officeart/2005/8/layout/hierarchy1"/>
    <dgm:cxn modelId="{869B1E1F-F5B8-413F-8FD1-119015DB4A7F}" type="presOf" srcId="{B8244063-B29C-4B2D-8F54-BDCB666EC2C9}" destId="{B13D19D1-48E1-41E6-B696-2DCDC2559886}" srcOrd="0" destOrd="0" presId="urn:microsoft.com/office/officeart/2005/8/layout/hierarchy1"/>
    <dgm:cxn modelId="{F5C91A64-5474-4C9F-AFF8-FAF21A423649}" srcId="{06405FA6-C286-4B62-AE88-9ADDB2ECE228}" destId="{AC5070F3-6ED6-45A4-BD58-6DAEAC5514AD}" srcOrd="2" destOrd="0" parTransId="{DEFAA8E6-2B51-4736-BCD0-6C1AE6B8DA05}" sibTransId="{8CBB5F2C-29B5-438F-AC37-4C7E53A296BF}"/>
    <dgm:cxn modelId="{13AD3769-2E66-479B-93C7-5CAC0A394DFE}" type="presOf" srcId="{60201A41-10C2-4BB6-94EE-248FEDB4D369}" destId="{BE4B1407-4E32-4593-B172-FD2D9EAE000B}" srcOrd="0" destOrd="0" presId="urn:microsoft.com/office/officeart/2005/8/layout/hierarchy1"/>
    <dgm:cxn modelId="{05CDB449-4E99-42F4-96D5-4FA66111F1A4}" type="presOf" srcId="{AC5070F3-6ED6-45A4-BD58-6DAEAC5514AD}" destId="{FE12D956-F6AB-448A-9732-ACB0B424703A}" srcOrd="0" destOrd="0" presId="urn:microsoft.com/office/officeart/2005/8/layout/hierarchy1"/>
    <dgm:cxn modelId="{B49A1A54-2902-4F8F-9A11-ACDFCED6458A}" srcId="{06405FA6-C286-4B62-AE88-9ADDB2ECE228}" destId="{3F1A5419-4F7D-4AFF-8616-9AAE90759C33}" srcOrd="1" destOrd="0" parTransId="{B8244063-B29C-4B2D-8F54-BDCB666EC2C9}" sibTransId="{03A39BA8-0B6D-477D-8969-9DA8AF47E137}"/>
    <dgm:cxn modelId="{D6755F57-138C-447E-8411-A2EC33ABF968}" type="presOf" srcId="{3F1A5419-4F7D-4AFF-8616-9AAE90759C33}" destId="{EEC78141-4629-4009-940C-E94709A1DA50}" srcOrd="0" destOrd="0" presId="urn:microsoft.com/office/officeart/2005/8/layout/hierarchy1"/>
    <dgm:cxn modelId="{19A8FF86-AB5B-4BEE-88FE-49929FE909D1}" srcId="{06405FA6-C286-4B62-AE88-9ADDB2ECE228}" destId="{F9B1CDB3-1941-4050-8192-6DF849BDA655}" srcOrd="0" destOrd="0" parTransId="{CA08BF2C-F7D8-4132-94F9-DD57C6894746}" sibTransId="{78AD4283-EA67-4968-B304-ACE147A1EA41}"/>
    <dgm:cxn modelId="{66C4CC9F-D48D-4481-AB56-FF41F446FFCC}" type="presOf" srcId="{F9B1CDB3-1941-4050-8192-6DF849BDA655}" destId="{6BFF4249-C516-425D-9CFB-D5BB3CE2038E}" srcOrd="0" destOrd="0" presId="urn:microsoft.com/office/officeart/2005/8/layout/hierarchy1"/>
    <dgm:cxn modelId="{349EF9B1-19FE-47C1-AA0B-428B287E840C}" srcId="{73B69528-E019-4B2E-9126-4EEB33ACBD40}" destId="{06405FA6-C286-4B62-AE88-9ADDB2ECE228}" srcOrd="0" destOrd="0" parTransId="{60201A41-10C2-4BB6-94EE-248FEDB4D369}" sibTransId="{365E1517-4E84-4793-A8DC-321A02AFD4EE}"/>
    <dgm:cxn modelId="{2AE070B5-889A-4F41-BC18-F35B26A0C484}" type="presOf" srcId="{9019E8E7-4E86-4821-A8B6-070A5A6CB108}" destId="{73E4578C-CF1F-4048-87D1-3F0C6E0AA2FB}" srcOrd="0" destOrd="0" presId="urn:microsoft.com/office/officeart/2005/8/layout/hierarchy1"/>
    <dgm:cxn modelId="{DCFB95CD-6807-46AA-9AB2-17F40D4F1972}" type="presOf" srcId="{06405FA6-C286-4B62-AE88-9ADDB2ECE228}" destId="{6BB3C1D7-B01F-41C0-8A94-7C44DE6FB64C}" srcOrd="0" destOrd="0" presId="urn:microsoft.com/office/officeart/2005/8/layout/hierarchy1"/>
    <dgm:cxn modelId="{14F536EC-3A28-475C-8FDE-EDE53BAB87B7}" srcId="{9019E8E7-4E86-4821-A8B6-070A5A6CB108}" destId="{73B69528-E019-4B2E-9126-4EEB33ACBD40}" srcOrd="0" destOrd="0" parTransId="{A5F81D5C-82A7-4130-940A-BE0455AD27EE}" sibTransId="{0AC02AA5-49DF-4F2A-9809-07FA93AAF104}"/>
    <dgm:cxn modelId="{EC18E3F0-5B53-49F2-A159-0EE01A46BD81}" type="presOf" srcId="{73B69528-E019-4B2E-9126-4EEB33ACBD40}" destId="{F4CF985B-A482-4F03-B9FC-F2087F4985B0}" srcOrd="0" destOrd="0" presId="urn:microsoft.com/office/officeart/2005/8/layout/hierarchy1"/>
    <dgm:cxn modelId="{A45B22FD-7631-4216-A47B-FEEA63FEACAE}" type="presOf" srcId="{DEFAA8E6-2B51-4736-BCD0-6C1AE6B8DA05}" destId="{E7F0A352-22E8-4BB4-B3C3-626FC3A30783}" srcOrd="0" destOrd="0" presId="urn:microsoft.com/office/officeart/2005/8/layout/hierarchy1"/>
    <dgm:cxn modelId="{B7BB37AC-0B6C-4D36-9315-E3F45107B662}" type="presParOf" srcId="{73E4578C-CF1F-4048-87D1-3F0C6E0AA2FB}" destId="{E1DCB082-B05E-4C94-9222-212ACA80043D}" srcOrd="0" destOrd="0" presId="urn:microsoft.com/office/officeart/2005/8/layout/hierarchy1"/>
    <dgm:cxn modelId="{05575332-263D-4042-86ED-CD68AAA48788}" type="presParOf" srcId="{E1DCB082-B05E-4C94-9222-212ACA80043D}" destId="{E395642F-5F57-4DC3-BD56-994D2E64072E}" srcOrd="0" destOrd="0" presId="urn:microsoft.com/office/officeart/2005/8/layout/hierarchy1"/>
    <dgm:cxn modelId="{0152DA54-6ABA-44BD-AB94-5E6AB7A4D42F}" type="presParOf" srcId="{E395642F-5F57-4DC3-BD56-994D2E64072E}" destId="{8C1469E6-21C1-4496-B1BD-C5B9FB31144F}" srcOrd="0" destOrd="0" presId="urn:microsoft.com/office/officeart/2005/8/layout/hierarchy1"/>
    <dgm:cxn modelId="{76159D1F-5634-4E23-8EA0-A43925E4A678}" type="presParOf" srcId="{E395642F-5F57-4DC3-BD56-994D2E64072E}" destId="{F4CF985B-A482-4F03-B9FC-F2087F4985B0}" srcOrd="1" destOrd="0" presId="urn:microsoft.com/office/officeart/2005/8/layout/hierarchy1"/>
    <dgm:cxn modelId="{9DC16770-4115-41FC-968A-DF466235F28C}" type="presParOf" srcId="{E1DCB082-B05E-4C94-9222-212ACA80043D}" destId="{DF3900A0-3FAD-4681-9AB3-8A8EF02E1765}" srcOrd="1" destOrd="0" presId="urn:microsoft.com/office/officeart/2005/8/layout/hierarchy1"/>
    <dgm:cxn modelId="{6AB03771-0A91-426A-BAB3-AA4C427A938D}" type="presParOf" srcId="{DF3900A0-3FAD-4681-9AB3-8A8EF02E1765}" destId="{BE4B1407-4E32-4593-B172-FD2D9EAE000B}" srcOrd="0" destOrd="0" presId="urn:microsoft.com/office/officeart/2005/8/layout/hierarchy1"/>
    <dgm:cxn modelId="{CC00A87F-1BBF-4806-9852-185FB80F91A4}" type="presParOf" srcId="{DF3900A0-3FAD-4681-9AB3-8A8EF02E1765}" destId="{4874A0B0-58F5-4DF9-A126-49BC4D5C899C}" srcOrd="1" destOrd="0" presId="urn:microsoft.com/office/officeart/2005/8/layout/hierarchy1"/>
    <dgm:cxn modelId="{EAEADBFA-44D5-4CFA-9380-2635B32A1625}" type="presParOf" srcId="{4874A0B0-58F5-4DF9-A126-49BC4D5C899C}" destId="{E645467C-B18F-4F74-A1F8-B61DAE1D244F}" srcOrd="0" destOrd="0" presId="urn:microsoft.com/office/officeart/2005/8/layout/hierarchy1"/>
    <dgm:cxn modelId="{EB019D01-A9D2-465B-B76B-F8C10EA43447}" type="presParOf" srcId="{E645467C-B18F-4F74-A1F8-B61DAE1D244F}" destId="{C6D3DFB5-2C4F-4951-ABFB-002B4782E3E7}" srcOrd="0" destOrd="0" presId="urn:microsoft.com/office/officeart/2005/8/layout/hierarchy1"/>
    <dgm:cxn modelId="{6BF3A791-4D53-4FED-A8A4-3D5B9127ED6F}" type="presParOf" srcId="{E645467C-B18F-4F74-A1F8-B61DAE1D244F}" destId="{6BB3C1D7-B01F-41C0-8A94-7C44DE6FB64C}" srcOrd="1" destOrd="0" presId="urn:microsoft.com/office/officeart/2005/8/layout/hierarchy1"/>
    <dgm:cxn modelId="{15C598ED-BFA2-4DA3-86C8-F7BB1EEA47F9}" type="presParOf" srcId="{4874A0B0-58F5-4DF9-A126-49BC4D5C899C}" destId="{510A13E2-1501-496F-8E6B-4ED6746ECEFC}" srcOrd="1" destOrd="0" presId="urn:microsoft.com/office/officeart/2005/8/layout/hierarchy1"/>
    <dgm:cxn modelId="{2762129C-66DC-4F92-ADEF-43A070E23E47}" type="presParOf" srcId="{510A13E2-1501-496F-8E6B-4ED6746ECEFC}" destId="{C75A6690-AAC1-4288-9463-BA04F2F42816}" srcOrd="0" destOrd="0" presId="urn:microsoft.com/office/officeart/2005/8/layout/hierarchy1"/>
    <dgm:cxn modelId="{5DBD517D-4E44-4342-A789-FC80EA2E3ED6}" type="presParOf" srcId="{510A13E2-1501-496F-8E6B-4ED6746ECEFC}" destId="{07003243-16CF-4DCD-AD76-49D246DE27E5}" srcOrd="1" destOrd="0" presId="urn:microsoft.com/office/officeart/2005/8/layout/hierarchy1"/>
    <dgm:cxn modelId="{5C55E7B8-446A-4AAD-A73E-C78CE387A949}" type="presParOf" srcId="{07003243-16CF-4DCD-AD76-49D246DE27E5}" destId="{4CC353C0-C7F7-4FAA-ACA4-5C5E1EC270E6}" srcOrd="0" destOrd="0" presId="urn:microsoft.com/office/officeart/2005/8/layout/hierarchy1"/>
    <dgm:cxn modelId="{DAE987D3-8F4D-4A08-96E7-533C136B1F56}" type="presParOf" srcId="{4CC353C0-C7F7-4FAA-ACA4-5C5E1EC270E6}" destId="{B6614825-30C4-45F2-A77D-818F6EAE04FD}" srcOrd="0" destOrd="0" presId="urn:microsoft.com/office/officeart/2005/8/layout/hierarchy1"/>
    <dgm:cxn modelId="{9E2F9281-5445-4299-B8D7-E2626AFCDAEB}" type="presParOf" srcId="{4CC353C0-C7F7-4FAA-ACA4-5C5E1EC270E6}" destId="{6BFF4249-C516-425D-9CFB-D5BB3CE2038E}" srcOrd="1" destOrd="0" presId="urn:microsoft.com/office/officeart/2005/8/layout/hierarchy1"/>
    <dgm:cxn modelId="{BD416152-5232-4A26-B556-DF49F8878EE2}" type="presParOf" srcId="{07003243-16CF-4DCD-AD76-49D246DE27E5}" destId="{D68014DA-13B1-41E9-BE3D-86A6134C9FAF}" srcOrd="1" destOrd="0" presId="urn:microsoft.com/office/officeart/2005/8/layout/hierarchy1"/>
    <dgm:cxn modelId="{7EBF2B9E-5859-48B1-B886-8DBF4302BAFB}" type="presParOf" srcId="{510A13E2-1501-496F-8E6B-4ED6746ECEFC}" destId="{B13D19D1-48E1-41E6-B696-2DCDC2559886}" srcOrd="2" destOrd="0" presId="urn:microsoft.com/office/officeart/2005/8/layout/hierarchy1"/>
    <dgm:cxn modelId="{EC7D9DFC-15F9-4108-AD02-61C1F42C29EF}" type="presParOf" srcId="{510A13E2-1501-496F-8E6B-4ED6746ECEFC}" destId="{082CC206-7EEB-4EAC-9DB4-35666BECA96D}" srcOrd="3" destOrd="0" presId="urn:microsoft.com/office/officeart/2005/8/layout/hierarchy1"/>
    <dgm:cxn modelId="{B987421D-DB45-4CBF-9686-93240F69B324}" type="presParOf" srcId="{082CC206-7EEB-4EAC-9DB4-35666BECA96D}" destId="{FA9A32B4-71A6-47B5-A8BB-32973CDB74B3}" srcOrd="0" destOrd="0" presId="urn:microsoft.com/office/officeart/2005/8/layout/hierarchy1"/>
    <dgm:cxn modelId="{505E09D4-CAA5-4895-8842-FD07BFA8F989}" type="presParOf" srcId="{FA9A32B4-71A6-47B5-A8BB-32973CDB74B3}" destId="{8A9EEE43-EA3F-4AD7-9625-94E48EF7953A}" srcOrd="0" destOrd="0" presId="urn:microsoft.com/office/officeart/2005/8/layout/hierarchy1"/>
    <dgm:cxn modelId="{A68323AA-F6B1-442A-8F89-5AA24BBF0E39}" type="presParOf" srcId="{FA9A32B4-71A6-47B5-A8BB-32973CDB74B3}" destId="{EEC78141-4629-4009-940C-E94709A1DA50}" srcOrd="1" destOrd="0" presId="urn:microsoft.com/office/officeart/2005/8/layout/hierarchy1"/>
    <dgm:cxn modelId="{570E86A0-94F7-4247-83B3-0EEA8457CEF4}" type="presParOf" srcId="{082CC206-7EEB-4EAC-9DB4-35666BECA96D}" destId="{C1EFD073-F61E-49B4-94F5-0ACE332C2AAB}" srcOrd="1" destOrd="0" presId="urn:microsoft.com/office/officeart/2005/8/layout/hierarchy1"/>
    <dgm:cxn modelId="{DA1D31C3-EAAE-47E9-BE79-EACCBF247BAA}" type="presParOf" srcId="{510A13E2-1501-496F-8E6B-4ED6746ECEFC}" destId="{E7F0A352-22E8-4BB4-B3C3-626FC3A30783}" srcOrd="4" destOrd="0" presId="urn:microsoft.com/office/officeart/2005/8/layout/hierarchy1"/>
    <dgm:cxn modelId="{F530CFEA-3D13-467B-9F23-C7B4B81DD972}" type="presParOf" srcId="{510A13E2-1501-496F-8E6B-4ED6746ECEFC}" destId="{72A69D7A-605D-4503-9F1A-1D875C130608}" srcOrd="5" destOrd="0" presId="urn:microsoft.com/office/officeart/2005/8/layout/hierarchy1"/>
    <dgm:cxn modelId="{5A556086-F3DD-4BA5-873A-15B260829F8A}" type="presParOf" srcId="{72A69D7A-605D-4503-9F1A-1D875C130608}" destId="{CCA49CA5-A5F6-4FB3-8A92-03E54A839ACD}" srcOrd="0" destOrd="0" presId="urn:microsoft.com/office/officeart/2005/8/layout/hierarchy1"/>
    <dgm:cxn modelId="{98372537-F0AE-41C1-BFE6-F8F4975D1567}" type="presParOf" srcId="{CCA49CA5-A5F6-4FB3-8A92-03E54A839ACD}" destId="{E5274E56-1889-432C-9A96-DA42F305DF0D}" srcOrd="0" destOrd="0" presId="urn:microsoft.com/office/officeart/2005/8/layout/hierarchy1"/>
    <dgm:cxn modelId="{EB6C63DC-4A0E-4CE9-A98A-8C0D68A10C20}" type="presParOf" srcId="{CCA49CA5-A5F6-4FB3-8A92-03E54A839ACD}" destId="{FE12D956-F6AB-448A-9732-ACB0B424703A}" srcOrd="1" destOrd="0" presId="urn:microsoft.com/office/officeart/2005/8/layout/hierarchy1"/>
    <dgm:cxn modelId="{4DF00965-DEA4-4410-8D8F-E5981047EFC6}" type="presParOf" srcId="{72A69D7A-605D-4503-9F1A-1D875C130608}" destId="{2677369E-2DA1-471E-8D14-27DB67DAE3D3}" srcOrd="1" destOrd="0" presId="urn:microsoft.com/office/officeart/2005/8/layout/hierarchy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19E8E7-4E86-4821-A8B6-070A5A6CB10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69528-E019-4B2E-9126-4EEB33ACBD40}">
      <dgm:prSet phldrT="[Text]"/>
      <dgm:spPr/>
      <dgm:t>
        <a:bodyPr/>
        <a:lstStyle/>
        <a:p>
          <a:r>
            <a:rPr lang="en-US" dirty="0"/>
            <a:t>LLIE </a:t>
          </a:r>
          <a:r>
            <a:rPr lang="en-US" dirty="0" err="1"/>
            <a:t>Apporaches</a:t>
          </a:r>
          <a:endParaRPr lang="en-US" dirty="0"/>
        </a:p>
      </dgm:t>
    </dgm:pt>
    <dgm:pt modelId="{A5F81D5C-82A7-4130-940A-BE0455AD27EE}" type="parTrans" cxnId="{14F536EC-3A28-475C-8FDE-EDE53BAB87B7}">
      <dgm:prSet/>
      <dgm:spPr/>
      <dgm:t>
        <a:bodyPr/>
        <a:lstStyle/>
        <a:p>
          <a:endParaRPr lang="en-US"/>
        </a:p>
      </dgm:t>
    </dgm:pt>
    <dgm:pt modelId="{0AC02AA5-49DF-4F2A-9809-07FA93AAF104}" type="sibTrans" cxnId="{14F536EC-3A28-475C-8FDE-EDE53BAB87B7}">
      <dgm:prSet/>
      <dgm:spPr/>
      <dgm:t>
        <a:bodyPr/>
        <a:lstStyle/>
        <a:p>
          <a:endParaRPr lang="en-US"/>
        </a:p>
      </dgm:t>
    </dgm:pt>
    <dgm:pt modelId="{06405FA6-C286-4B62-AE88-9ADDB2ECE228}">
      <dgm:prSet phldrT="[Text]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  <dgm:t>
        <a:bodyPr/>
        <a:lstStyle/>
        <a:p>
          <a:r>
            <a:rPr lang="en-US" dirty="0"/>
            <a:t>Hand Crafted Rules</a:t>
          </a:r>
        </a:p>
      </dgm:t>
    </dgm:pt>
    <dgm:pt modelId="{60201A41-10C2-4BB6-94EE-248FEDB4D369}" type="parTrans" cxnId="{349EF9B1-19FE-47C1-AA0B-428B287E840C}">
      <dgm:prSet/>
      <dgm:spPr/>
      <dgm:t>
        <a:bodyPr/>
        <a:lstStyle/>
        <a:p>
          <a:endParaRPr lang="en-US"/>
        </a:p>
      </dgm:t>
    </dgm:pt>
    <dgm:pt modelId="{365E1517-4E84-4793-A8DC-321A02AFD4EE}" type="sibTrans" cxnId="{349EF9B1-19FE-47C1-AA0B-428B287E840C}">
      <dgm:prSet/>
      <dgm:spPr/>
      <dgm:t>
        <a:bodyPr/>
        <a:lstStyle/>
        <a:p>
          <a:endParaRPr lang="en-US"/>
        </a:p>
      </dgm:t>
    </dgm:pt>
    <dgm:pt modelId="{F9B1CDB3-1941-4050-8192-6DF849BDA65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Histogram Equalization (HE)</a:t>
          </a:r>
        </a:p>
      </dgm:t>
    </dgm:pt>
    <dgm:pt modelId="{CA08BF2C-F7D8-4132-94F9-DD57C6894746}" type="parTrans" cxnId="{19A8FF86-AB5B-4BEE-88FE-49929FE909D1}">
      <dgm:prSet/>
      <dgm:spPr/>
      <dgm:t>
        <a:bodyPr/>
        <a:lstStyle/>
        <a:p>
          <a:endParaRPr lang="en-US"/>
        </a:p>
      </dgm:t>
    </dgm:pt>
    <dgm:pt modelId="{78AD4283-EA67-4968-B304-ACE147A1EA41}" type="sibTrans" cxnId="{19A8FF86-AB5B-4BEE-88FE-49929FE909D1}">
      <dgm:prSet/>
      <dgm:spPr/>
      <dgm:t>
        <a:bodyPr/>
        <a:lstStyle/>
        <a:p>
          <a:endParaRPr lang="en-US"/>
        </a:p>
      </dgm:t>
    </dgm:pt>
    <dgm:pt modelId="{3F1A5419-4F7D-4AFF-8616-9AAE90759C33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 err="1"/>
            <a:t>Retinex</a:t>
          </a:r>
          <a:r>
            <a:rPr lang="en-US" dirty="0"/>
            <a:t> Theory</a:t>
          </a:r>
        </a:p>
      </dgm:t>
    </dgm:pt>
    <dgm:pt modelId="{B8244063-B29C-4B2D-8F54-BDCB666EC2C9}" type="parTrans" cxnId="{B49A1A54-2902-4F8F-9A11-ACDFCED6458A}">
      <dgm:prSet/>
      <dgm:spPr/>
      <dgm:t>
        <a:bodyPr/>
        <a:lstStyle/>
        <a:p>
          <a:endParaRPr lang="en-US"/>
        </a:p>
      </dgm:t>
    </dgm:pt>
    <dgm:pt modelId="{03A39BA8-0B6D-477D-8969-9DA8AF47E137}" type="sibTrans" cxnId="{B49A1A54-2902-4F8F-9A11-ACDFCED6458A}">
      <dgm:prSet/>
      <dgm:spPr/>
      <dgm:t>
        <a:bodyPr/>
        <a:lstStyle/>
        <a:p>
          <a:endParaRPr lang="en-US"/>
        </a:p>
      </dgm:t>
    </dgm:pt>
    <dgm:pt modelId="{5FE141CB-E89F-4EAE-A2A9-332D106A8B1B}">
      <dgm:prSet phldrT="[Text]"/>
      <dgm:spPr/>
      <dgm:t>
        <a:bodyPr/>
        <a:lstStyle/>
        <a:p>
          <a:r>
            <a:rPr lang="en-US" dirty="0"/>
            <a:t>Learning</a:t>
          </a:r>
        </a:p>
      </dgm:t>
    </dgm:pt>
    <dgm:pt modelId="{486D35FC-4606-4952-9506-CCD44550BADF}" type="parTrans" cxnId="{0FDDAFDA-726E-4224-92BF-E8C72A8B0C61}">
      <dgm:prSet/>
      <dgm:spPr/>
      <dgm:t>
        <a:bodyPr/>
        <a:lstStyle/>
        <a:p>
          <a:endParaRPr lang="en-US"/>
        </a:p>
      </dgm:t>
    </dgm:pt>
    <dgm:pt modelId="{8E1F43D2-C3C5-4F53-8B05-0CB46B4513D2}" type="sibTrans" cxnId="{0FDDAFDA-726E-4224-92BF-E8C72A8B0C61}">
      <dgm:prSet/>
      <dgm:spPr/>
      <dgm:t>
        <a:bodyPr/>
        <a:lstStyle/>
        <a:p>
          <a:endParaRPr lang="en-US"/>
        </a:p>
      </dgm:t>
    </dgm:pt>
    <dgm:pt modelId="{B6C7496E-4CB6-4D5A-A848-424298CFE4A9}">
      <dgm:prSet phldrT="[Text]"/>
      <dgm:spPr/>
      <dgm:t>
        <a:bodyPr/>
        <a:lstStyle/>
        <a:p>
          <a:r>
            <a:rPr lang="en-US" dirty="0"/>
            <a:t>Supervised</a:t>
          </a:r>
        </a:p>
      </dgm:t>
    </dgm:pt>
    <dgm:pt modelId="{5452A50A-908D-491F-AB62-404EA66B1815}" type="parTrans" cxnId="{CF7ED9A3-51C5-4A3B-9BD2-49EA94CE5E89}">
      <dgm:prSet/>
      <dgm:spPr/>
      <dgm:t>
        <a:bodyPr/>
        <a:lstStyle/>
        <a:p>
          <a:endParaRPr lang="en-US"/>
        </a:p>
      </dgm:t>
    </dgm:pt>
    <dgm:pt modelId="{E7DB72F7-DC4C-4C13-8777-3D532CCEDC3F}" type="sibTrans" cxnId="{CF7ED9A3-51C5-4A3B-9BD2-49EA94CE5E89}">
      <dgm:prSet/>
      <dgm:spPr/>
      <dgm:t>
        <a:bodyPr/>
        <a:lstStyle/>
        <a:p>
          <a:endParaRPr lang="en-US"/>
        </a:p>
      </dgm:t>
    </dgm:pt>
    <dgm:pt modelId="{737D30A4-18B8-4623-97A0-77C824EFFE67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2FB711A0-D8D5-41AC-8AC7-5D0B78508B6C}" type="parTrans" cxnId="{2A9EB687-C884-4D4B-B14B-DA052D000D4B}">
      <dgm:prSet/>
      <dgm:spPr/>
      <dgm:t>
        <a:bodyPr/>
        <a:lstStyle/>
        <a:p>
          <a:endParaRPr lang="en-US"/>
        </a:p>
      </dgm:t>
    </dgm:pt>
    <dgm:pt modelId="{0FE68FF2-6F84-4987-B8B5-0870A688F336}" type="sibTrans" cxnId="{2A9EB687-C884-4D4B-B14B-DA052D000D4B}">
      <dgm:prSet/>
      <dgm:spPr/>
      <dgm:t>
        <a:bodyPr/>
        <a:lstStyle/>
        <a:p>
          <a:endParaRPr lang="en-US"/>
        </a:p>
      </dgm:t>
    </dgm:pt>
    <dgm:pt modelId="{C709A0A9-E9E8-482B-9ED1-5965ADB94DA2}">
      <dgm:prSet phldrT="[Text]"/>
      <dgm:spPr/>
      <dgm:t>
        <a:bodyPr/>
        <a:lstStyle/>
        <a:p>
          <a:r>
            <a:rPr lang="en-US" dirty="0"/>
            <a:t>Semi-supervised</a:t>
          </a:r>
        </a:p>
      </dgm:t>
    </dgm:pt>
    <dgm:pt modelId="{00D0CE48-D756-4858-8E57-6C61D6FAA1B2}" type="parTrans" cxnId="{5D31F881-105E-4588-BA8C-4152D47E99FC}">
      <dgm:prSet/>
      <dgm:spPr/>
      <dgm:t>
        <a:bodyPr/>
        <a:lstStyle/>
        <a:p>
          <a:endParaRPr lang="en-US"/>
        </a:p>
      </dgm:t>
    </dgm:pt>
    <dgm:pt modelId="{C1460C8B-513E-4EB9-BFEA-4CE048283CE1}" type="sibTrans" cxnId="{5D31F881-105E-4588-BA8C-4152D47E99FC}">
      <dgm:prSet/>
      <dgm:spPr/>
      <dgm:t>
        <a:bodyPr/>
        <a:lstStyle/>
        <a:p>
          <a:endParaRPr lang="en-US"/>
        </a:p>
      </dgm:t>
    </dgm:pt>
    <dgm:pt modelId="{AC5070F3-6ED6-45A4-BD58-6DAEAC5514AD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Others</a:t>
          </a:r>
        </a:p>
      </dgm:t>
    </dgm:pt>
    <dgm:pt modelId="{DEFAA8E6-2B51-4736-BCD0-6C1AE6B8DA05}" type="parTrans" cxnId="{F5C91A64-5474-4C9F-AFF8-FAF21A423649}">
      <dgm:prSet/>
      <dgm:spPr/>
      <dgm:t>
        <a:bodyPr/>
        <a:lstStyle/>
        <a:p>
          <a:endParaRPr lang="en-US"/>
        </a:p>
      </dgm:t>
    </dgm:pt>
    <dgm:pt modelId="{8CBB5F2C-29B5-438F-AC37-4C7E53A296BF}" type="sibTrans" cxnId="{F5C91A64-5474-4C9F-AFF8-FAF21A423649}">
      <dgm:prSet/>
      <dgm:spPr/>
      <dgm:t>
        <a:bodyPr/>
        <a:lstStyle/>
        <a:p>
          <a:endParaRPr lang="en-US"/>
        </a:p>
      </dgm:t>
    </dgm:pt>
    <dgm:pt modelId="{73E4578C-CF1F-4048-87D1-3F0C6E0AA2FB}" type="pres">
      <dgm:prSet presAssocID="{9019E8E7-4E86-4821-A8B6-070A5A6CB1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DCB082-B05E-4C94-9222-212ACA80043D}" type="pres">
      <dgm:prSet presAssocID="{73B69528-E019-4B2E-9126-4EEB33ACBD40}" presName="hierRoot1" presStyleCnt="0"/>
      <dgm:spPr/>
    </dgm:pt>
    <dgm:pt modelId="{E395642F-5F57-4DC3-BD56-994D2E64072E}" type="pres">
      <dgm:prSet presAssocID="{73B69528-E019-4B2E-9126-4EEB33ACBD40}" presName="composite" presStyleCnt="0"/>
      <dgm:spPr/>
    </dgm:pt>
    <dgm:pt modelId="{8C1469E6-21C1-4496-B1BD-C5B9FB31144F}" type="pres">
      <dgm:prSet presAssocID="{73B69528-E019-4B2E-9126-4EEB33ACBD40}" presName="background" presStyleLbl="node0" presStyleIdx="0" presStyleCnt="1"/>
      <dgm:spPr/>
    </dgm:pt>
    <dgm:pt modelId="{F4CF985B-A482-4F03-B9FC-F2087F4985B0}" type="pres">
      <dgm:prSet presAssocID="{73B69528-E019-4B2E-9126-4EEB33ACBD40}" presName="text" presStyleLbl="fgAcc0" presStyleIdx="0" presStyleCnt="1">
        <dgm:presLayoutVars>
          <dgm:chPref val="3"/>
        </dgm:presLayoutVars>
      </dgm:prSet>
      <dgm:spPr/>
    </dgm:pt>
    <dgm:pt modelId="{DF3900A0-3FAD-4681-9AB3-8A8EF02E1765}" type="pres">
      <dgm:prSet presAssocID="{73B69528-E019-4B2E-9126-4EEB33ACBD40}" presName="hierChild2" presStyleCnt="0"/>
      <dgm:spPr/>
    </dgm:pt>
    <dgm:pt modelId="{BE4B1407-4E32-4593-B172-FD2D9EAE000B}" type="pres">
      <dgm:prSet presAssocID="{60201A41-10C2-4BB6-94EE-248FEDB4D369}" presName="Name10" presStyleLbl="parChTrans1D2" presStyleIdx="0" presStyleCnt="2"/>
      <dgm:spPr/>
    </dgm:pt>
    <dgm:pt modelId="{4874A0B0-58F5-4DF9-A126-49BC4D5C899C}" type="pres">
      <dgm:prSet presAssocID="{06405FA6-C286-4B62-AE88-9ADDB2ECE228}" presName="hierRoot2" presStyleCnt="0"/>
      <dgm:spPr/>
    </dgm:pt>
    <dgm:pt modelId="{E645467C-B18F-4F74-A1F8-B61DAE1D244F}" type="pres">
      <dgm:prSet presAssocID="{06405FA6-C286-4B62-AE88-9ADDB2ECE228}" presName="composite2" presStyleCnt="0"/>
      <dgm:spPr/>
    </dgm:pt>
    <dgm:pt modelId="{C6D3DFB5-2C4F-4951-ABFB-002B4782E3E7}" type="pres">
      <dgm:prSet presAssocID="{06405FA6-C286-4B62-AE88-9ADDB2ECE228}" presName="background2" presStyleLbl="node2" presStyleIdx="0" presStyleCnt="2"/>
      <dgm:spPr>
        <a:solidFill>
          <a:schemeClr val="bg1">
            <a:lumMod val="85000"/>
          </a:schemeClr>
        </a:solidFill>
      </dgm:spPr>
    </dgm:pt>
    <dgm:pt modelId="{6BB3C1D7-B01F-41C0-8A94-7C44DE6FB64C}" type="pres">
      <dgm:prSet presAssocID="{06405FA6-C286-4B62-AE88-9ADDB2ECE228}" presName="text2" presStyleLbl="fgAcc2" presStyleIdx="0" presStyleCnt="2" custScaleX="150666">
        <dgm:presLayoutVars>
          <dgm:chPref val="3"/>
        </dgm:presLayoutVars>
      </dgm:prSet>
      <dgm:spPr/>
    </dgm:pt>
    <dgm:pt modelId="{510A13E2-1501-496F-8E6B-4ED6746ECEFC}" type="pres">
      <dgm:prSet presAssocID="{06405FA6-C286-4B62-AE88-9ADDB2ECE228}" presName="hierChild3" presStyleCnt="0"/>
      <dgm:spPr/>
    </dgm:pt>
    <dgm:pt modelId="{C75A6690-AAC1-4288-9463-BA04F2F42816}" type="pres">
      <dgm:prSet presAssocID="{CA08BF2C-F7D8-4132-94F9-DD57C6894746}" presName="Name17" presStyleLbl="parChTrans1D3" presStyleIdx="0" presStyleCnt="6"/>
      <dgm:spPr/>
    </dgm:pt>
    <dgm:pt modelId="{07003243-16CF-4DCD-AD76-49D246DE27E5}" type="pres">
      <dgm:prSet presAssocID="{F9B1CDB3-1941-4050-8192-6DF849BDA655}" presName="hierRoot3" presStyleCnt="0"/>
      <dgm:spPr/>
    </dgm:pt>
    <dgm:pt modelId="{4CC353C0-C7F7-4FAA-ACA4-5C5E1EC270E6}" type="pres">
      <dgm:prSet presAssocID="{F9B1CDB3-1941-4050-8192-6DF849BDA655}" presName="composite3" presStyleCnt="0"/>
      <dgm:spPr/>
    </dgm:pt>
    <dgm:pt modelId="{B6614825-30C4-45F2-A77D-818F6EAE04FD}" type="pres">
      <dgm:prSet presAssocID="{F9B1CDB3-1941-4050-8192-6DF849BDA655}" presName="background3" presStyleLbl="node3" presStyleIdx="0" presStyleCnt="6"/>
      <dgm:spPr>
        <a:solidFill>
          <a:schemeClr val="bg1">
            <a:lumMod val="85000"/>
          </a:schemeClr>
        </a:solidFill>
      </dgm:spPr>
    </dgm:pt>
    <dgm:pt modelId="{6BFF4249-C516-425D-9CFB-D5BB3CE2038E}" type="pres">
      <dgm:prSet presAssocID="{F9B1CDB3-1941-4050-8192-6DF849BDA655}" presName="text3" presStyleLbl="fgAcc3" presStyleIdx="0" presStyleCnt="6">
        <dgm:presLayoutVars>
          <dgm:chPref val="3"/>
        </dgm:presLayoutVars>
      </dgm:prSet>
      <dgm:spPr/>
    </dgm:pt>
    <dgm:pt modelId="{D68014DA-13B1-41E9-BE3D-86A6134C9FAF}" type="pres">
      <dgm:prSet presAssocID="{F9B1CDB3-1941-4050-8192-6DF849BDA655}" presName="hierChild4" presStyleCnt="0"/>
      <dgm:spPr/>
    </dgm:pt>
    <dgm:pt modelId="{B13D19D1-48E1-41E6-B696-2DCDC2559886}" type="pres">
      <dgm:prSet presAssocID="{B8244063-B29C-4B2D-8F54-BDCB666EC2C9}" presName="Name17" presStyleLbl="parChTrans1D3" presStyleIdx="1" presStyleCnt="6"/>
      <dgm:spPr/>
    </dgm:pt>
    <dgm:pt modelId="{082CC206-7EEB-4EAC-9DB4-35666BECA96D}" type="pres">
      <dgm:prSet presAssocID="{3F1A5419-4F7D-4AFF-8616-9AAE90759C33}" presName="hierRoot3" presStyleCnt="0"/>
      <dgm:spPr/>
    </dgm:pt>
    <dgm:pt modelId="{FA9A32B4-71A6-47B5-A8BB-32973CDB74B3}" type="pres">
      <dgm:prSet presAssocID="{3F1A5419-4F7D-4AFF-8616-9AAE90759C33}" presName="composite3" presStyleCnt="0"/>
      <dgm:spPr/>
    </dgm:pt>
    <dgm:pt modelId="{8A9EEE43-EA3F-4AD7-9625-94E48EF7953A}" type="pres">
      <dgm:prSet presAssocID="{3F1A5419-4F7D-4AFF-8616-9AAE90759C33}" presName="background3" presStyleLbl="node3" presStyleIdx="1" presStyleCnt="6"/>
      <dgm:spPr>
        <a:solidFill>
          <a:schemeClr val="bg1">
            <a:lumMod val="85000"/>
          </a:schemeClr>
        </a:solidFill>
      </dgm:spPr>
    </dgm:pt>
    <dgm:pt modelId="{EEC78141-4629-4009-940C-E94709A1DA50}" type="pres">
      <dgm:prSet presAssocID="{3F1A5419-4F7D-4AFF-8616-9AAE90759C33}" presName="text3" presStyleLbl="fgAcc3" presStyleIdx="1" presStyleCnt="6">
        <dgm:presLayoutVars>
          <dgm:chPref val="3"/>
        </dgm:presLayoutVars>
      </dgm:prSet>
      <dgm:spPr/>
    </dgm:pt>
    <dgm:pt modelId="{C1EFD073-F61E-49B4-94F5-0ACE332C2AAB}" type="pres">
      <dgm:prSet presAssocID="{3F1A5419-4F7D-4AFF-8616-9AAE90759C33}" presName="hierChild4" presStyleCnt="0"/>
      <dgm:spPr/>
    </dgm:pt>
    <dgm:pt modelId="{E7F0A352-22E8-4BB4-B3C3-626FC3A30783}" type="pres">
      <dgm:prSet presAssocID="{DEFAA8E6-2B51-4736-BCD0-6C1AE6B8DA05}" presName="Name17" presStyleLbl="parChTrans1D3" presStyleIdx="2" presStyleCnt="6"/>
      <dgm:spPr/>
    </dgm:pt>
    <dgm:pt modelId="{72A69D7A-605D-4503-9F1A-1D875C130608}" type="pres">
      <dgm:prSet presAssocID="{AC5070F3-6ED6-45A4-BD58-6DAEAC5514AD}" presName="hierRoot3" presStyleCnt="0"/>
      <dgm:spPr/>
    </dgm:pt>
    <dgm:pt modelId="{CCA49CA5-A5F6-4FB3-8A92-03E54A839ACD}" type="pres">
      <dgm:prSet presAssocID="{AC5070F3-6ED6-45A4-BD58-6DAEAC5514AD}" presName="composite3" presStyleCnt="0"/>
      <dgm:spPr/>
    </dgm:pt>
    <dgm:pt modelId="{E5274E56-1889-432C-9A96-DA42F305DF0D}" type="pres">
      <dgm:prSet presAssocID="{AC5070F3-6ED6-45A4-BD58-6DAEAC5514AD}" presName="background3" presStyleLbl="node3" presStyleIdx="2" presStyleCnt="6"/>
      <dgm:spPr>
        <a:solidFill>
          <a:schemeClr val="bg1">
            <a:lumMod val="85000"/>
          </a:schemeClr>
        </a:solidFill>
      </dgm:spPr>
    </dgm:pt>
    <dgm:pt modelId="{FE12D956-F6AB-448A-9732-ACB0B424703A}" type="pres">
      <dgm:prSet presAssocID="{AC5070F3-6ED6-45A4-BD58-6DAEAC5514AD}" presName="text3" presStyleLbl="fgAcc3" presStyleIdx="2" presStyleCnt="6">
        <dgm:presLayoutVars>
          <dgm:chPref val="3"/>
        </dgm:presLayoutVars>
      </dgm:prSet>
      <dgm:spPr/>
    </dgm:pt>
    <dgm:pt modelId="{2677369E-2DA1-471E-8D14-27DB67DAE3D3}" type="pres">
      <dgm:prSet presAssocID="{AC5070F3-6ED6-45A4-BD58-6DAEAC5514AD}" presName="hierChild4" presStyleCnt="0"/>
      <dgm:spPr/>
    </dgm:pt>
    <dgm:pt modelId="{2A1444F3-A9E1-4251-8120-E8EFBE28A593}" type="pres">
      <dgm:prSet presAssocID="{486D35FC-4606-4952-9506-CCD44550BADF}" presName="Name10" presStyleLbl="parChTrans1D2" presStyleIdx="1" presStyleCnt="2"/>
      <dgm:spPr/>
    </dgm:pt>
    <dgm:pt modelId="{E1688E60-5AFB-4C31-BB5D-B82208BF8EE2}" type="pres">
      <dgm:prSet presAssocID="{5FE141CB-E89F-4EAE-A2A9-332D106A8B1B}" presName="hierRoot2" presStyleCnt="0"/>
      <dgm:spPr/>
    </dgm:pt>
    <dgm:pt modelId="{9796D322-9EED-4141-9331-36939F83EDC7}" type="pres">
      <dgm:prSet presAssocID="{5FE141CB-E89F-4EAE-A2A9-332D106A8B1B}" presName="composite2" presStyleCnt="0"/>
      <dgm:spPr/>
    </dgm:pt>
    <dgm:pt modelId="{59474F24-E888-4275-934F-F86DA1305216}" type="pres">
      <dgm:prSet presAssocID="{5FE141CB-E89F-4EAE-A2A9-332D106A8B1B}" presName="background2" presStyleLbl="node2" presStyleIdx="1" presStyleCnt="2"/>
      <dgm:spPr/>
    </dgm:pt>
    <dgm:pt modelId="{8EF6F87C-6CDE-47E5-A0EF-FD92E5081A36}" type="pres">
      <dgm:prSet presAssocID="{5FE141CB-E89F-4EAE-A2A9-332D106A8B1B}" presName="text2" presStyleLbl="fgAcc2" presStyleIdx="1" presStyleCnt="2">
        <dgm:presLayoutVars>
          <dgm:chPref val="3"/>
        </dgm:presLayoutVars>
      </dgm:prSet>
      <dgm:spPr/>
    </dgm:pt>
    <dgm:pt modelId="{739071C9-F984-4807-AA42-A8B3793BCD04}" type="pres">
      <dgm:prSet presAssocID="{5FE141CB-E89F-4EAE-A2A9-332D106A8B1B}" presName="hierChild3" presStyleCnt="0"/>
      <dgm:spPr/>
    </dgm:pt>
    <dgm:pt modelId="{E6CF2AC4-3E06-4437-897A-AB3000F2C92C}" type="pres">
      <dgm:prSet presAssocID="{5452A50A-908D-491F-AB62-404EA66B1815}" presName="Name17" presStyleLbl="parChTrans1D3" presStyleIdx="3" presStyleCnt="6"/>
      <dgm:spPr/>
    </dgm:pt>
    <dgm:pt modelId="{8EA69ABF-0EE0-470A-B15A-43D65ACAF9FB}" type="pres">
      <dgm:prSet presAssocID="{B6C7496E-4CB6-4D5A-A848-424298CFE4A9}" presName="hierRoot3" presStyleCnt="0"/>
      <dgm:spPr/>
    </dgm:pt>
    <dgm:pt modelId="{5AB35B31-D3AE-4904-B2A8-6F8A39FB6919}" type="pres">
      <dgm:prSet presAssocID="{B6C7496E-4CB6-4D5A-A848-424298CFE4A9}" presName="composite3" presStyleCnt="0"/>
      <dgm:spPr/>
    </dgm:pt>
    <dgm:pt modelId="{69CBED36-6734-43B6-8310-1C58D81E424D}" type="pres">
      <dgm:prSet presAssocID="{B6C7496E-4CB6-4D5A-A848-424298CFE4A9}" presName="background3" presStyleLbl="node3" presStyleIdx="3" presStyleCnt="6"/>
      <dgm:spPr/>
    </dgm:pt>
    <dgm:pt modelId="{17CCC18B-132E-4E83-B384-D15F3BE15EE7}" type="pres">
      <dgm:prSet presAssocID="{B6C7496E-4CB6-4D5A-A848-424298CFE4A9}" presName="text3" presStyleLbl="fgAcc3" presStyleIdx="3" presStyleCnt="6">
        <dgm:presLayoutVars>
          <dgm:chPref val="3"/>
        </dgm:presLayoutVars>
      </dgm:prSet>
      <dgm:spPr/>
    </dgm:pt>
    <dgm:pt modelId="{7B708A4A-D727-4071-AC66-E8A55138F809}" type="pres">
      <dgm:prSet presAssocID="{B6C7496E-4CB6-4D5A-A848-424298CFE4A9}" presName="hierChild4" presStyleCnt="0"/>
      <dgm:spPr/>
    </dgm:pt>
    <dgm:pt modelId="{63898A6F-2B12-4FFE-B0D0-8532C923AA00}" type="pres">
      <dgm:prSet presAssocID="{2FB711A0-D8D5-41AC-8AC7-5D0B78508B6C}" presName="Name17" presStyleLbl="parChTrans1D3" presStyleIdx="4" presStyleCnt="6"/>
      <dgm:spPr/>
    </dgm:pt>
    <dgm:pt modelId="{A8B629D7-C8AF-4321-98AD-C8F3124FFFAC}" type="pres">
      <dgm:prSet presAssocID="{737D30A4-18B8-4623-97A0-77C824EFFE67}" presName="hierRoot3" presStyleCnt="0"/>
      <dgm:spPr/>
    </dgm:pt>
    <dgm:pt modelId="{90EE0541-C382-490D-AAA1-CFF373E43B50}" type="pres">
      <dgm:prSet presAssocID="{737D30A4-18B8-4623-97A0-77C824EFFE67}" presName="composite3" presStyleCnt="0"/>
      <dgm:spPr/>
    </dgm:pt>
    <dgm:pt modelId="{A399198D-9D62-4107-8A9D-6C9AAAC6F3F8}" type="pres">
      <dgm:prSet presAssocID="{737D30A4-18B8-4623-97A0-77C824EFFE67}" presName="background3" presStyleLbl="node3" presStyleIdx="4" presStyleCnt="6"/>
      <dgm:spPr/>
    </dgm:pt>
    <dgm:pt modelId="{99CE5188-5397-45A1-B064-865A63FBE262}" type="pres">
      <dgm:prSet presAssocID="{737D30A4-18B8-4623-97A0-77C824EFFE67}" presName="text3" presStyleLbl="fgAcc3" presStyleIdx="4" presStyleCnt="6">
        <dgm:presLayoutVars>
          <dgm:chPref val="3"/>
        </dgm:presLayoutVars>
      </dgm:prSet>
      <dgm:spPr/>
    </dgm:pt>
    <dgm:pt modelId="{1CDA7ADE-3FA2-4BD2-A03C-6A529909AC8A}" type="pres">
      <dgm:prSet presAssocID="{737D30A4-18B8-4623-97A0-77C824EFFE67}" presName="hierChild4" presStyleCnt="0"/>
      <dgm:spPr/>
    </dgm:pt>
    <dgm:pt modelId="{7CC0455C-B963-4B55-A88B-AC0A8D49C330}" type="pres">
      <dgm:prSet presAssocID="{00D0CE48-D756-4858-8E57-6C61D6FAA1B2}" presName="Name17" presStyleLbl="parChTrans1D3" presStyleIdx="5" presStyleCnt="6"/>
      <dgm:spPr/>
    </dgm:pt>
    <dgm:pt modelId="{44E6390A-9FC2-4090-8777-268DECBCC902}" type="pres">
      <dgm:prSet presAssocID="{C709A0A9-E9E8-482B-9ED1-5965ADB94DA2}" presName="hierRoot3" presStyleCnt="0"/>
      <dgm:spPr/>
    </dgm:pt>
    <dgm:pt modelId="{3C1D27B6-4D05-4461-9E60-1AD5F900A6D3}" type="pres">
      <dgm:prSet presAssocID="{C709A0A9-E9E8-482B-9ED1-5965ADB94DA2}" presName="composite3" presStyleCnt="0"/>
      <dgm:spPr/>
    </dgm:pt>
    <dgm:pt modelId="{1736A74C-677B-40F4-BEA4-951F680C85DA}" type="pres">
      <dgm:prSet presAssocID="{C709A0A9-E9E8-482B-9ED1-5965ADB94DA2}" presName="background3" presStyleLbl="node3" presStyleIdx="5" presStyleCnt="6"/>
      <dgm:spPr/>
    </dgm:pt>
    <dgm:pt modelId="{113245FF-436A-4DB5-A2F2-D0F6659BBAE7}" type="pres">
      <dgm:prSet presAssocID="{C709A0A9-E9E8-482B-9ED1-5965ADB94DA2}" presName="text3" presStyleLbl="fgAcc3" presStyleIdx="5" presStyleCnt="6">
        <dgm:presLayoutVars>
          <dgm:chPref val="3"/>
        </dgm:presLayoutVars>
      </dgm:prSet>
      <dgm:spPr/>
    </dgm:pt>
    <dgm:pt modelId="{86D72C9E-9857-4DAB-AFED-C52622FD0D34}" type="pres">
      <dgm:prSet presAssocID="{C709A0A9-E9E8-482B-9ED1-5965ADB94DA2}" presName="hierChild4" presStyleCnt="0"/>
      <dgm:spPr/>
    </dgm:pt>
  </dgm:ptLst>
  <dgm:cxnLst>
    <dgm:cxn modelId="{A50E9F04-95BA-4720-B777-31B623351FB6}" type="presOf" srcId="{CA08BF2C-F7D8-4132-94F9-DD57C6894746}" destId="{C75A6690-AAC1-4288-9463-BA04F2F42816}" srcOrd="0" destOrd="0" presId="urn:microsoft.com/office/officeart/2005/8/layout/hierarchy1"/>
    <dgm:cxn modelId="{869B1E1F-F5B8-413F-8FD1-119015DB4A7F}" type="presOf" srcId="{B8244063-B29C-4B2D-8F54-BDCB666EC2C9}" destId="{B13D19D1-48E1-41E6-B696-2DCDC2559886}" srcOrd="0" destOrd="0" presId="urn:microsoft.com/office/officeart/2005/8/layout/hierarchy1"/>
    <dgm:cxn modelId="{28E65D33-CF70-41E7-A081-A331BC00D46E}" type="presOf" srcId="{B6C7496E-4CB6-4D5A-A848-424298CFE4A9}" destId="{17CCC18B-132E-4E83-B384-D15F3BE15EE7}" srcOrd="0" destOrd="0" presId="urn:microsoft.com/office/officeart/2005/8/layout/hierarchy1"/>
    <dgm:cxn modelId="{3AC4D735-A055-4906-B1E9-33E0D40EDA39}" type="presOf" srcId="{C709A0A9-E9E8-482B-9ED1-5965ADB94DA2}" destId="{113245FF-436A-4DB5-A2F2-D0F6659BBAE7}" srcOrd="0" destOrd="0" presId="urn:microsoft.com/office/officeart/2005/8/layout/hierarchy1"/>
    <dgm:cxn modelId="{F5C91A64-5474-4C9F-AFF8-FAF21A423649}" srcId="{06405FA6-C286-4B62-AE88-9ADDB2ECE228}" destId="{AC5070F3-6ED6-45A4-BD58-6DAEAC5514AD}" srcOrd="2" destOrd="0" parTransId="{DEFAA8E6-2B51-4736-BCD0-6C1AE6B8DA05}" sibTransId="{8CBB5F2C-29B5-438F-AC37-4C7E53A296BF}"/>
    <dgm:cxn modelId="{DC024267-A109-4E69-BB71-F7782B0B4BA5}" type="presOf" srcId="{2FB711A0-D8D5-41AC-8AC7-5D0B78508B6C}" destId="{63898A6F-2B12-4FFE-B0D0-8532C923AA00}" srcOrd="0" destOrd="0" presId="urn:microsoft.com/office/officeart/2005/8/layout/hierarchy1"/>
    <dgm:cxn modelId="{13AD3769-2E66-479B-93C7-5CAC0A394DFE}" type="presOf" srcId="{60201A41-10C2-4BB6-94EE-248FEDB4D369}" destId="{BE4B1407-4E32-4593-B172-FD2D9EAE000B}" srcOrd="0" destOrd="0" presId="urn:microsoft.com/office/officeart/2005/8/layout/hierarchy1"/>
    <dgm:cxn modelId="{05CDB449-4E99-42F4-96D5-4FA66111F1A4}" type="presOf" srcId="{AC5070F3-6ED6-45A4-BD58-6DAEAC5514AD}" destId="{FE12D956-F6AB-448A-9732-ACB0B424703A}" srcOrd="0" destOrd="0" presId="urn:microsoft.com/office/officeart/2005/8/layout/hierarchy1"/>
    <dgm:cxn modelId="{B49A1A54-2902-4F8F-9A11-ACDFCED6458A}" srcId="{06405FA6-C286-4B62-AE88-9ADDB2ECE228}" destId="{3F1A5419-4F7D-4AFF-8616-9AAE90759C33}" srcOrd="1" destOrd="0" parTransId="{B8244063-B29C-4B2D-8F54-BDCB666EC2C9}" sibTransId="{03A39BA8-0B6D-477D-8969-9DA8AF47E137}"/>
    <dgm:cxn modelId="{D6755F57-138C-447E-8411-A2EC33ABF968}" type="presOf" srcId="{3F1A5419-4F7D-4AFF-8616-9AAE90759C33}" destId="{EEC78141-4629-4009-940C-E94709A1DA50}" srcOrd="0" destOrd="0" presId="urn:microsoft.com/office/officeart/2005/8/layout/hierarchy1"/>
    <dgm:cxn modelId="{5D31F881-105E-4588-BA8C-4152D47E99FC}" srcId="{5FE141CB-E89F-4EAE-A2A9-332D106A8B1B}" destId="{C709A0A9-E9E8-482B-9ED1-5965ADB94DA2}" srcOrd="2" destOrd="0" parTransId="{00D0CE48-D756-4858-8E57-6C61D6FAA1B2}" sibTransId="{C1460C8B-513E-4EB9-BFEA-4CE048283CE1}"/>
    <dgm:cxn modelId="{19A8FF86-AB5B-4BEE-88FE-49929FE909D1}" srcId="{06405FA6-C286-4B62-AE88-9ADDB2ECE228}" destId="{F9B1CDB3-1941-4050-8192-6DF849BDA655}" srcOrd="0" destOrd="0" parTransId="{CA08BF2C-F7D8-4132-94F9-DD57C6894746}" sibTransId="{78AD4283-EA67-4968-B304-ACE147A1EA41}"/>
    <dgm:cxn modelId="{2A9EB687-C884-4D4B-B14B-DA052D000D4B}" srcId="{5FE141CB-E89F-4EAE-A2A9-332D106A8B1B}" destId="{737D30A4-18B8-4623-97A0-77C824EFFE67}" srcOrd="1" destOrd="0" parTransId="{2FB711A0-D8D5-41AC-8AC7-5D0B78508B6C}" sibTransId="{0FE68FF2-6F84-4987-B8B5-0870A688F336}"/>
    <dgm:cxn modelId="{66C4CC9F-D48D-4481-AB56-FF41F446FFCC}" type="presOf" srcId="{F9B1CDB3-1941-4050-8192-6DF849BDA655}" destId="{6BFF4249-C516-425D-9CFB-D5BB3CE2038E}" srcOrd="0" destOrd="0" presId="urn:microsoft.com/office/officeart/2005/8/layout/hierarchy1"/>
    <dgm:cxn modelId="{CF7ED9A3-51C5-4A3B-9BD2-49EA94CE5E89}" srcId="{5FE141CB-E89F-4EAE-A2A9-332D106A8B1B}" destId="{B6C7496E-4CB6-4D5A-A848-424298CFE4A9}" srcOrd="0" destOrd="0" parTransId="{5452A50A-908D-491F-AB62-404EA66B1815}" sibTransId="{E7DB72F7-DC4C-4C13-8777-3D532CCEDC3F}"/>
    <dgm:cxn modelId="{349EF9B1-19FE-47C1-AA0B-428B287E840C}" srcId="{73B69528-E019-4B2E-9126-4EEB33ACBD40}" destId="{06405FA6-C286-4B62-AE88-9ADDB2ECE228}" srcOrd="0" destOrd="0" parTransId="{60201A41-10C2-4BB6-94EE-248FEDB4D369}" sibTransId="{365E1517-4E84-4793-A8DC-321A02AFD4EE}"/>
    <dgm:cxn modelId="{2AE070B5-889A-4F41-BC18-F35B26A0C484}" type="presOf" srcId="{9019E8E7-4E86-4821-A8B6-070A5A6CB108}" destId="{73E4578C-CF1F-4048-87D1-3F0C6E0AA2FB}" srcOrd="0" destOrd="0" presId="urn:microsoft.com/office/officeart/2005/8/layout/hierarchy1"/>
    <dgm:cxn modelId="{675AEEB8-5926-48E5-AAA5-BAF59D20F446}" type="presOf" srcId="{737D30A4-18B8-4623-97A0-77C824EFFE67}" destId="{99CE5188-5397-45A1-B064-865A63FBE262}" srcOrd="0" destOrd="0" presId="urn:microsoft.com/office/officeart/2005/8/layout/hierarchy1"/>
    <dgm:cxn modelId="{669EACC3-426E-435F-860F-3FDDE4F914FE}" type="presOf" srcId="{486D35FC-4606-4952-9506-CCD44550BADF}" destId="{2A1444F3-A9E1-4251-8120-E8EFBE28A593}" srcOrd="0" destOrd="0" presId="urn:microsoft.com/office/officeart/2005/8/layout/hierarchy1"/>
    <dgm:cxn modelId="{DCFB95CD-6807-46AA-9AB2-17F40D4F1972}" type="presOf" srcId="{06405FA6-C286-4B62-AE88-9ADDB2ECE228}" destId="{6BB3C1D7-B01F-41C0-8A94-7C44DE6FB64C}" srcOrd="0" destOrd="0" presId="urn:microsoft.com/office/officeart/2005/8/layout/hierarchy1"/>
    <dgm:cxn modelId="{0FDDAFDA-726E-4224-92BF-E8C72A8B0C61}" srcId="{73B69528-E019-4B2E-9126-4EEB33ACBD40}" destId="{5FE141CB-E89F-4EAE-A2A9-332D106A8B1B}" srcOrd="1" destOrd="0" parTransId="{486D35FC-4606-4952-9506-CCD44550BADF}" sibTransId="{8E1F43D2-C3C5-4F53-8B05-0CB46B4513D2}"/>
    <dgm:cxn modelId="{695D7DE5-81CA-493F-A7D8-9DF5766C29B0}" type="presOf" srcId="{5FE141CB-E89F-4EAE-A2A9-332D106A8B1B}" destId="{8EF6F87C-6CDE-47E5-A0EF-FD92E5081A36}" srcOrd="0" destOrd="0" presId="urn:microsoft.com/office/officeart/2005/8/layout/hierarchy1"/>
    <dgm:cxn modelId="{14F536EC-3A28-475C-8FDE-EDE53BAB87B7}" srcId="{9019E8E7-4E86-4821-A8B6-070A5A6CB108}" destId="{73B69528-E019-4B2E-9126-4EEB33ACBD40}" srcOrd="0" destOrd="0" parTransId="{A5F81D5C-82A7-4130-940A-BE0455AD27EE}" sibTransId="{0AC02AA5-49DF-4F2A-9809-07FA93AAF104}"/>
    <dgm:cxn modelId="{EC18E3F0-5B53-49F2-A159-0EE01A46BD81}" type="presOf" srcId="{73B69528-E019-4B2E-9126-4EEB33ACBD40}" destId="{F4CF985B-A482-4F03-B9FC-F2087F4985B0}" srcOrd="0" destOrd="0" presId="urn:microsoft.com/office/officeart/2005/8/layout/hierarchy1"/>
    <dgm:cxn modelId="{5BC59AF9-BF73-41A2-BD03-4B7A19B6978F}" type="presOf" srcId="{5452A50A-908D-491F-AB62-404EA66B1815}" destId="{E6CF2AC4-3E06-4437-897A-AB3000F2C92C}" srcOrd="0" destOrd="0" presId="urn:microsoft.com/office/officeart/2005/8/layout/hierarchy1"/>
    <dgm:cxn modelId="{F323F1FA-EC05-4B81-BCFA-800B148FF8D5}" type="presOf" srcId="{00D0CE48-D756-4858-8E57-6C61D6FAA1B2}" destId="{7CC0455C-B963-4B55-A88B-AC0A8D49C330}" srcOrd="0" destOrd="0" presId="urn:microsoft.com/office/officeart/2005/8/layout/hierarchy1"/>
    <dgm:cxn modelId="{A45B22FD-7631-4216-A47B-FEEA63FEACAE}" type="presOf" srcId="{DEFAA8E6-2B51-4736-BCD0-6C1AE6B8DA05}" destId="{E7F0A352-22E8-4BB4-B3C3-626FC3A30783}" srcOrd="0" destOrd="0" presId="urn:microsoft.com/office/officeart/2005/8/layout/hierarchy1"/>
    <dgm:cxn modelId="{B7BB37AC-0B6C-4D36-9315-E3F45107B662}" type="presParOf" srcId="{73E4578C-CF1F-4048-87D1-3F0C6E0AA2FB}" destId="{E1DCB082-B05E-4C94-9222-212ACA80043D}" srcOrd="0" destOrd="0" presId="urn:microsoft.com/office/officeart/2005/8/layout/hierarchy1"/>
    <dgm:cxn modelId="{05575332-263D-4042-86ED-CD68AAA48788}" type="presParOf" srcId="{E1DCB082-B05E-4C94-9222-212ACA80043D}" destId="{E395642F-5F57-4DC3-BD56-994D2E64072E}" srcOrd="0" destOrd="0" presId="urn:microsoft.com/office/officeart/2005/8/layout/hierarchy1"/>
    <dgm:cxn modelId="{0152DA54-6ABA-44BD-AB94-5E6AB7A4D42F}" type="presParOf" srcId="{E395642F-5F57-4DC3-BD56-994D2E64072E}" destId="{8C1469E6-21C1-4496-B1BD-C5B9FB31144F}" srcOrd="0" destOrd="0" presId="urn:microsoft.com/office/officeart/2005/8/layout/hierarchy1"/>
    <dgm:cxn modelId="{76159D1F-5634-4E23-8EA0-A43925E4A678}" type="presParOf" srcId="{E395642F-5F57-4DC3-BD56-994D2E64072E}" destId="{F4CF985B-A482-4F03-B9FC-F2087F4985B0}" srcOrd="1" destOrd="0" presId="urn:microsoft.com/office/officeart/2005/8/layout/hierarchy1"/>
    <dgm:cxn modelId="{9DC16770-4115-41FC-968A-DF466235F28C}" type="presParOf" srcId="{E1DCB082-B05E-4C94-9222-212ACA80043D}" destId="{DF3900A0-3FAD-4681-9AB3-8A8EF02E1765}" srcOrd="1" destOrd="0" presId="urn:microsoft.com/office/officeart/2005/8/layout/hierarchy1"/>
    <dgm:cxn modelId="{6AB03771-0A91-426A-BAB3-AA4C427A938D}" type="presParOf" srcId="{DF3900A0-3FAD-4681-9AB3-8A8EF02E1765}" destId="{BE4B1407-4E32-4593-B172-FD2D9EAE000B}" srcOrd="0" destOrd="0" presId="urn:microsoft.com/office/officeart/2005/8/layout/hierarchy1"/>
    <dgm:cxn modelId="{CC00A87F-1BBF-4806-9852-185FB80F91A4}" type="presParOf" srcId="{DF3900A0-3FAD-4681-9AB3-8A8EF02E1765}" destId="{4874A0B0-58F5-4DF9-A126-49BC4D5C899C}" srcOrd="1" destOrd="0" presId="urn:microsoft.com/office/officeart/2005/8/layout/hierarchy1"/>
    <dgm:cxn modelId="{EAEADBFA-44D5-4CFA-9380-2635B32A1625}" type="presParOf" srcId="{4874A0B0-58F5-4DF9-A126-49BC4D5C899C}" destId="{E645467C-B18F-4F74-A1F8-B61DAE1D244F}" srcOrd="0" destOrd="0" presId="urn:microsoft.com/office/officeart/2005/8/layout/hierarchy1"/>
    <dgm:cxn modelId="{EB019D01-A9D2-465B-B76B-F8C10EA43447}" type="presParOf" srcId="{E645467C-B18F-4F74-A1F8-B61DAE1D244F}" destId="{C6D3DFB5-2C4F-4951-ABFB-002B4782E3E7}" srcOrd="0" destOrd="0" presId="urn:microsoft.com/office/officeart/2005/8/layout/hierarchy1"/>
    <dgm:cxn modelId="{6BF3A791-4D53-4FED-A8A4-3D5B9127ED6F}" type="presParOf" srcId="{E645467C-B18F-4F74-A1F8-B61DAE1D244F}" destId="{6BB3C1D7-B01F-41C0-8A94-7C44DE6FB64C}" srcOrd="1" destOrd="0" presId="urn:microsoft.com/office/officeart/2005/8/layout/hierarchy1"/>
    <dgm:cxn modelId="{15C598ED-BFA2-4DA3-86C8-F7BB1EEA47F9}" type="presParOf" srcId="{4874A0B0-58F5-4DF9-A126-49BC4D5C899C}" destId="{510A13E2-1501-496F-8E6B-4ED6746ECEFC}" srcOrd="1" destOrd="0" presId="urn:microsoft.com/office/officeart/2005/8/layout/hierarchy1"/>
    <dgm:cxn modelId="{2762129C-66DC-4F92-ADEF-43A070E23E47}" type="presParOf" srcId="{510A13E2-1501-496F-8E6B-4ED6746ECEFC}" destId="{C75A6690-AAC1-4288-9463-BA04F2F42816}" srcOrd="0" destOrd="0" presId="urn:microsoft.com/office/officeart/2005/8/layout/hierarchy1"/>
    <dgm:cxn modelId="{5DBD517D-4E44-4342-A789-FC80EA2E3ED6}" type="presParOf" srcId="{510A13E2-1501-496F-8E6B-4ED6746ECEFC}" destId="{07003243-16CF-4DCD-AD76-49D246DE27E5}" srcOrd="1" destOrd="0" presId="urn:microsoft.com/office/officeart/2005/8/layout/hierarchy1"/>
    <dgm:cxn modelId="{5C55E7B8-446A-4AAD-A73E-C78CE387A949}" type="presParOf" srcId="{07003243-16CF-4DCD-AD76-49D246DE27E5}" destId="{4CC353C0-C7F7-4FAA-ACA4-5C5E1EC270E6}" srcOrd="0" destOrd="0" presId="urn:microsoft.com/office/officeart/2005/8/layout/hierarchy1"/>
    <dgm:cxn modelId="{DAE987D3-8F4D-4A08-96E7-533C136B1F56}" type="presParOf" srcId="{4CC353C0-C7F7-4FAA-ACA4-5C5E1EC270E6}" destId="{B6614825-30C4-45F2-A77D-818F6EAE04FD}" srcOrd="0" destOrd="0" presId="urn:microsoft.com/office/officeart/2005/8/layout/hierarchy1"/>
    <dgm:cxn modelId="{9E2F9281-5445-4299-B8D7-E2626AFCDAEB}" type="presParOf" srcId="{4CC353C0-C7F7-4FAA-ACA4-5C5E1EC270E6}" destId="{6BFF4249-C516-425D-9CFB-D5BB3CE2038E}" srcOrd="1" destOrd="0" presId="urn:microsoft.com/office/officeart/2005/8/layout/hierarchy1"/>
    <dgm:cxn modelId="{BD416152-5232-4A26-B556-DF49F8878EE2}" type="presParOf" srcId="{07003243-16CF-4DCD-AD76-49D246DE27E5}" destId="{D68014DA-13B1-41E9-BE3D-86A6134C9FAF}" srcOrd="1" destOrd="0" presId="urn:microsoft.com/office/officeart/2005/8/layout/hierarchy1"/>
    <dgm:cxn modelId="{7EBF2B9E-5859-48B1-B886-8DBF4302BAFB}" type="presParOf" srcId="{510A13E2-1501-496F-8E6B-4ED6746ECEFC}" destId="{B13D19D1-48E1-41E6-B696-2DCDC2559886}" srcOrd="2" destOrd="0" presId="urn:microsoft.com/office/officeart/2005/8/layout/hierarchy1"/>
    <dgm:cxn modelId="{EC7D9DFC-15F9-4108-AD02-61C1F42C29EF}" type="presParOf" srcId="{510A13E2-1501-496F-8E6B-4ED6746ECEFC}" destId="{082CC206-7EEB-4EAC-9DB4-35666BECA96D}" srcOrd="3" destOrd="0" presId="urn:microsoft.com/office/officeart/2005/8/layout/hierarchy1"/>
    <dgm:cxn modelId="{B987421D-DB45-4CBF-9686-93240F69B324}" type="presParOf" srcId="{082CC206-7EEB-4EAC-9DB4-35666BECA96D}" destId="{FA9A32B4-71A6-47B5-A8BB-32973CDB74B3}" srcOrd="0" destOrd="0" presId="urn:microsoft.com/office/officeart/2005/8/layout/hierarchy1"/>
    <dgm:cxn modelId="{505E09D4-CAA5-4895-8842-FD07BFA8F989}" type="presParOf" srcId="{FA9A32B4-71A6-47B5-A8BB-32973CDB74B3}" destId="{8A9EEE43-EA3F-4AD7-9625-94E48EF7953A}" srcOrd="0" destOrd="0" presId="urn:microsoft.com/office/officeart/2005/8/layout/hierarchy1"/>
    <dgm:cxn modelId="{A68323AA-F6B1-442A-8F89-5AA24BBF0E39}" type="presParOf" srcId="{FA9A32B4-71A6-47B5-A8BB-32973CDB74B3}" destId="{EEC78141-4629-4009-940C-E94709A1DA50}" srcOrd="1" destOrd="0" presId="urn:microsoft.com/office/officeart/2005/8/layout/hierarchy1"/>
    <dgm:cxn modelId="{570E86A0-94F7-4247-83B3-0EEA8457CEF4}" type="presParOf" srcId="{082CC206-7EEB-4EAC-9DB4-35666BECA96D}" destId="{C1EFD073-F61E-49B4-94F5-0ACE332C2AAB}" srcOrd="1" destOrd="0" presId="urn:microsoft.com/office/officeart/2005/8/layout/hierarchy1"/>
    <dgm:cxn modelId="{DA1D31C3-EAAE-47E9-BE79-EACCBF247BAA}" type="presParOf" srcId="{510A13E2-1501-496F-8E6B-4ED6746ECEFC}" destId="{E7F0A352-22E8-4BB4-B3C3-626FC3A30783}" srcOrd="4" destOrd="0" presId="urn:microsoft.com/office/officeart/2005/8/layout/hierarchy1"/>
    <dgm:cxn modelId="{F530CFEA-3D13-467B-9F23-C7B4B81DD972}" type="presParOf" srcId="{510A13E2-1501-496F-8E6B-4ED6746ECEFC}" destId="{72A69D7A-605D-4503-9F1A-1D875C130608}" srcOrd="5" destOrd="0" presId="urn:microsoft.com/office/officeart/2005/8/layout/hierarchy1"/>
    <dgm:cxn modelId="{5A556086-F3DD-4BA5-873A-15B260829F8A}" type="presParOf" srcId="{72A69D7A-605D-4503-9F1A-1D875C130608}" destId="{CCA49CA5-A5F6-4FB3-8A92-03E54A839ACD}" srcOrd="0" destOrd="0" presId="urn:microsoft.com/office/officeart/2005/8/layout/hierarchy1"/>
    <dgm:cxn modelId="{98372537-F0AE-41C1-BFE6-F8F4975D1567}" type="presParOf" srcId="{CCA49CA5-A5F6-4FB3-8A92-03E54A839ACD}" destId="{E5274E56-1889-432C-9A96-DA42F305DF0D}" srcOrd="0" destOrd="0" presId="urn:microsoft.com/office/officeart/2005/8/layout/hierarchy1"/>
    <dgm:cxn modelId="{EB6C63DC-4A0E-4CE9-A98A-8C0D68A10C20}" type="presParOf" srcId="{CCA49CA5-A5F6-4FB3-8A92-03E54A839ACD}" destId="{FE12D956-F6AB-448A-9732-ACB0B424703A}" srcOrd="1" destOrd="0" presId="urn:microsoft.com/office/officeart/2005/8/layout/hierarchy1"/>
    <dgm:cxn modelId="{4DF00965-DEA4-4410-8D8F-E5981047EFC6}" type="presParOf" srcId="{72A69D7A-605D-4503-9F1A-1D875C130608}" destId="{2677369E-2DA1-471E-8D14-27DB67DAE3D3}" srcOrd="1" destOrd="0" presId="urn:microsoft.com/office/officeart/2005/8/layout/hierarchy1"/>
    <dgm:cxn modelId="{57C871BE-8535-42D3-8946-48F0EBBE8F27}" type="presParOf" srcId="{DF3900A0-3FAD-4681-9AB3-8A8EF02E1765}" destId="{2A1444F3-A9E1-4251-8120-E8EFBE28A593}" srcOrd="2" destOrd="0" presId="urn:microsoft.com/office/officeart/2005/8/layout/hierarchy1"/>
    <dgm:cxn modelId="{1CD9111D-00F9-4442-AAE5-32A490C13277}" type="presParOf" srcId="{DF3900A0-3FAD-4681-9AB3-8A8EF02E1765}" destId="{E1688E60-5AFB-4C31-BB5D-B82208BF8EE2}" srcOrd="3" destOrd="0" presId="urn:microsoft.com/office/officeart/2005/8/layout/hierarchy1"/>
    <dgm:cxn modelId="{74584283-0F7E-454F-BE6A-F24138947820}" type="presParOf" srcId="{E1688E60-5AFB-4C31-BB5D-B82208BF8EE2}" destId="{9796D322-9EED-4141-9331-36939F83EDC7}" srcOrd="0" destOrd="0" presId="urn:microsoft.com/office/officeart/2005/8/layout/hierarchy1"/>
    <dgm:cxn modelId="{A7B9092E-2AD4-45C8-B36B-941F3331C54B}" type="presParOf" srcId="{9796D322-9EED-4141-9331-36939F83EDC7}" destId="{59474F24-E888-4275-934F-F86DA1305216}" srcOrd="0" destOrd="0" presId="urn:microsoft.com/office/officeart/2005/8/layout/hierarchy1"/>
    <dgm:cxn modelId="{28228668-5490-4400-929E-3F7BAD671035}" type="presParOf" srcId="{9796D322-9EED-4141-9331-36939F83EDC7}" destId="{8EF6F87C-6CDE-47E5-A0EF-FD92E5081A36}" srcOrd="1" destOrd="0" presId="urn:microsoft.com/office/officeart/2005/8/layout/hierarchy1"/>
    <dgm:cxn modelId="{C6CBAC71-8C22-42EA-9F11-36726B68B6C2}" type="presParOf" srcId="{E1688E60-5AFB-4C31-BB5D-B82208BF8EE2}" destId="{739071C9-F984-4807-AA42-A8B3793BCD04}" srcOrd="1" destOrd="0" presId="urn:microsoft.com/office/officeart/2005/8/layout/hierarchy1"/>
    <dgm:cxn modelId="{E801F707-8321-4972-8650-AACD70BB3F91}" type="presParOf" srcId="{739071C9-F984-4807-AA42-A8B3793BCD04}" destId="{E6CF2AC4-3E06-4437-897A-AB3000F2C92C}" srcOrd="0" destOrd="0" presId="urn:microsoft.com/office/officeart/2005/8/layout/hierarchy1"/>
    <dgm:cxn modelId="{6A14A8D3-B556-4480-A12C-9182B98F7D62}" type="presParOf" srcId="{739071C9-F984-4807-AA42-A8B3793BCD04}" destId="{8EA69ABF-0EE0-470A-B15A-43D65ACAF9FB}" srcOrd="1" destOrd="0" presId="urn:microsoft.com/office/officeart/2005/8/layout/hierarchy1"/>
    <dgm:cxn modelId="{D82F3418-EF74-49E9-934A-D858C371A8B2}" type="presParOf" srcId="{8EA69ABF-0EE0-470A-B15A-43D65ACAF9FB}" destId="{5AB35B31-D3AE-4904-B2A8-6F8A39FB6919}" srcOrd="0" destOrd="0" presId="urn:microsoft.com/office/officeart/2005/8/layout/hierarchy1"/>
    <dgm:cxn modelId="{A043674C-2FB5-421E-BBDB-EDBE2D36E8A8}" type="presParOf" srcId="{5AB35B31-D3AE-4904-B2A8-6F8A39FB6919}" destId="{69CBED36-6734-43B6-8310-1C58D81E424D}" srcOrd="0" destOrd="0" presId="urn:microsoft.com/office/officeart/2005/8/layout/hierarchy1"/>
    <dgm:cxn modelId="{9A54D15F-1BB8-4B64-BC89-4442121CE793}" type="presParOf" srcId="{5AB35B31-D3AE-4904-B2A8-6F8A39FB6919}" destId="{17CCC18B-132E-4E83-B384-D15F3BE15EE7}" srcOrd="1" destOrd="0" presId="urn:microsoft.com/office/officeart/2005/8/layout/hierarchy1"/>
    <dgm:cxn modelId="{09C15129-2DE5-489B-9747-D87544EEFBF7}" type="presParOf" srcId="{8EA69ABF-0EE0-470A-B15A-43D65ACAF9FB}" destId="{7B708A4A-D727-4071-AC66-E8A55138F809}" srcOrd="1" destOrd="0" presId="urn:microsoft.com/office/officeart/2005/8/layout/hierarchy1"/>
    <dgm:cxn modelId="{6838C570-B682-4187-853A-50AB53EA93E5}" type="presParOf" srcId="{739071C9-F984-4807-AA42-A8B3793BCD04}" destId="{63898A6F-2B12-4FFE-B0D0-8532C923AA00}" srcOrd="2" destOrd="0" presId="urn:microsoft.com/office/officeart/2005/8/layout/hierarchy1"/>
    <dgm:cxn modelId="{F2880F65-FB4D-44D0-8C84-91D87F4607F1}" type="presParOf" srcId="{739071C9-F984-4807-AA42-A8B3793BCD04}" destId="{A8B629D7-C8AF-4321-98AD-C8F3124FFFAC}" srcOrd="3" destOrd="0" presId="urn:microsoft.com/office/officeart/2005/8/layout/hierarchy1"/>
    <dgm:cxn modelId="{FAEEF770-B4E5-43C6-916C-43406B202285}" type="presParOf" srcId="{A8B629D7-C8AF-4321-98AD-C8F3124FFFAC}" destId="{90EE0541-C382-490D-AAA1-CFF373E43B50}" srcOrd="0" destOrd="0" presId="urn:microsoft.com/office/officeart/2005/8/layout/hierarchy1"/>
    <dgm:cxn modelId="{A98F923F-BA61-47FC-857B-5739B7797594}" type="presParOf" srcId="{90EE0541-C382-490D-AAA1-CFF373E43B50}" destId="{A399198D-9D62-4107-8A9D-6C9AAAC6F3F8}" srcOrd="0" destOrd="0" presId="urn:microsoft.com/office/officeart/2005/8/layout/hierarchy1"/>
    <dgm:cxn modelId="{52C548C4-9299-49DD-9B34-B01F5A571D6B}" type="presParOf" srcId="{90EE0541-C382-490D-AAA1-CFF373E43B50}" destId="{99CE5188-5397-45A1-B064-865A63FBE262}" srcOrd="1" destOrd="0" presId="urn:microsoft.com/office/officeart/2005/8/layout/hierarchy1"/>
    <dgm:cxn modelId="{3B812012-F60F-4BF3-9BD4-472FD9A5DBE3}" type="presParOf" srcId="{A8B629D7-C8AF-4321-98AD-C8F3124FFFAC}" destId="{1CDA7ADE-3FA2-4BD2-A03C-6A529909AC8A}" srcOrd="1" destOrd="0" presId="urn:microsoft.com/office/officeart/2005/8/layout/hierarchy1"/>
    <dgm:cxn modelId="{8ECFF00C-995E-4F59-8FFD-B59A34B03F15}" type="presParOf" srcId="{739071C9-F984-4807-AA42-A8B3793BCD04}" destId="{7CC0455C-B963-4B55-A88B-AC0A8D49C330}" srcOrd="4" destOrd="0" presId="urn:microsoft.com/office/officeart/2005/8/layout/hierarchy1"/>
    <dgm:cxn modelId="{9D82837E-3922-4C41-8B92-D976F5F04BD0}" type="presParOf" srcId="{739071C9-F984-4807-AA42-A8B3793BCD04}" destId="{44E6390A-9FC2-4090-8777-268DECBCC902}" srcOrd="5" destOrd="0" presId="urn:microsoft.com/office/officeart/2005/8/layout/hierarchy1"/>
    <dgm:cxn modelId="{AFC59A44-50F2-4EAD-B561-AB7460272E3E}" type="presParOf" srcId="{44E6390A-9FC2-4090-8777-268DECBCC902}" destId="{3C1D27B6-4D05-4461-9E60-1AD5F900A6D3}" srcOrd="0" destOrd="0" presId="urn:microsoft.com/office/officeart/2005/8/layout/hierarchy1"/>
    <dgm:cxn modelId="{2F987DE0-D9C0-4FEB-8C66-E6328BB9544B}" type="presParOf" srcId="{3C1D27B6-4D05-4461-9E60-1AD5F900A6D3}" destId="{1736A74C-677B-40F4-BEA4-951F680C85DA}" srcOrd="0" destOrd="0" presId="urn:microsoft.com/office/officeart/2005/8/layout/hierarchy1"/>
    <dgm:cxn modelId="{72BBAB83-5615-465D-A765-B00629BCCCDB}" type="presParOf" srcId="{3C1D27B6-4D05-4461-9E60-1AD5F900A6D3}" destId="{113245FF-436A-4DB5-A2F2-D0F6659BBAE7}" srcOrd="1" destOrd="0" presId="urn:microsoft.com/office/officeart/2005/8/layout/hierarchy1"/>
    <dgm:cxn modelId="{0E74674C-FEB5-4D0F-9A3A-E25FC764CFC4}" type="presParOf" srcId="{44E6390A-9FC2-4090-8777-268DECBCC902}" destId="{86D72C9E-9857-4DAB-AFED-C52622FD0D34}" srcOrd="1" destOrd="0" presId="urn:microsoft.com/office/officeart/2005/8/layout/hierarchy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19E8E7-4E86-4821-A8B6-070A5A6CB10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69528-E019-4B2E-9126-4EEB33ACBD40}">
      <dgm:prSet phldrT="[Text]"/>
      <dgm:spPr/>
      <dgm:t>
        <a:bodyPr/>
        <a:lstStyle/>
        <a:p>
          <a:r>
            <a:rPr lang="en-US" dirty="0"/>
            <a:t>LLIE </a:t>
          </a:r>
          <a:r>
            <a:rPr lang="en-US" dirty="0" err="1"/>
            <a:t>Apporaches</a:t>
          </a:r>
          <a:endParaRPr lang="en-US" dirty="0"/>
        </a:p>
      </dgm:t>
    </dgm:pt>
    <dgm:pt modelId="{A5F81D5C-82A7-4130-940A-BE0455AD27EE}" type="parTrans" cxnId="{14F536EC-3A28-475C-8FDE-EDE53BAB87B7}">
      <dgm:prSet/>
      <dgm:spPr/>
      <dgm:t>
        <a:bodyPr/>
        <a:lstStyle/>
        <a:p>
          <a:endParaRPr lang="en-US"/>
        </a:p>
      </dgm:t>
    </dgm:pt>
    <dgm:pt modelId="{0AC02AA5-49DF-4F2A-9809-07FA93AAF104}" type="sibTrans" cxnId="{14F536EC-3A28-475C-8FDE-EDE53BAB87B7}">
      <dgm:prSet/>
      <dgm:spPr/>
      <dgm:t>
        <a:bodyPr/>
        <a:lstStyle/>
        <a:p>
          <a:endParaRPr lang="en-US"/>
        </a:p>
      </dgm:t>
    </dgm:pt>
    <dgm:pt modelId="{06405FA6-C286-4B62-AE88-9ADDB2ECE228}">
      <dgm:prSet phldrT="[Text]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  <dgm:t>
        <a:bodyPr/>
        <a:lstStyle/>
        <a:p>
          <a:r>
            <a:rPr lang="en-US" dirty="0"/>
            <a:t>Hand Crafted Rules</a:t>
          </a:r>
        </a:p>
      </dgm:t>
    </dgm:pt>
    <dgm:pt modelId="{60201A41-10C2-4BB6-94EE-248FEDB4D369}" type="parTrans" cxnId="{349EF9B1-19FE-47C1-AA0B-428B287E840C}">
      <dgm:prSet/>
      <dgm:spPr/>
      <dgm:t>
        <a:bodyPr/>
        <a:lstStyle/>
        <a:p>
          <a:endParaRPr lang="en-US"/>
        </a:p>
      </dgm:t>
    </dgm:pt>
    <dgm:pt modelId="{365E1517-4E84-4793-A8DC-321A02AFD4EE}" type="sibTrans" cxnId="{349EF9B1-19FE-47C1-AA0B-428B287E840C}">
      <dgm:prSet/>
      <dgm:spPr/>
      <dgm:t>
        <a:bodyPr/>
        <a:lstStyle/>
        <a:p>
          <a:endParaRPr lang="en-US"/>
        </a:p>
      </dgm:t>
    </dgm:pt>
    <dgm:pt modelId="{F9B1CDB3-1941-4050-8192-6DF849BDA65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Histogram Equalization (HE)</a:t>
          </a:r>
        </a:p>
      </dgm:t>
    </dgm:pt>
    <dgm:pt modelId="{CA08BF2C-F7D8-4132-94F9-DD57C6894746}" type="parTrans" cxnId="{19A8FF86-AB5B-4BEE-88FE-49929FE909D1}">
      <dgm:prSet/>
      <dgm:spPr/>
      <dgm:t>
        <a:bodyPr/>
        <a:lstStyle/>
        <a:p>
          <a:endParaRPr lang="en-US"/>
        </a:p>
      </dgm:t>
    </dgm:pt>
    <dgm:pt modelId="{78AD4283-EA67-4968-B304-ACE147A1EA41}" type="sibTrans" cxnId="{19A8FF86-AB5B-4BEE-88FE-49929FE909D1}">
      <dgm:prSet/>
      <dgm:spPr/>
      <dgm:t>
        <a:bodyPr/>
        <a:lstStyle/>
        <a:p>
          <a:endParaRPr lang="en-US"/>
        </a:p>
      </dgm:t>
    </dgm:pt>
    <dgm:pt modelId="{3F1A5419-4F7D-4AFF-8616-9AAE90759C33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 err="1"/>
            <a:t>Retinex</a:t>
          </a:r>
          <a:r>
            <a:rPr lang="en-US" dirty="0"/>
            <a:t> Theory</a:t>
          </a:r>
        </a:p>
      </dgm:t>
    </dgm:pt>
    <dgm:pt modelId="{B8244063-B29C-4B2D-8F54-BDCB666EC2C9}" type="parTrans" cxnId="{B49A1A54-2902-4F8F-9A11-ACDFCED6458A}">
      <dgm:prSet/>
      <dgm:spPr/>
      <dgm:t>
        <a:bodyPr/>
        <a:lstStyle/>
        <a:p>
          <a:endParaRPr lang="en-US"/>
        </a:p>
      </dgm:t>
    </dgm:pt>
    <dgm:pt modelId="{03A39BA8-0B6D-477D-8969-9DA8AF47E137}" type="sibTrans" cxnId="{B49A1A54-2902-4F8F-9A11-ACDFCED6458A}">
      <dgm:prSet/>
      <dgm:spPr/>
      <dgm:t>
        <a:bodyPr/>
        <a:lstStyle/>
        <a:p>
          <a:endParaRPr lang="en-US"/>
        </a:p>
      </dgm:t>
    </dgm:pt>
    <dgm:pt modelId="{5FE141CB-E89F-4EAE-A2A9-332D106A8B1B}">
      <dgm:prSet phldrT="[Text]"/>
      <dgm:spPr/>
      <dgm:t>
        <a:bodyPr/>
        <a:lstStyle/>
        <a:p>
          <a:r>
            <a:rPr lang="en-US" dirty="0"/>
            <a:t>Learning</a:t>
          </a:r>
        </a:p>
      </dgm:t>
    </dgm:pt>
    <dgm:pt modelId="{486D35FC-4606-4952-9506-CCD44550BADF}" type="parTrans" cxnId="{0FDDAFDA-726E-4224-92BF-E8C72A8B0C61}">
      <dgm:prSet/>
      <dgm:spPr/>
      <dgm:t>
        <a:bodyPr/>
        <a:lstStyle/>
        <a:p>
          <a:endParaRPr lang="en-US"/>
        </a:p>
      </dgm:t>
    </dgm:pt>
    <dgm:pt modelId="{8E1F43D2-C3C5-4F53-8B05-0CB46B4513D2}" type="sibTrans" cxnId="{0FDDAFDA-726E-4224-92BF-E8C72A8B0C61}">
      <dgm:prSet/>
      <dgm:spPr/>
      <dgm:t>
        <a:bodyPr/>
        <a:lstStyle/>
        <a:p>
          <a:endParaRPr lang="en-US"/>
        </a:p>
      </dgm:t>
    </dgm:pt>
    <dgm:pt modelId="{B6C7496E-4CB6-4D5A-A848-424298CFE4A9}">
      <dgm:prSet phldrT="[Text]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  <dgm:t>
        <a:bodyPr/>
        <a:lstStyle/>
        <a:p>
          <a:r>
            <a:rPr lang="en-US" dirty="0"/>
            <a:t>Supervised</a:t>
          </a:r>
        </a:p>
      </dgm:t>
    </dgm:pt>
    <dgm:pt modelId="{5452A50A-908D-491F-AB62-404EA66B1815}" type="parTrans" cxnId="{CF7ED9A3-51C5-4A3B-9BD2-49EA94CE5E89}">
      <dgm:prSet/>
      <dgm:spPr/>
      <dgm:t>
        <a:bodyPr/>
        <a:lstStyle/>
        <a:p>
          <a:endParaRPr lang="en-US"/>
        </a:p>
      </dgm:t>
    </dgm:pt>
    <dgm:pt modelId="{E7DB72F7-DC4C-4C13-8777-3D532CCEDC3F}" type="sibTrans" cxnId="{CF7ED9A3-51C5-4A3B-9BD2-49EA94CE5E89}">
      <dgm:prSet/>
      <dgm:spPr/>
      <dgm:t>
        <a:bodyPr/>
        <a:lstStyle/>
        <a:p>
          <a:endParaRPr lang="en-US"/>
        </a:p>
      </dgm:t>
    </dgm:pt>
    <dgm:pt modelId="{737D30A4-18B8-4623-97A0-77C824EFFE67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2FB711A0-D8D5-41AC-8AC7-5D0B78508B6C}" type="parTrans" cxnId="{2A9EB687-C884-4D4B-B14B-DA052D000D4B}">
      <dgm:prSet/>
      <dgm:spPr/>
      <dgm:t>
        <a:bodyPr/>
        <a:lstStyle/>
        <a:p>
          <a:endParaRPr lang="en-US"/>
        </a:p>
      </dgm:t>
    </dgm:pt>
    <dgm:pt modelId="{0FE68FF2-6F84-4987-B8B5-0870A688F336}" type="sibTrans" cxnId="{2A9EB687-C884-4D4B-B14B-DA052D000D4B}">
      <dgm:prSet/>
      <dgm:spPr/>
      <dgm:t>
        <a:bodyPr/>
        <a:lstStyle/>
        <a:p>
          <a:endParaRPr lang="en-US"/>
        </a:p>
      </dgm:t>
    </dgm:pt>
    <dgm:pt modelId="{C709A0A9-E9E8-482B-9ED1-5965ADB94DA2}">
      <dgm:prSet phldrT="[Text]"/>
      <dgm:spPr/>
      <dgm:t>
        <a:bodyPr/>
        <a:lstStyle/>
        <a:p>
          <a:r>
            <a:rPr lang="en-US" dirty="0"/>
            <a:t>Semi-supervised</a:t>
          </a:r>
        </a:p>
      </dgm:t>
    </dgm:pt>
    <dgm:pt modelId="{00D0CE48-D756-4858-8E57-6C61D6FAA1B2}" type="parTrans" cxnId="{5D31F881-105E-4588-BA8C-4152D47E99FC}">
      <dgm:prSet/>
      <dgm:spPr/>
      <dgm:t>
        <a:bodyPr/>
        <a:lstStyle/>
        <a:p>
          <a:endParaRPr lang="en-US"/>
        </a:p>
      </dgm:t>
    </dgm:pt>
    <dgm:pt modelId="{C1460C8B-513E-4EB9-BFEA-4CE048283CE1}" type="sibTrans" cxnId="{5D31F881-105E-4588-BA8C-4152D47E99FC}">
      <dgm:prSet/>
      <dgm:spPr/>
      <dgm:t>
        <a:bodyPr/>
        <a:lstStyle/>
        <a:p>
          <a:endParaRPr lang="en-US"/>
        </a:p>
      </dgm:t>
    </dgm:pt>
    <dgm:pt modelId="{F85CC8BB-B68C-4233-AF93-F4D6243AB8F7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Others</a:t>
          </a:r>
        </a:p>
      </dgm:t>
    </dgm:pt>
    <dgm:pt modelId="{51B227AA-ECDF-45C0-9419-55C003AC7DAE}" type="parTrans" cxnId="{D38E459F-FA03-4C55-96B5-D2DD9359CE12}">
      <dgm:prSet/>
      <dgm:spPr/>
      <dgm:t>
        <a:bodyPr/>
        <a:lstStyle/>
        <a:p>
          <a:endParaRPr lang="en-US"/>
        </a:p>
      </dgm:t>
    </dgm:pt>
    <dgm:pt modelId="{05D6CA01-A4A0-4664-97C7-E1F64255DDA9}" type="sibTrans" cxnId="{D38E459F-FA03-4C55-96B5-D2DD9359CE12}">
      <dgm:prSet/>
      <dgm:spPr/>
      <dgm:t>
        <a:bodyPr/>
        <a:lstStyle/>
        <a:p>
          <a:endParaRPr lang="en-US"/>
        </a:p>
      </dgm:t>
    </dgm:pt>
    <dgm:pt modelId="{73E4578C-CF1F-4048-87D1-3F0C6E0AA2FB}" type="pres">
      <dgm:prSet presAssocID="{9019E8E7-4E86-4821-A8B6-070A5A6CB1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DCB082-B05E-4C94-9222-212ACA80043D}" type="pres">
      <dgm:prSet presAssocID="{73B69528-E019-4B2E-9126-4EEB33ACBD40}" presName="hierRoot1" presStyleCnt="0"/>
      <dgm:spPr/>
    </dgm:pt>
    <dgm:pt modelId="{E395642F-5F57-4DC3-BD56-994D2E64072E}" type="pres">
      <dgm:prSet presAssocID="{73B69528-E019-4B2E-9126-4EEB33ACBD40}" presName="composite" presStyleCnt="0"/>
      <dgm:spPr/>
    </dgm:pt>
    <dgm:pt modelId="{8C1469E6-21C1-4496-B1BD-C5B9FB31144F}" type="pres">
      <dgm:prSet presAssocID="{73B69528-E019-4B2E-9126-4EEB33ACBD40}" presName="background" presStyleLbl="node0" presStyleIdx="0" presStyleCnt="1"/>
      <dgm:spPr/>
    </dgm:pt>
    <dgm:pt modelId="{F4CF985B-A482-4F03-B9FC-F2087F4985B0}" type="pres">
      <dgm:prSet presAssocID="{73B69528-E019-4B2E-9126-4EEB33ACBD40}" presName="text" presStyleLbl="fgAcc0" presStyleIdx="0" presStyleCnt="1">
        <dgm:presLayoutVars>
          <dgm:chPref val="3"/>
        </dgm:presLayoutVars>
      </dgm:prSet>
      <dgm:spPr/>
    </dgm:pt>
    <dgm:pt modelId="{DF3900A0-3FAD-4681-9AB3-8A8EF02E1765}" type="pres">
      <dgm:prSet presAssocID="{73B69528-E019-4B2E-9126-4EEB33ACBD40}" presName="hierChild2" presStyleCnt="0"/>
      <dgm:spPr/>
    </dgm:pt>
    <dgm:pt modelId="{BE4B1407-4E32-4593-B172-FD2D9EAE000B}" type="pres">
      <dgm:prSet presAssocID="{60201A41-10C2-4BB6-94EE-248FEDB4D369}" presName="Name10" presStyleLbl="parChTrans1D2" presStyleIdx="0" presStyleCnt="2"/>
      <dgm:spPr/>
    </dgm:pt>
    <dgm:pt modelId="{4874A0B0-58F5-4DF9-A126-49BC4D5C899C}" type="pres">
      <dgm:prSet presAssocID="{06405FA6-C286-4B62-AE88-9ADDB2ECE228}" presName="hierRoot2" presStyleCnt="0"/>
      <dgm:spPr/>
    </dgm:pt>
    <dgm:pt modelId="{E645467C-B18F-4F74-A1F8-B61DAE1D244F}" type="pres">
      <dgm:prSet presAssocID="{06405FA6-C286-4B62-AE88-9ADDB2ECE228}" presName="composite2" presStyleCnt="0"/>
      <dgm:spPr/>
    </dgm:pt>
    <dgm:pt modelId="{C6D3DFB5-2C4F-4951-ABFB-002B4782E3E7}" type="pres">
      <dgm:prSet presAssocID="{06405FA6-C286-4B62-AE88-9ADDB2ECE228}" presName="background2" presStyleLbl="node2" presStyleIdx="0" presStyleCnt="2"/>
      <dgm:spPr>
        <a:solidFill>
          <a:schemeClr val="bg1">
            <a:lumMod val="85000"/>
          </a:schemeClr>
        </a:solidFill>
      </dgm:spPr>
    </dgm:pt>
    <dgm:pt modelId="{6BB3C1D7-B01F-41C0-8A94-7C44DE6FB64C}" type="pres">
      <dgm:prSet presAssocID="{06405FA6-C286-4B62-AE88-9ADDB2ECE228}" presName="text2" presStyleLbl="fgAcc2" presStyleIdx="0" presStyleCnt="2" custScaleX="150666">
        <dgm:presLayoutVars>
          <dgm:chPref val="3"/>
        </dgm:presLayoutVars>
      </dgm:prSet>
      <dgm:spPr/>
    </dgm:pt>
    <dgm:pt modelId="{510A13E2-1501-496F-8E6B-4ED6746ECEFC}" type="pres">
      <dgm:prSet presAssocID="{06405FA6-C286-4B62-AE88-9ADDB2ECE228}" presName="hierChild3" presStyleCnt="0"/>
      <dgm:spPr/>
    </dgm:pt>
    <dgm:pt modelId="{C75A6690-AAC1-4288-9463-BA04F2F42816}" type="pres">
      <dgm:prSet presAssocID="{CA08BF2C-F7D8-4132-94F9-DD57C6894746}" presName="Name17" presStyleLbl="parChTrans1D3" presStyleIdx="0" presStyleCnt="6"/>
      <dgm:spPr/>
    </dgm:pt>
    <dgm:pt modelId="{07003243-16CF-4DCD-AD76-49D246DE27E5}" type="pres">
      <dgm:prSet presAssocID="{F9B1CDB3-1941-4050-8192-6DF849BDA655}" presName="hierRoot3" presStyleCnt="0"/>
      <dgm:spPr/>
    </dgm:pt>
    <dgm:pt modelId="{4CC353C0-C7F7-4FAA-ACA4-5C5E1EC270E6}" type="pres">
      <dgm:prSet presAssocID="{F9B1CDB3-1941-4050-8192-6DF849BDA655}" presName="composite3" presStyleCnt="0"/>
      <dgm:spPr/>
    </dgm:pt>
    <dgm:pt modelId="{B6614825-30C4-45F2-A77D-818F6EAE04FD}" type="pres">
      <dgm:prSet presAssocID="{F9B1CDB3-1941-4050-8192-6DF849BDA655}" presName="background3" presStyleLbl="node3" presStyleIdx="0" presStyleCnt="6"/>
      <dgm:spPr>
        <a:solidFill>
          <a:schemeClr val="bg1">
            <a:lumMod val="85000"/>
          </a:schemeClr>
        </a:solidFill>
      </dgm:spPr>
    </dgm:pt>
    <dgm:pt modelId="{6BFF4249-C516-425D-9CFB-D5BB3CE2038E}" type="pres">
      <dgm:prSet presAssocID="{F9B1CDB3-1941-4050-8192-6DF849BDA655}" presName="text3" presStyleLbl="fgAcc3" presStyleIdx="0" presStyleCnt="6">
        <dgm:presLayoutVars>
          <dgm:chPref val="3"/>
        </dgm:presLayoutVars>
      </dgm:prSet>
      <dgm:spPr/>
    </dgm:pt>
    <dgm:pt modelId="{D68014DA-13B1-41E9-BE3D-86A6134C9FAF}" type="pres">
      <dgm:prSet presAssocID="{F9B1CDB3-1941-4050-8192-6DF849BDA655}" presName="hierChild4" presStyleCnt="0"/>
      <dgm:spPr/>
    </dgm:pt>
    <dgm:pt modelId="{B13D19D1-48E1-41E6-B696-2DCDC2559886}" type="pres">
      <dgm:prSet presAssocID="{B8244063-B29C-4B2D-8F54-BDCB666EC2C9}" presName="Name17" presStyleLbl="parChTrans1D3" presStyleIdx="1" presStyleCnt="6"/>
      <dgm:spPr/>
    </dgm:pt>
    <dgm:pt modelId="{082CC206-7EEB-4EAC-9DB4-35666BECA96D}" type="pres">
      <dgm:prSet presAssocID="{3F1A5419-4F7D-4AFF-8616-9AAE90759C33}" presName="hierRoot3" presStyleCnt="0"/>
      <dgm:spPr/>
    </dgm:pt>
    <dgm:pt modelId="{FA9A32B4-71A6-47B5-A8BB-32973CDB74B3}" type="pres">
      <dgm:prSet presAssocID="{3F1A5419-4F7D-4AFF-8616-9AAE90759C33}" presName="composite3" presStyleCnt="0"/>
      <dgm:spPr/>
    </dgm:pt>
    <dgm:pt modelId="{8A9EEE43-EA3F-4AD7-9625-94E48EF7953A}" type="pres">
      <dgm:prSet presAssocID="{3F1A5419-4F7D-4AFF-8616-9AAE90759C33}" presName="background3" presStyleLbl="node3" presStyleIdx="1" presStyleCnt="6"/>
      <dgm:spPr>
        <a:solidFill>
          <a:schemeClr val="bg1">
            <a:lumMod val="85000"/>
          </a:schemeClr>
        </a:solidFill>
      </dgm:spPr>
    </dgm:pt>
    <dgm:pt modelId="{EEC78141-4629-4009-940C-E94709A1DA50}" type="pres">
      <dgm:prSet presAssocID="{3F1A5419-4F7D-4AFF-8616-9AAE90759C33}" presName="text3" presStyleLbl="fgAcc3" presStyleIdx="1" presStyleCnt="6">
        <dgm:presLayoutVars>
          <dgm:chPref val="3"/>
        </dgm:presLayoutVars>
      </dgm:prSet>
      <dgm:spPr/>
    </dgm:pt>
    <dgm:pt modelId="{C1EFD073-F61E-49B4-94F5-0ACE332C2AAB}" type="pres">
      <dgm:prSet presAssocID="{3F1A5419-4F7D-4AFF-8616-9AAE90759C33}" presName="hierChild4" presStyleCnt="0"/>
      <dgm:spPr/>
    </dgm:pt>
    <dgm:pt modelId="{B01ADCF5-6DC8-46B4-A5FC-D7455D389AE7}" type="pres">
      <dgm:prSet presAssocID="{51B227AA-ECDF-45C0-9419-55C003AC7DAE}" presName="Name17" presStyleLbl="parChTrans1D3" presStyleIdx="2" presStyleCnt="6"/>
      <dgm:spPr/>
    </dgm:pt>
    <dgm:pt modelId="{972CC738-EC9E-4789-8164-45416A92B864}" type="pres">
      <dgm:prSet presAssocID="{F85CC8BB-B68C-4233-AF93-F4D6243AB8F7}" presName="hierRoot3" presStyleCnt="0"/>
      <dgm:spPr/>
    </dgm:pt>
    <dgm:pt modelId="{9FB77CF1-BABB-43F1-9185-1831B5129B8E}" type="pres">
      <dgm:prSet presAssocID="{F85CC8BB-B68C-4233-AF93-F4D6243AB8F7}" presName="composite3" presStyleCnt="0"/>
      <dgm:spPr/>
    </dgm:pt>
    <dgm:pt modelId="{FA1A96AB-EF9A-48F6-A75F-E5822B29A666}" type="pres">
      <dgm:prSet presAssocID="{F85CC8BB-B68C-4233-AF93-F4D6243AB8F7}" presName="background3" presStyleLbl="node3" presStyleIdx="2" presStyleCnt="6"/>
      <dgm:spPr>
        <a:solidFill>
          <a:schemeClr val="bg1">
            <a:lumMod val="85000"/>
          </a:schemeClr>
        </a:solidFill>
      </dgm:spPr>
    </dgm:pt>
    <dgm:pt modelId="{B67EE592-E95F-4FEB-8DA0-8628C032AF14}" type="pres">
      <dgm:prSet presAssocID="{F85CC8BB-B68C-4233-AF93-F4D6243AB8F7}" presName="text3" presStyleLbl="fgAcc3" presStyleIdx="2" presStyleCnt="6">
        <dgm:presLayoutVars>
          <dgm:chPref val="3"/>
        </dgm:presLayoutVars>
      </dgm:prSet>
      <dgm:spPr/>
    </dgm:pt>
    <dgm:pt modelId="{97675568-216B-4D59-B02B-B4AE62180DEF}" type="pres">
      <dgm:prSet presAssocID="{F85CC8BB-B68C-4233-AF93-F4D6243AB8F7}" presName="hierChild4" presStyleCnt="0"/>
      <dgm:spPr/>
    </dgm:pt>
    <dgm:pt modelId="{2A1444F3-A9E1-4251-8120-E8EFBE28A593}" type="pres">
      <dgm:prSet presAssocID="{486D35FC-4606-4952-9506-CCD44550BADF}" presName="Name10" presStyleLbl="parChTrans1D2" presStyleIdx="1" presStyleCnt="2"/>
      <dgm:spPr/>
    </dgm:pt>
    <dgm:pt modelId="{E1688E60-5AFB-4C31-BB5D-B82208BF8EE2}" type="pres">
      <dgm:prSet presAssocID="{5FE141CB-E89F-4EAE-A2A9-332D106A8B1B}" presName="hierRoot2" presStyleCnt="0"/>
      <dgm:spPr/>
    </dgm:pt>
    <dgm:pt modelId="{9796D322-9EED-4141-9331-36939F83EDC7}" type="pres">
      <dgm:prSet presAssocID="{5FE141CB-E89F-4EAE-A2A9-332D106A8B1B}" presName="composite2" presStyleCnt="0"/>
      <dgm:spPr/>
    </dgm:pt>
    <dgm:pt modelId="{59474F24-E888-4275-934F-F86DA1305216}" type="pres">
      <dgm:prSet presAssocID="{5FE141CB-E89F-4EAE-A2A9-332D106A8B1B}" presName="background2" presStyleLbl="node2" presStyleIdx="1" presStyleCnt="2"/>
      <dgm:spPr/>
    </dgm:pt>
    <dgm:pt modelId="{8EF6F87C-6CDE-47E5-A0EF-FD92E5081A36}" type="pres">
      <dgm:prSet presAssocID="{5FE141CB-E89F-4EAE-A2A9-332D106A8B1B}" presName="text2" presStyleLbl="fgAcc2" presStyleIdx="1" presStyleCnt="2">
        <dgm:presLayoutVars>
          <dgm:chPref val="3"/>
        </dgm:presLayoutVars>
      </dgm:prSet>
      <dgm:spPr/>
    </dgm:pt>
    <dgm:pt modelId="{739071C9-F984-4807-AA42-A8B3793BCD04}" type="pres">
      <dgm:prSet presAssocID="{5FE141CB-E89F-4EAE-A2A9-332D106A8B1B}" presName="hierChild3" presStyleCnt="0"/>
      <dgm:spPr/>
    </dgm:pt>
    <dgm:pt modelId="{E6CF2AC4-3E06-4437-897A-AB3000F2C92C}" type="pres">
      <dgm:prSet presAssocID="{5452A50A-908D-491F-AB62-404EA66B1815}" presName="Name17" presStyleLbl="parChTrans1D3" presStyleIdx="3" presStyleCnt="6"/>
      <dgm:spPr/>
    </dgm:pt>
    <dgm:pt modelId="{8EA69ABF-0EE0-470A-B15A-43D65ACAF9FB}" type="pres">
      <dgm:prSet presAssocID="{B6C7496E-4CB6-4D5A-A848-424298CFE4A9}" presName="hierRoot3" presStyleCnt="0"/>
      <dgm:spPr/>
    </dgm:pt>
    <dgm:pt modelId="{5AB35B31-D3AE-4904-B2A8-6F8A39FB6919}" type="pres">
      <dgm:prSet presAssocID="{B6C7496E-4CB6-4D5A-A848-424298CFE4A9}" presName="composite3" presStyleCnt="0"/>
      <dgm:spPr/>
    </dgm:pt>
    <dgm:pt modelId="{69CBED36-6734-43B6-8310-1C58D81E424D}" type="pres">
      <dgm:prSet presAssocID="{B6C7496E-4CB6-4D5A-A848-424298CFE4A9}" presName="background3" presStyleLbl="node3" presStyleIdx="3" presStyleCnt="6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</dgm:pt>
    <dgm:pt modelId="{17CCC18B-132E-4E83-B384-D15F3BE15EE7}" type="pres">
      <dgm:prSet presAssocID="{B6C7496E-4CB6-4D5A-A848-424298CFE4A9}" presName="text3" presStyleLbl="fgAcc3" presStyleIdx="3" presStyleCnt="6">
        <dgm:presLayoutVars>
          <dgm:chPref val="3"/>
        </dgm:presLayoutVars>
      </dgm:prSet>
      <dgm:spPr/>
    </dgm:pt>
    <dgm:pt modelId="{7B708A4A-D727-4071-AC66-E8A55138F809}" type="pres">
      <dgm:prSet presAssocID="{B6C7496E-4CB6-4D5A-A848-424298CFE4A9}" presName="hierChild4" presStyleCnt="0"/>
      <dgm:spPr/>
    </dgm:pt>
    <dgm:pt modelId="{63898A6F-2B12-4FFE-B0D0-8532C923AA00}" type="pres">
      <dgm:prSet presAssocID="{2FB711A0-D8D5-41AC-8AC7-5D0B78508B6C}" presName="Name17" presStyleLbl="parChTrans1D3" presStyleIdx="4" presStyleCnt="6"/>
      <dgm:spPr/>
    </dgm:pt>
    <dgm:pt modelId="{A8B629D7-C8AF-4321-98AD-C8F3124FFFAC}" type="pres">
      <dgm:prSet presAssocID="{737D30A4-18B8-4623-97A0-77C824EFFE67}" presName="hierRoot3" presStyleCnt="0"/>
      <dgm:spPr/>
    </dgm:pt>
    <dgm:pt modelId="{90EE0541-C382-490D-AAA1-CFF373E43B50}" type="pres">
      <dgm:prSet presAssocID="{737D30A4-18B8-4623-97A0-77C824EFFE67}" presName="composite3" presStyleCnt="0"/>
      <dgm:spPr/>
    </dgm:pt>
    <dgm:pt modelId="{A399198D-9D62-4107-8A9D-6C9AAAC6F3F8}" type="pres">
      <dgm:prSet presAssocID="{737D30A4-18B8-4623-97A0-77C824EFFE67}" presName="background3" presStyleLbl="node3" presStyleIdx="4" presStyleCnt="6"/>
      <dgm:spPr/>
    </dgm:pt>
    <dgm:pt modelId="{99CE5188-5397-45A1-B064-865A63FBE262}" type="pres">
      <dgm:prSet presAssocID="{737D30A4-18B8-4623-97A0-77C824EFFE67}" presName="text3" presStyleLbl="fgAcc3" presStyleIdx="4" presStyleCnt="6">
        <dgm:presLayoutVars>
          <dgm:chPref val="3"/>
        </dgm:presLayoutVars>
      </dgm:prSet>
      <dgm:spPr/>
    </dgm:pt>
    <dgm:pt modelId="{1CDA7ADE-3FA2-4BD2-A03C-6A529909AC8A}" type="pres">
      <dgm:prSet presAssocID="{737D30A4-18B8-4623-97A0-77C824EFFE67}" presName="hierChild4" presStyleCnt="0"/>
      <dgm:spPr/>
    </dgm:pt>
    <dgm:pt modelId="{7CC0455C-B963-4B55-A88B-AC0A8D49C330}" type="pres">
      <dgm:prSet presAssocID="{00D0CE48-D756-4858-8E57-6C61D6FAA1B2}" presName="Name17" presStyleLbl="parChTrans1D3" presStyleIdx="5" presStyleCnt="6"/>
      <dgm:spPr/>
    </dgm:pt>
    <dgm:pt modelId="{44E6390A-9FC2-4090-8777-268DECBCC902}" type="pres">
      <dgm:prSet presAssocID="{C709A0A9-E9E8-482B-9ED1-5965ADB94DA2}" presName="hierRoot3" presStyleCnt="0"/>
      <dgm:spPr/>
    </dgm:pt>
    <dgm:pt modelId="{3C1D27B6-4D05-4461-9E60-1AD5F900A6D3}" type="pres">
      <dgm:prSet presAssocID="{C709A0A9-E9E8-482B-9ED1-5965ADB94DA2}" presName="composite3" presStyleCnt="0"/>
      <dgm:spPr/>
    </dgm:pt>
    <dgm:pt modelId="{1736A74C-677B-40F4-BEA4-951F680C85DA}" type="pres">
      <dgm:prSet presAssocID="{C709A0A9-E9E8-482B-9ED1-5965ADB94DA2}" presName="background3" presStyleLbl="node3" presStyleIdx="5" presStyleCnt="6"/>
      <dgm:spPr/>
    </dgm:pt>
    <dgm:pt modelId="{113245FF-436A-4DB5-A2F2-D0F6659BBAE7}" type="pres">
      <dgm:prSet presAssocID="{C709A0A9-E9E8-482B-9ED1-5965ADB94DA2}" presName="text3" presStyleLbl="fgAcc3" presStyleIdx="5" presStyleCnt="6">
        <dgm:presLayoutVars>
          <dgm:chPref val="3"/>
        </dgm:presLayoutVars>
      </dgm:prSet>
      <dgm:spPr/>
    </dgm:pt>
    <dgm:pt modelId="{86D72C9E-9857-4DAB-AFED-C52622FD0D34}" type="pres">
      <dgm:prSet presAssocID="{C709A0A9-E9E8-482B-9ED1-5965ADB94DA2}" presName="hierChild4" presStyleCnt="0"/>
      <dgm:spPr/>
    </dgm:pt>
  </dgm:ptLst>
  <dgm:cxnLst>
    <dgm:cxn modelId="{A50E9F04-95BA-4720-B777-31B623351FB6}" type="presOf" srcId="{CA08BF2C-F7D8-4132-94F9-DD57C6894746}" destId="{C75A6690-AAC1-4288-9463-BA04F2F42816}" srcOrd="0" destOrd="0" presId="urn:microsoft.com/office/officeart/2005/8/layout/hierarchy1"/>
    <dgm:cxn modelId="{869B1E1F-F5B8-413F-8FD1-119015DB4A7F}" type="presOf" srcId="{B8244063-B29C-4B2D-8F54-BDCB666EC2C9}" destId="{B13D19D1-48E1-41E6-B696-2DCDC2559886}" srcOrd="0" destOrd="0" presId="urn:microsoft.com/office/officeart/2005/8/layout/hierarchy1"/>
    <dgm:cxn modelId="{28E65D33-CF70-41E7-A081-A331BC00D46E}" type="presOf" srcId="{B6C7496E-4CB6-4D5A-A848-424298CFE4A9}" destId="{17CCC18B-132E-4E83-B384-D15F3BE15EE7}" srcOrd="0" destOrd="0" presId="urn:microsoft.com/office/officeart/2005/8/layout/hierarchy1"/>
    <dgm:cxn modelId="{3AC4D735-A055-4906-B1E9-33E0D40EDA39}" type="presOf" srcId="{C709A0A9-E9E8-482B-9ED1-5965ADB94DA2}" destId="{113245FF-436A-4DB5-A2F2-D0F6659BBAE7}" srcOrd="0" destOrd="0" presId="urn:microsoft.com/office/officeart/2005/8/layout/hierarchy1"/>
    <dgm:cxn modelId="{DC024267-A109-4E69-BB71-F7782B0B4BA5}" type="presOf" srcId="{2FB711A0-D8D5-41AC-8AC7-5D0B78508B6C}" destId="{63898A6F-2B12-4FFE-B0D0-8532C923AA00}" srcOrd="0" destOrd="0" presId="urn:microsoft.com/office/officeart/2005/8/layout/hierarchy1"/>
    <dgm:cxn modelId="{13AD3769-2E66-479B-93C7-5CAC0A394DFE}" type="presOf" srcId="{60201A41-10C2-4BB6-94EE-248FEDB4D369}" destId="{BE4B1407-4E32-4593-B172-FD2D9EAE000B}" srcOrd="0" destOrd="0" presId="urn:microsoft.com/office/officeart/2005/8/layout/hierarchy1"/>
    <dgm:cxn modelId="{B49A1A54-2902-4F8F-9A11-ACDFCED6458A}" srcId="{06405FA6-C286-4B62-AE88-9ADDB2ECE228}" destId="{3F1A5419-4F7D-4AFF-8616-9AAE90759C33}" srcOrd="1" destOrd="0" parTransId="{B8244063-B29C-4B2D-8F54-BDCB666EC2C9}" sibTransId="{03A39BA8-0B6D-477D-8969-9DA8AF47E137}"/>
    <dgm:cxn modelId="{D6755F57-138C-447E-8411-A2EC33ABF968}" type="presOf" srcId="{3F1A5419-4F7D-4AFF-8616-9AAE90759C33}" destId="{EEC78141-4629-4009-940C-E94709A1DA50}" srcOrd="0" destOrd="0" presId="urn:microsoft.com/office/officeart/2005/8/layout/hierarchy1"/>
    <dgm:cxn modelId="{7326767F-F8E2-4A49-B4AA-8F01052F1FD4}" type="presOf" srcId="{51B227AA-ECDF-45C0-9419-55C003AC7DAE}" destId="{B01ADCF5-6DC8-46B4-A5FC-D7455D389AE7}" srcOrd="0" destOrd="0" presId="urn:microsoft.com/office/officeart/2005/8/layout/hierarchy1"/>
    <dgm:cxn modelId="{5D31F881-105E-4588-BA8C-4152D47E99FC}" srcId="{5FE141CB-E89F-4EAE-A2A9-332D106A8B1B}" destId="{C709A0A9-E9E8-482B-9ED1-5965ADB94DA2}" srcOrd="2" destOrd="0" parTransId="{00D0CE48-D756-4858-8E57-6C61D6FAA1B2}" sibTransId="{C1460C8B-513E-4EB9-BFEA-4CE048283CE1}"/>
    <dgm:cxn modelId="{19A8FF86-AB5B-4BEE-88FE-49929FE909D1}" srcId="{06405FA6-C286-4B62-AE88-9ADDB2ECE228}" destId="{F9B1CDB3-1941-4050-8192-6DF849BDA655}" srcOrd="0" destOrd="0" parTransId="{CA08BF2C-F7D8-4132-94F9-DD57C6894746}" sibTransId="{78AD4283-EA67-4968-B304-ACE147A1EA41}"/>
    <dgm:cxn modelId="{2A9EB687-C884-4D4B-B14B-DA052D000D4B}" srcId="{5FE141CB-E89F-4EAE-A2A9-332D106A8B1B}" destId="{737D30A4-18B8-4623-97A0-77C824EFFE67}" srcOrd="1" destOrd="0" parTransId="{2FB711A0-D8D5-41AC-8AC7-5D0B78508B6C}" sibTransId="{0FE68FF2-6F84-4987-B8B5-0870A688F336}"/>
    <dgm:cxn modelId="{D38E459F-FA03-4C55-96B5-D2DD9359CE12}" srcId="{06405FA6-C286-4B62-AE88-9ADDB2ECE228}" destId="{F85CC8BB-B68C-4233-AF93-F4D6243AB8F7}" srcOrd="2" destOrd="0" parTransId="{51B227AA-ECDF-45C0-9419-55C003AC7DAE}" sibTransId="{05D6CA01-A4A0-4664-97C7-E1F64255DDA9}"/>
    <dgm:cxn modelId="{66C4CC9F-D48D-4481-AB56-FF41F446FFCC}" type="presOf" srcId="{F9B1CDB3-1941-4050-8192-6DF849BDA655}" destId="{6BFF4249-C516-425D-9CFB-D5BB3CE2038E}" srcOrd="0" destOrd="0" presId="urn:microsoft.com/office/officeart/2005/8/layout/hierarchy1"/>
    <dgm:cxn modelId="{CF7ED9A3-51C5-4A3B-9BD2-49EA94CE5E89}" srcId="{5FE141CB-E89F-4EAE-A2A9-332D106A8B1B}" destId="{B6C7496E-4CB6-4D5A-A848-424298CFE4A9}" srcOrd="0" destOrd="0" parTransId="{5452A50A-908D-491F-AB62-404EA66B1815}" sibTransId="{E7DB72F7-DC4C-4C13-8777-3D532CCEDC3F}"/>
    <dgm:cxn modelId="{349EF9B1-19FE-47C1-AA0B-428B287E840C}" srcId="{73B69528-E019-4B2E-9126-4EEB33ACBD40}" destId="{06405FA6-C286-4B62-AE88-9ADDB2ECE228}" srcOrd="0" destOrd="0" parTransId="{60201A41-10C2-4BB6-94EE-248FEDB4D369}" sibTransId="{365E1517-4E84-4793-A8DC-321A02AFD4EE}"/>
    <dgm:cxn modelId="{2AE070B5-889A-4F41-BC18-F35B26A0C484}" type="presOf" srcId="{9019E8E7-4E86-4821-A8B6-070A5A6CB108}" destId="{73E4578C-CF1F-4048-87D1-3F0C6E0AA2FB}" srcOrd="0" destOrd="0" presId="urn:microsoft.com/office/officeart/2005/8/layout/hierarchy1"/>
    <dgm:cxn modelId="{675AEEB8-5926-48E5-AAA5-BAF59D20F446}" type="presOf" srcId="{737D30A4-18B8-4623-97A0-77C824EFFE67}" destId="{99CE5188-5397-45A1-B064-865A63FBE262}" srcOrd="0" destOrd="0" presId="urn:microsoft.com/office/officeart/2005/8/layout/hierarchy1"/>
    <dgm:cxn modelId="{5E7FC1BC-1759-4B30-A689-C2690622FB0A}" type="presOf" srcId="{F85CC8BB-B68C-4233-AF93-F4D6243AB8F7}" destId="{B67EE592-E95F-4FEB-8DA0-8628C032AF14}" srcOrd="0" destOrd="0" presId="urn:microsoft.com/office/officeart/2005/8/layout/hierarchy1"/>
    <dgm:cxn modelId="{669EACC3-426E-435F-860F-3FDDE4F914FE}" type="presOf" srcId="{486D35FC-4606-4952-9506-CCD44550BADF}" destId="{2A1444F3-A9E1-4251-8120-E8EFBE28A593}" srcOrd="0" destOrd="0" presId="urn:microsoft.com/office/officeart/2005/8/layout/hierarchy1"/>
    <dgm:cxn modelId="{DCFB95CD-6807-46AA-9AB2-17F40D4F1972}" type="presOf" srcId="{06405FA6-C286-4B62-AE88-9ADDB2ECE228}" destId="{6BB3C1D7-B01F-41C0-8A94-7C44DE6FB64C}" srcOrd="0" destOrd="0" presId="urn:microsoft.com/office/officeart/2005/8/layout/hierarchy1"/>
    <dgm:cxn modelId="{0FDDAFDA-726E-4224-92BF-E8C72A8B0C61}" srcId="{73B69528-E019-4B2E-9126-4EEB33ACBD40}" destId="{5FE141CB-E89F-4EAE-A2A9-332D106A8B1B}" srcOrd="1" destOrd="0" parTransId="{486D35FC-4606-4952-9506-CCD44550BADF}" sibTransId="{8E1F43D2-C3C5-4F53-8B05-0CB46B4513D2}"/>
    <dgm:cxn modelId="{695D7DE5-81CA-493F-A7D8-9DF5766C29B0}" type="presOf" srcId="{5FE141CB-E89F-4EAE-A2A9-332D106A8B1B}" destId="{8EF6F87C-6CDE-47E5-A0EF-FD92E5081A36}" srcOrd="0" destOrd="0" presId="urn:microsoft.com/office/officeart/2005/8/layout/hierarchy1"/>
    <dgm:cxn modelId="{14F536EC-3A28-475C-8FDE-EDE53BAB87B7}" srcId="{9019E8E7-4E86-4821-A8B6-070A5A6CB108}" destId="{73B69528-E019-4B2E-9126-4EEB33ACBD40}" srcOrd="0" destOrd="0" parTransId="{A5F81D5C-82A7-4130-940A-BE0455AD27EE}" sibTransId="{0AC02AA5-49DF-4F2A-9809-07FA93AAF104}"/>
    <dgm:cxn modelId="{EC18E3F0-5B53-49F2-A159-0EE01A46BD81}" type="presOf" srcId="{73B69528-E019-4B2E-9126-4EEB33ACBD40}" destId="{F4CF985B-A482-4F03-B9FC-F2087F4985B0}" srcOrd="0" destOrd="0" presId="urn:microsoft.com/office/officeart/2005/8/layout/hierarchy1"/>
    <dgm:cxn modelId="{5BC59AF9-BF73-41A2-BD03-4B7A19B6978F}" type="presOf" srcId="{5452A50A-908D-491F-AB62-404EA66B1815}" destId="{E6CF2AC4-3E06-4437-897A-AB3000F2C92C}" srcOrd="0" destOrd="0" presId="urn:microsoft.com/office/officeart/2005/8/layout/hierarchy1"/>
    <dgm:cxn modelId="{F323F1FA-EC05-4B81-BCFA-800B148FF8D5}" type="presOf" srcId="{00D0CE48-D756-4858-8E57-6C61D6FAA1B2}" destId="{7CC0455C-B963-4B55-A88B-AC0A8D49C330}" srcOrd="0" destOrd="0" presId="urn:microsoft.com/office/officeart/2005/8/layout/hierarchy1"/>
    <dgm:cxn modelId="{B7BB37AC-0B6C-4D36-9315-E3F45107B662}" type="presParOf" srcId="{73E4578C-CF1F-4048-87D1-3F0C6E0AA2FB}" destId="{E1DCB082-B05E-4C94-9222-212ACA80043D}" srcOrd="0" destOrd="0" presId="urn:microsoft.com/office/officeart/2005/8/layout/hierarchy1"/>
    <dgm:cxn modelId="{05575332-263D-4042-86ED-CD68AAA48788}" type="presParOf" srcId="{E1DCB082-B05E-4C94-9222-212ACA80043D}" destId="{E395642F-5F57-4DC3-BD56-994D2E64072E}" srcOrd="0" destOrd="0" presId="urn:microsoft.com/office/officeart/2005/8/layout/hierarchy1"/>
    <dgm:cxn modelId="{0152DA54-6ABA-44BD-AB94-5E6AB7A4D42F}" type="presParOf" srcId="{E395642F-5F57-4DC3-BD56-994D2E64072E}" destId="{8C1469E6-21C1-4496-B1BD-C5B9FB31144F}" srcOrd="0" destOrd="0" presId="urn:microsoft.com/office/officeart/2005/8/layout/hierarchy1"/>
    <dgm:cxn modelId="{76159D1F-5634-4E23-8EA0-A43925E4A678}" type="presParOf" srcId="{E395642F-5F57-4DC3-BD56-994D2E64072E}" destId="{F4CF985B-A482-4F03-B9FC-F2087F4985B0}" srcOrd="1" destOrd="0" presId="urn:microsoft.com/office/officeart/2005/8/layout/hierarchy1"/>
    <dgm:cxn modelId="{9DC16770-4115-41FC-968A-DF466235F28C}" type="presParOf" srcId="{E1DCB082-B05E-4C94-9222-212ACA80043D}" destId="{DF3900A0-3FAD-4681-9AB3-8A8EF02E1765}" srcOrd="1" destOrd="0" presId="urn:microsoft.com/office/officeart/2005/8/layout/hierarchy1"/>
    <dgm:cxn modelId="{6AB03771-0A91-426A-BAB3-AA4C427A938D}" type="presParOf" srcId="{DF3900A0-3FAD-4681-9AB3-8A8EF02E1765}" destId="{BE4B1407-4E32-4593-B172-FD2D9EAE000B}" srcOrd="0" destOrd="0" presId="urn:microsoft.com/office/officeart/2005/8/layout/hierarchy1"/>
    <dgm:cxn modelId="{CC00A87F-1BBF-4806-9852-185FB80F91A4}" type="presParOf" srcId="{DF3900A0-3FAD-4681-9AB3-8A8EF02E1765}" destId="{4874A0B0-58F5-4DF9-A126-49BC4D5C899C}" srcOrd="1" destOrd="0" presId="urn:microsoft.com/office/officeart/2005/8/layout/hierarchy1"/>
    <dgm:cxn modelId="{EAEADBFA-44D5-4CFA-9380-2635B32A1625}" type="presParOf" srcId="{4874A0B0-58F5-4DF9-A126-49BC4D5C899C}" destId="{E645467C-B18F-4F74-A1F8-B61DAE1D244F}" srcOrd="0" destOrd="0" presId="urn:microsoft.com/office/officeart/2005/8/layout/hierarchy1"/>
    <dgm:cxn modelId="{EB019D01-A9D2-465B-B76B-F8C10EA43447}" type="presParOf" srcId="{E645467C-B18F-4F74-A1F8-B61DAE1D244F}" destId="{C6D3DFB5-2C4F-4951-ABFB-002B4782E3E7}" srcOrd="0" destOrd="0" presId="urn:microsoft.com/office/officeart/2005/8/layout/hierarchy1"/>
    <dgm:cxn modelId="{6BF3A791-4D53-4FED-A8A4-3D5B9127ED6F}" type="presParOf" srcId="{E645467C-B18F-4F74-A1F8-B61DAE1D244F}" destId="{6BB3C1D7-B01F-41C0-8A94-7C44DE6FB64C}" srcOrd="1" destOrd="0" presId="urn:microsoft.com/office/officeart/2005/8/layout/hierarchy1"/>
    <dgm:cxn modelId="{15C598ED-BFA2-4DA3-86C8-F7BB1EEA47F9}" type="presParOf" srcId="{4874A0B0-58F5-4DF9-A126-49BC4D5C899C}" destId="{510A13E2-1501-496F-8E6B-4ED6746ECEFC}" srcOrd="1" destOrd="0" presId="urn:microsoft.com/office/officeart/2005/8/layout/hierarchy1"/>
    <dgm:cxn modelId="{2762129C-66DC-4F92-ADEF-43A070E23E47}" type="presParOf" srcId="{510A13E2-1501-496F-8E6B-4ED6746ECEFC}" destId="{C75A6690-AAC1-4288-9463-BA04F2F42816}" srcOrd="0" destOrd="0" presId="urn:microsoft.com/office/officeart/2005/8/layout/hierarchy1"/>
    <dgm:cxn modelId="{5DBD517D-4E44-4342-A789-FC80EA2E3ED6}" type="presParOf" srcId="{510A13E2-1501-496F-8E6B-4ED6746ECEFC}" destId="{07003243-16CF-4DCD-AD76-49D246DE27E5}" srcOrd="1" destOrd="0" presId="urn:microsoft.com/office/officeart/2005/8/layout/hierarchy1"/>
    <dgm:cxn modelId="{5C55E7B8-446A-4AAD-A73E-C78CE387A949}" type="presParOf" srcId="{07003243-16CF-4DCD-AD76-49D246DE27E5}" destId="{4CC353C0-C7F7-4FAA-ACA4-5C5E1EC270E6}" srcOrd="0" destOrd="0" presId="urn:microsoft.com/office/officeart/2005/8/layout/hierarchy1"/>
    <dgm:cxn modelId="{DAE987D3-8F4D-4A08-96E7-533C136B1F56}" type="presParOf" srcId="{4CC353C0-C7F7-4FAA-ACA4-5C5E1EC270E6}" destId="{B6614825-30C4-45F2-A77D-818F6EAE04FD}" srcOrd="0" destOrd="0" presId="urn:microsoft.com/office/officeart/2005/8/layout/hierarchy1"/>
    <dgm:cxn modelId="{9E2F9281-5445-4299-B8D7-E2626AFCDAEB}" type="presParOf" srcId="{4CC353C0-C7F7-4FAA-ACA4-5C5E1EC270E6}" destId="{6BFF4249-C516-425D-9CFB-D5BB3CE2038E}" srcOrd="1" destOrd="0" presId="urn:microsoft.com/office/officeart/2005/8/layout/hierarchy1"/>
    <dgm:cxn modelId="{BD416152-5232-4A26-B556-DF49F8878EE2}" type="presParOf" srcId="{07003243-16CF-4DCD-AD76-49D246DE27E5}" destId="{D68014DA-13B1-41E9-BE3D-86A6134C9FAF}" srcOrd="1" destOrd="0" presId="urn:microsoft.com/office/officeart/2005/8/layout/hierarchy1"/>
    <dgm:cxn modelId="{7EBF2B9E-5859-48B1-B886-8DBF4302BAFB}" type="presParOf" srcId="{510A13E2-1501-496F-8E6B-4ED6746ECEFC}" destId="{B13D19D1-48E1-41E6-B696-2DCDC2559886}" srcOrd="2" destOrd="0" presId="urn:microsoft.com/office/officeart/2005/8/layout/hierarchy1"/>
    <dgm:cxn modelId="{EC7D9DFC-15F9-4108-AD02-61C1F42C29EF}" type="presParOf" srcId="{510A13E2-1501-496F-8E6B-4ED6746ECEFC}" destId="{082CC206-7EEB-4EAC-9DB4-35666BECA96D}" srcOrd="3" destOrd="0" presId="urn:microsoft.com/office/officeart/2005/8/layout/hierarchy1"/>
    <dgm:cxn modelId="{B987421D-DB45-4CBF-9686-93240F69B324}" type="presParOf" srcId="{082CC206-7EEB-4EAC-9DB4-35666BECA96D}" destId="{FA9A32B4-71A6-47B5-A8BB-32973CDB74B3}" srcOrd="0" destOrd="0" presId="urn:microsoft.com/office/officeart/2005/8/layout/hierarchy1"/>
    <dgm:cxn modelId="{505E09D4-CAA5-4895-8842-FD07BFA8F989}" type="presParOf" srcId="{FA9A32B4-71A6-47B5-A8BB-32973CDB74B3}" destId="{8A9EEE43-EA3F-4AD7-9625-94E48EF7953A}" srcOrd="0" destOrd="0" presId="urn:microsoft.com/office/officeart/2005/8/layout/hierarchy1"/>
    <dgm:cxn modelId="{A68323AA-F6B1-442A-8F89-5AA24BBF0E39}" type="presParOf" srcId="{FA9A32B4-71A6-47B5-A8BB-32973CDB74B3}" destId="{EEC78141-4629-4009-940C-E94709A1DA50}" srcOrd="1" destOrd="0" presId="urn:microsoft.com/office/officeart/2005/8/layout/hierarchy1"/>
    <dgm:cxn modelId="{570E86A0-94F7-4247-83B3-0EEA8457CEF4}" type="presParOf" srcId="{082CC206-7EEB-4EAC-9DB4-35666BECA96D}" destId="{C1EFD073-F61E-49B4-94F5-0ACE332C2AAB}" srcOrd="1" destOrd="0" presId="urn:microsoft.com/office/officeart/2005/8/layout/hierarchy1"/>
    <dgm:cxn modelId="{CEF415F4-78C8-4367-B9DE-9DFBF91334BB}" type="presParOf" srcId="{510A13E2-1501-496F-8E6B-4ED6746ECEFC}" destId="{B01ADCF5-6DC8-46B4-A5FC-D7455D389AE7}" srcOrd="4" destOrd="0" presId="urn:microsoft.com/office/officeart/2005/8/layout/hierarchy1"/>
    <dgm:cxn modelId="{6F332EA9-1158-45B0-B249-AAC603F41B35}" type="presParOf" srcId="{510A13E2-1501-496F-8E6B-4ED6746ECEFC}" destId="{972CC738-EC9E-4789-8164-45416A92B864}" srcOrd="5" destOrd="0" presId="urn:microsoft.com/office/officeart/2005/8/layout/hierarchy1"/>
    <dgm:cxn modelId="{BE49FE89-D8CA-4608-A31D-7252CC489E2A}" type="presParOf" srcId="{972CC738-EC9E-4789-8164-45416A92B864}" destId="{9FB77CF1-BABB-43F1-9185-1831B5129B8E}" srcOrd="0" destOrd="0" presId="urn:microsoft.com/office/officeart/2005/8/layout/hierarchy1"/>
    <dgm:cxn modelId="{588B25DA-4116-406F-9982-B68F9970B1ED}" type="presParOf" srcId="{9FB77CF1-BABB-43F1-9185-1831B5129B8E}" destId="{FA1A96AB-EF9A-48F6-A75F-E5822B29A666}" srcOrd="0" destOrd="0" presId="urn:microsoft.com/office/officeart/2005/8/layout/hierarchy1"/>
    <dgm:cxn modelId="{95D359C8-8670-4725-A5C3-76FA6E5B7CF0}" type="presParOf" srcId="{9FB77CF1-BABB-43F1-9185-1831B5129B8E}" destId="{B67EE592-E95F-4FEB-8DA0-8628C032AF14}" srcOrd="1" destOrd="0" presId="urn:microsoft.com/office/officeart/2005/8/layout/hierarchy1"/>
    <dgm:cxn modelId="{3EAFA828-0DC8-44CD-A6C4-863E0514D7C4}" type="presParOf" srcId="{972CC738-EC9E-4789-8164-45416A92B864}" destId="{97675568-216B-4D59-B02B-B4AE62180DEF}" srcOrd="1" destOrd="0" presId="urn:microsoft.com/office/officeart/2005/8/layout/hierarchy1"/>
    <dgm:cxn modelId="{57C871BE-8535-42D3-8946-48F0EBBE8F27}" type="presParOf" srcId="{DF3900A0-3FAD-4681-9AB3-8A8EF02E1765}" destId="{2A1444F3-A9E1-4251-8120-E8EFBE28A593}" srcOrd="2" destOrd="0" presId="urn:microsoft.com/office/officeart/2005/8/layout/hierarchy1"/>
    <dgm:cxn modelId="{1CD9111D-00F9-4442-AAE5-32A490C13277}" type="presParOf" srcId="{DF3900A0-3FAD-4681-9AB3-8A8EF02E1765}" destId="{E1688E60-5AFB-4C31-BB5D-B82208BF8EE2}" srcOrd="3" destOrd="0" presId="urn:microsoft.com/office/officeart/2005/8/layout/hierarchy1"/>
    <dgm:cxn modelId="{74584283-0F7E-454F-BE6A-F24138947820}" type="presParOf" srcId="{E1688E60-5AFB-4C31-BB5D-B82208BF8EE2}" destId="{9796D322-9EED-4141-9331-36939F83EDC7}" srcOrd="0" destOrd="0" presId="urn:microsoft.com/office/officeart/2005/8/layout/hierarchy1"/>
    <dgm:cxn modelId="{A7B9092E-2AD4-45C8-B36B-941F3331C54B}" type="presParOf" srcId="{9796D322-9EED-4141-9331-36939F83EDC7}" destId="{59474F24-E888-4275-934F-F86DA1305216}" srcOrd="0" destOrd="0" presId="urn:microsoft.com/office/officeart/2005/8/layout/hierarchy1"/>
    <dgm:cxn modelId="{28228668-5490-4400-929E-3F7BAD671035}" type="presParOf" srcId="{9796D322-9EED-4141-9331-36939F83EDC7}" destId="{8EF6F87C-6CDE-47E5-A0EF-FD92E5081A36}" srcOrd="1" destOrd="0" presId="urn:microsoft.com/office/officeart/2005/8/layout/hierarchy1"/>
    <dgm:cxn modelId="{C6CBAC71-8C22-42EA-9F11-36726B68B6C2}" type="presParOf" srcId="{E1688E60-5AFB-4C31-BB5D-B82208BF8EE2}" destId="{739071C9-F984-4807-AA42-A8B3793BCD04}" srcOrd="1" destOrd="0" presId="urn:microsoft.com/office/officeart/2005/8/layout/hierarchy1"/>
    <dgm:cxn modelId="{E801F707-8321-4972-8650-AACD70BB3F91}" type="presParOf" srcId="{739071C9-F984-4807-AA42-A8B3793BCD04}" destId="{E6CF2AC4-3E06-4437-897A-AB3000F2C92C}" srcOrd="0" destOrd="0" presId="urn:microsoft.com/office/officeart/2005/8/layout/hierarchy1"/>
    <dgm:cxn modelId="{6A14A8D3-B556-4480-A12C-9182B98F7D62}" type="presParOf" srcId="{739071C9-F984-4807-AA42-A8B3793BCD04}" destId="{8EA69ABF-0EE0-470A-B15A-43D65ACAF9FB}" srcOrd="1" destOrd="0" presId="urn:microsoft.com/office/officeart/2005/8/layout/hierarchy1"/>
    <dgm:cxn modelId="{D82F3418-EF74-49E9-934A-D858C371A8B2}" type="presParOf" srcId="{8EA69ABF-0EE0-470A-B15A-43D65ACAF9FB}" destId="{5AB35B31-D3AE-4904-B2A8-6F8A39FB6919}" srcOrd="0" destOrd="0" presId="urn:microsoft.com/office/officeart/2005/8/layout/hierarchy1"/>
    <dgm:cxn modelId="{A043674C-2FB5-421E-BBDB-EDBE2D36E8A8}" type="presParOf" srcId="{5AB35B31-D3AE-4904-B2A8-6F8A39FB6919}" destId="{69CBED36-6734-43B6-8310-1C58D81E424D}" srcOrd="0" destOrd="0" presId="urn:microsoft.com/office/officeart/2005/8/layout/hierarchy1"/>
    <dgm:cxn modelId="{9A54D15F-1BB8-4B64-BC89-4442121CE793}" type="presParOf" srcId="{5AB35B31-D3AE-4904-B2A8-6F8A39FB6919}" destId="{17CCC18B-132E-4E83-B384-D15F3BE15EE7}" srcOrd="1" destOrd="0" presId="urn:microsoft.com/office/officeart/2005/8/layout/hierarchy1"/>
    <dgm:cxn modelId="{09C15129-2DE5-489B-9747-D87544EEFBF7}" type="presParOf" srcId="{8EA69ABF-0EE0-470A-B15A-43D65ACAF9FB}" destId="{7B708A4A-D727-4071-AC66-E8A55138F809}" srcOrd="1" destOrd="0" presId="urn:microsoft.com/office/officeart/2005/8/layout/hierarchy1"/>
    <dgm:cxn modelId="{6838C570-B682-4187-853A-50AB53EA93E5}" type="presParOf" srcId="{739071C9-F984-4807-AA42-A8B3793BCD04}" destId="{63898A6F-2B12-4FFE-B0D0-8532C923AA00}" srcOrd="2" destOrd="0" presId="urn:microsoft.com/office/officeart/2005/8/layout/hierarchy1"/>
    <dgm:cxn modelId="{F2880F65-FB4D-44D0-8C84-91D87F4607F1}" type="presParOf" srcId="{739071C9-F984-4807-AA42-A8B3793BCD04}" destId="{A8B629D7-C8AF-4321-98AD-C8F3124FFFAC}" srcOrd="3" destOrd="0" presId="urn:microsoft.com/office/officeart/2005/8/layout/hierarchy1"/>
    <dgm:cxn modelId="{FAEEF770-B4E5-43C6-916C-43406B202285}" type="presParOf" srcId="{A8B629D7-C8AF-4321-98AD-C8F3124FFFAC}" destId="{90EE0541-C382-490D-AAA1-CFF373E43B50}" srcOrd="0" destOrd="0" presId="urn:microsoft.com/office/officeart/2005/8/layout/hierarchy1"/>
    <dgm:cxn modelId="{A98F923F-BA61-47FC-857B-5739B7797594}" type="presParOf" srcId="{90EE0541-C382-490D-AAA1-CFF373E43B50}" destId="{A399198D-9D62-4107-8A9D-6C9AAAC6F3F8}" srcOrd="0" destOrd="0" presId="urn:microsoft.com/office/officeart/2005/8/layout/hierarchy1"/>
    <dgm:cxn modelId="{52C548C4-9299-49DD-9B34-B01F5A571D6B}" type="presParOf" srcId="{90EE0541-C382-490D-AAA1-CFF373E43B50}" destId="{99CE5188-5397-45A1-B064-865A63FBE262}" srcOrd="1" destOrd="0" presId="urn:microsoft.com/office/officeart/2005/8/layout/hierarchy1"/>
    <dgm:cxn modelId="{3B812012-F60F-4BF3-9BD4-472FD9A5DBE3}" type="presParOf" srcId="{A8B629D7-C8AF-4321-98AD-C8F3124FFFAC}" destId="{1CDA7ADE-3FA2-4BD2-A03C-6A529909AC8A}" srcOrd="1" destOrd="0" presId="urn:microsoft.com/office/officeart/2005/8/layout/hierarchy1"/>
    <dgm:cxn modelId="{8ECFF00C-995E-4F59-8FFD-B59A34B03F15}" type="presParOf" srcId="{739071C9-F984-4807-AA42-A8B3793BCD04}" destId="{7CC0455C-B963-4B55-A88B-AC0A8D49C330}" srcOrd="4" destOrd="0" presId="urn:microsoft.com/office/officeart/2005/8/layout/hierarchy1"/>
    <dgm:cxn modelId="{9D82837E-3922-4C41-8B92-D976F5F04BD0}" type="presParOf" srcId="{739071C9-F984-4807-AA42-A8B3793BCD04}" destId="{44E6390A-9FC2-4090-8777-268DECBCC902}" srcOrd="5" destOrd="0" presId="urn:microsoft.com/office/officeart/2005/8/layout/hierarchy1"/>
    <dgm:cxn modelId="{AFC59A44-50F2-4EAD-B561-AB7460272E3E}" type="presParOf" srcId="{44E6390A-9FC2-4090-8777-268DECBCC902}" destId="{3C1D27B6-4D05-4461-9E60-1AD5F900A6D3}" srcOrd="0" destOrd="0" presId="urn:microsoft.com/office/officeart/2005/8/layout/hierarchy1"/>
    <dgm:cxn modelId="{2F987DE0-D9C0-4FEB-8C66-E6328BB9544B}" type="presParOf" srcId="{3C1D27B6-4D05-4461-9E60-1AD5F900A6D3}" destId="{1736A74C-677B-40F4-BEA4-951F680C85DA}" srcOrd="0" destOrd="0" presId="urn:microsoft.com/office/officeart/2005/8/layout/hierarchy1"/>
    <dgm:cxn modelId="{72BBAB83-5615-465D-A765-B00629BCCCDB}" type="presParOf" srcId="{3C1D27B6-4D05-4461-9E60-1AD5F900A6D3}" destId="{113245FF-436A-4DB5-A2F2-D0F6659BBAE7}" srcOrd="1" destOrd="0" presId="urn:microsoft.com/office/officeart/2005/8/layout/hierarchy1"/>
    <dgm:cxn modelId="{0E74674C-FEB5-4D0F-9A3A-E25FC764CFC4}" type="presParOf" srcId="{44E6390A-9FC2-4090-8777-268DECBCC902}" destId="{86D72C9E-9857-4DAB-AFED-C52622FD0D34}" srcOrd="1" destOrd="0" presId="urn:microsoft.com/office/officeart/2005/8/layout/hierarchy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019E8E7-4E86-4821-A8B6-070A5A6CB10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69528-E019-4B2E-9126-4EEB33ACBD40}">
      <dgm:prSet phldrT="[Text]"/>
      <dgm:spPr/>
      <dgm:t>
        <a:bodyPr/>
        <a:lstStyle/>
        <a:p>
          <a:r>
            <a:rPr lang="en-US" dirty="0"/>
            <a:t>LLIE </a:t>
          </a:r>
          <a:r>
            <a:rPr lang="en-US" dirty="0" err="1"/>
            <a:t>Apporaches</a:t>
          </a:r>
          <a:endParaRPr lang="en-US" dirty="0"/>
        </a:p>
      </dgm:t>
    </dgm:pt>
    <dgm:pt modelId="{A5F81D5C-82A7-4130-940A-BE0455AD27EE}" type="parTrans" cxnId="{14F536EC-3A28-475C-8FDE-EDE53BAB87B7}">
      <dgm:prSet/>
      <dgm:spPr/>
      <dgm:t>
        <a:bodyPr/>
        <a:lstStyle/>
        <a:p>
          <a:endParaRPr lang="en-US"/>
        </a:p>
      </dgm:t>
    </dgm:pt>
    <dgm:pt modelId="{0AC02AA5-49DF-4F2A-9809-07FA93AAF104}" type="sibTrans" cxnId="{14F536EC-3A28-475C-8FDE-EDE53BAB87B7}">
      <dgm:prSet/>
      <dgm:spPr/>
      <dgm:t>
        <a:bodyPr/>
        <a:lstStyle/>
        <a:p>
          <a:endParaRPr lang="en-US"/>
        </a:p>
      </dgm:t>
    </dgm:pt>
    <dgm:pt modelId="{06405FA6-C286-4B62-AE88-9ADDB2ECE228}">
      <dgm:prSet phldrT="[Text]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  <dgm:t>
        <a:bodyPr/>
        <a:lstStyle/>
        <a:p>
          <a:r>
            <a:rPr lang="en-US" dirty="0"/>
            <a:t>Hand Crafted Rules</a:t>
          </a:r>
        </a:p>
      </dgm:t>
    </dgm:pt>
    <dgm:pt modelId="{60201A41-10C2-4BB6-94EE-248FEDB4D369}" type="parTrans" cxnId="{349EF9B1-19FE-47C1-AA0B-428B287E840C}">
      <dgm:prSet/>
      <dgm:spPr/>
      <dgm:t>
        <a:bodyPr/>
        <a:lstStyle/>
        <a:p>
          <a:endParaRPr lang="en-US"/>
        </a:p>
      </dgm:t>
    </dgm:pt>
    <dgm:pt modelId="{365E1517-4E84-4793-A8DC-321A02AFD4EE}" type="sibTrans" cxnId="{349EF9B1-19FE-47C1-AA0B-428B287E840C}">
      <dgm:prSet/>
      <dgm:spPr/>
      <dgm:t>
        <a:bodyPr/>
        <a:lstStyle/>
        <a:p>
          <a:endParaRPr lang="en-US"/>
        </a:p>
      </dgm:t>
    </dgm:pt>
    <dgm:pt modelId="{F9B1CDB3-1941-4050-8192-6DF849BDA65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Histogram Equalization (HE)</a:t>
          </a:r>
        </a:p>
      </dgm:t>
    </dgm:pt>
    <dgm:pt modelId="{CA08BF2C-F7D8-4132-94F9-DD57C6894746}" type="parTrans" cxnId="{19A8FF86-AB5B-4BEE-88FE-49929FE909D1}">
      <dgm:prSet/>
      <dgm:spPr/>
      <dgm:t>
        <a:bodyPr/>
        <a:lstStyle/>
        <a:p>
          <a:endParaRPr lang="en-US"/>
        </a:p>
      </dgm:t>
    </dgm:pt>
    <dgm:pt modelId="{78AD4283-EA67-4968-B304-ACE147A1EA41}" type="sibTrans" cxnId="{19A8FF86-AB5B-4BEE-88FE-49929FE909D1}">
      <dgm:prSet/>
      <dgm:spPr/>
      <dgm:t>
        <a:bodyPr/>
        <a:lstStyle/>
        <a:p>
          <a:endParaRPr lang="en-US"/>
        </a:p>
      </dgm:t>
    </dgm:pt>
    <dgm:pt modelId="{3F1A5419-4F7D-4AFF-8616-9AAE90759C33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 err="1"/>
            <a:t>Retinex</a:t>
          </a:r>
          <a:r>
            <a:rPr lang="en-US" dirty="0"/>
            <a:t> Theory</a:t>
          </a:r>
        </a:p>
      </dgm:t>
    </dgm:pt>
    <dgm:pt modelId="{B8244063-B29C-4B2D-8F54-BDCB666EC2C9}" type="parTrans" cxnId="{B49A1A54-2902-4F8F-9A11-ACDFCED6458A}">
      <dgm:prSet/>
      <dgm:spPr/>
      <dgm:t>
        <a:bodyPr/>
        <a:lstStyle/>
        <a:p>
          <a:endParaRPr lang="en-US"/>
        </a:p>
      </dgm:t>
    </dgm:pt>
    <dgm:pt modelId="{03A39BA8-0B6D-477D-8969-9DA8AF47E137}" type="sibTrans" cxnId="{B49A1A54-2902-4F8F-9A11-ACDFCED6458A}">
      <dgm:prSet/>
      <dgm:spPr/>
      <dgm:t>
        <a:bodyPr/>
        <a:lstStyle/>
        <a:p>
          <a:endParaRPr lang="en-US"/>
        </a:p>
      </dgm:t>
    </dgm:pt>
    <dgm:pt modelId="{5FE141CB-E89F-4EAE-A2A9-332D106A8B1B}">
      <dgm:prSet phldrT="[Text]"/>
      <dgm:spPr/>
      <dgm:t>
        <a:bodyPr/>
        <a:lstStyle/>
        <a:p>
          <a:r>
            <a:rPr lang="en-US" dirty="0"/>
            <a:t>Learning</a:t>
          </a:r>
        </a:p>
      </dgm:t>
    </dgm:pt>
    <dgm:pt modelId="{486D35FC-4606-4952-9506-CCD44550BADF}" type="parTrans" cxnId="{0FDDAFDA-726E-4224-92BF-E8C72A8B0C61}">
      <dgm:prSet/>
      <dgm:spPr/>
      <dgm:t>
        <a:bodyPr/>
        <a:lstStyle/>
        <a:p>
          <a:endParaRPr lang="en-US"/>
        </a:p>
      </dgm:t>
    </dgm:pt>
    <dgm:pt modelId="{8E1F43D2-C3C5-4F53-8B05-0CB46B4513D2}" type="sibTrans" cxnId="{0FDDAFDA-726E-4224-92BF-E8C72A8B0C61}">
      <dgm:prSet/>
      <dgm:spPr/>
      <dgm:t>
        <a:bodyPr/>
        <a:lstStyle/>
        <a:p>
          <a:endParaRPr lang="en-US"/>
        </a:p>
      </dgm:t>
    </dgm:pt>
    <dgm:pt modelId="{B6C7496E-4CB6-4D5A-A848-424298CFE4A9}">
      <dgm:prSet phldrT="[Text]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  <dgm:t>
        <a:bodyPr/>
        <a:lstStyle/>
        <a:p>
          <a:r>
            <a:rPr lang="en-US" dirty="0"/>
            <a:t>Supervised</a:t>
          </a:r>
        </a:p>
      </dgm:t>
    </dgm:pt>
    <dgm:pt modelId="{5452A50A-908D-491F-AB62-404EA66B1815}" type="parTrans" cxnId="{CF7ED9A3-51C5-4A3B-9BD2-49EA94CE5E89}">
      <dgm:prSet/>
      <dgm:spPr/>
      <dgm:t>
        <a:bodyPr/>
        <a:lstStyle/>
        <a:p>
          <a:endParaRPr lang="en-US"/>
        </a:p>
      </dgm:t>
    </dgm:pt>
    <dgm:pt modelId="{E7DB72F7-DC4C-4C13-8777-3D532CCEDC3F}" type="sibTrans" cxnId="{CF7ED9A3-51C5-4A3B-9BD2-49EA94CE5E89}">
      <dgm:prSet/>
      <dgm:spPr/>
      <dgm:t>
        <a:bodyPr/>
        <a:lstStyle/>
        <a:p>
          <a:endParaRPr lang="en-US"/>
        </a:p>
      </dgm:t>
    </dgm:pt>
    <dgm:pt modelId="{737D30A4-18B8-4623-97A0-77C824EFFE67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Unsupervised</a:t>
          </a:r>
        </a:p>
      </dgm:t>
    </dgm:pt>
    <dgm:pt modelId="{2FB711A0-D8D5-41AC-8AC7-5D0B78508B6C}" type="parTrans" cxnId="{2A9EB687-C884-4D4B-B14B-DA052D000D4B}">
      <dgm:prSet/>
      <dgm:spPr/>
      <dgm:t>
        <a:bodyPr/>
        <a:lstStyle/>
        <a:p>
          <a:endParaRPr lang="en-US"/>
        </a:p>
      </dgm:t>
    </dgm:pt>
    <dgm:pt modelId="{0FE68FF2-6F84-4987-B8B5-0870A688F336}" type="sibTrans" cxnId="{2A9EB687-C884-4D4B-B14B-DA052D000D4B}">
      <dgm:prSet/>
      <dgm:spPr/>
      <dgm:t>
        <a:bodyPr/>
        <a:lstStyle/>
        <a:p>
          <a:endParaRPr lang="en-US"/>
        </a:p>
      </dgm:t>
    </dgm:pt>
    <dgm:pt modelId="{C709A0A9-E9E8-482B-9ED1-5965ADB94DA2}">
      <dgm:prSet phldrT="[Text]"/>
      <dgm:spPr/>
      <dgm:t>
        <a:bodyPr/>
        <a:lstStyle/>
        <a:p>
          <a:r>
            <a:rPr lang="en-US" dirty="0"/>
            <a:t>Semi-supervised</a:t>
          </a:r>
        </a:p>
      </dgm:t>
    </dgm:pt>
    <dgm:pt modelId="{00D0CE48-D756-4858-8E57-6C61D6FAA1B2}" type="parTrans" cxnId="{5D31F881-105E-4588-BA8C-4152D47E99FC}">
      <dgm:prSet/>
      <dgm:spPr/>
      <dgm:t>
        <a:bodyPr/>
        <a:lstStyle/>
        <a:p>
          <a:endParaRPr lang="en-US"/>
        </a:p>
      </dgm:t>
    </dgm:pt>
    <dgm:pt modelId="{C1460C8B-513E-4EB9-BFEA-4CE048283CE1}" type="sibTrans" cxnId="{5D31F881-105E-4588-BA8C-4152D47E99FC}">
      <dgm:prSet/>
      <dgm:spPr/>
      <dgm:t>
        <a:bodyPr/>
        <a:lstStyle/>
        <a:p>
          <a:endParaRPr lang="en-US"/>
        </a:p>
      </dgm:t>
    </dgm:pt>
    <dgm:pt modelId="{F85CC8BB-B68C-4233-AF93-F4D6243AB8F7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Others</a:t>
          </a:r>
        </a:p>
      </dgm:t>
    </dgm:pt>
    <dgm:pt modelId="{51B227AA-ECDF-45C0-9419-55C003AC7DAE}" type="parTrans" cxnId="{D38E459F-FA03-4C55-96B5-D2DD9359CE12}">
      <dgm:prSet/>
      <dgm:spPr/>
      <dgm:t>
        <a:bodyPr/>
        <a:lstStyle/>
        <a:p>
          <a:endParaRPr lang="en-US"/>
        </a:p>
      </dgm:t>
    </dgm:pt>
    <dgm:pt modelId="{05D6CA01-A4A0-4664-97C7-E1F64255DDA9}" type="sibTrans" cxnId="{D38E459F-FA03-4C55-96B5-D2DD9359CE12}">
      <dgm:prSet/>
      <dgm:spPr/>
      <dgm:t>
        <a:bodyPr/>
        <a:lstStyle/>
        <a:p>
          <a:endParaRPr lang="en-US"/>
        </a:p>
      </dgm:t>
    </dgm:pt>
    <dgm:pt modelId="{73E4578C-CF1F-4048-87D1-3F0C6E0AA2FB}" type="pres">
      <dgm:prSet presAssocID="{9019E8E7-4E86-4821-A8B6-070A5A6CB1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DCB082-B05E-4C94-9222-212ACA80043D}" type="pres">
      <dgm:prSet presAssocID="{73B69528-E019-4B2E-9126-4EEB33ACBD40}" presName="hierRoot1" presStyleCnt="0"/>
      <dgm:spPr/>
    </dgm:pt>
    <dgm:pt modelId="{E395642F-5F57-4DC3-BD56-994D2E64072E}" type="pres">
      <dgm:prSet presAssocID="{73B69528-E019-4B2E-9126-4EEB33ACBD40}" presName="composite" presStyleCnt="0"/>
      <dgm:spPr/>
    </dgm:pt>
    <dgm:pt modelId="{8C1469E6-21C1-4496-B1BD-C5B9FB31144F}" type="pres">
      <dgm:prSet presAssocID="{73B69528-E019-4B2E-9126-4EEB33ACBD40}" presName="background" presStyleLbl="node0" presStyleIdx="0" presStyleCnt="1"/>
      <dgm:spPr/>
    </dgm:pt>
    <dgm:pt modelId="{F4CF985B-A482-4F03-B9FC-F2087F4985B0}" type="pres">
      <dgm:prSet presAssocID="{73B69528-E019-4B2E-9126-4EEB33ACBD40}" presName="text" presStyleLbl="fgAcc0" presStyleIdx="0" presStyleCnt="1">
        <dgm:presLayoutVars>
          <dgm:chPref val="3"/>
        </dgm:presLayoutVars>
      </dgm:prSet>
      <dgm:spPr/>
    </dgm:pt>
    <dgm:pt modelId="{DF3900A0-3FAD-4681-9AB3-8A8EF02E1765}" type="pres">
      <dgm:prSet presAssocID="{73B69528-E019-4B2E-9126-4EEB33ACBD40}" presName="hierChild2" presStyleCnt="0"/>
      <dgm:spPr/>
    </dgm:pt>
    <dgm:pt modelId="{BE4B1407-4E32-4593-B172-FD2D9EAE000B}" type="pres">
      <dgm:prSet presAssocID="{60201A41-10C2-4BB6-94EE-248FEDB4D369}" presName="Name10" presStyleLbl="parChTrans1D2" presStyleIdx="0" presStyleCnt="2"/>
      <dgm:spPr/>
    </dgm:pt>
    <dgm:pt modelId="{4874A0B0-58F5-4DF9-A126-49BC4D5C899C}" type="pres">
      <dgm:prSet presAssocID="{06405FA6-C286-4B62-AE88-9ADDB2ECE228}" presName="hierRoot2" presStyleCnt="0"/>
      <dgm:spPr/>
    </dgm:pt>
    <dgm:pt modelId="{E645467C-B18F-4F74-A1F8-B61DAE1D244F}" type="pres">
      <dgm:prSet presAssocID="{06405FA6-C286-4B62-AE88-9ADDB2ECE228}" presName="composite2" presStyleCnt="0"/>
      <dgm:spPr/>
    </dgm:pt>
    <dgm:pt modelId="{C6D3DFB5-2C4F-4951-ABFB-002B4782E3E7}" type="pres">
      <dgm:prSet presAssocID="{06405FA6-C286-4B62-AE88-9ADDB2ECE228}" presName="background2" presStyleLbl="node2" presStyleIdx="0" presStyleCnt="2"/>
      <dgm:spPr>
        <a:solidFill>
          <a:schemeClr val="bg1">
            <a:lumMod val="85000"/>
          </a:schemeClr>
        </a:solidFill>
      </dgm:spPr>
    </dgm:pt>
    <dgm:pt modelId="{6BB3C1D7-B01F-41C0-8A94-7C44DE6FB64C}" type="pres">
      <dgm:prSet presAssocID="{06405FA6-C286-4B62-AE88-9ADDB2ECE228}" presName="text2" presStyleLbl="fgAcc2" presStyleIdx="0" presStyleCnt="2" custScaleX="150666">
        <dgm:presLayoutVars>
          <dgm:chPref val="3"/>
        </dgm:presLayoutVars>
      </dgm:prSet>
      <dgm:spPr/>
    </dgm:pt>
    <dgm:pt modelId="{510A13E2-1501-496F-8E6B-4ED6746ECEFC}" type="pres">
      <dgm:prSet presAssocID="{06405FA6-C286-4B62-AE88-9ADDB2ECE228}" presName="hierChild3" presStyleCnt="0"/>
      <dgm:spPr/>
    </dgm:pt>
    <dgm:pt modelId="{C75A6690-AAC1-4288-9463-BA04F2F42816}" type="pres">
      <dgm:prSet presAssocID="{CA08BF2C-F7D8-4132-94F9-DD57C6894746}" presName="Name17" presStyleLbl="parChTrans1D3" presStyleIdx="0" presStyleCnt="6"/>
      <dgm:spPr/>
    </dgm:pt>
    <dgm:pt modelId="{07003243-16CF-4DCD-AD76-49D246DE27E5}" type="pres">
      <dgm:prSet presAssocID="{F9B1CDB3-1941-4050-8192-6DF849BDA655}" presName="hierRoot3" presStyleCnt="0"/>
      <dgm:spPr/>
    </dgm:pt>
    <dgm:pt modelId="{4CC353C0-C7F7-4FAA-ACA4-5C5E1EC270E6}" type="pres">
      <dgm:prSet presAssocID="{F9B1CDB3-1941-4050-8192-6DF849BDA655}" presName="composite3" presStyleCnt="0"/>
      <dgm:spPr/>
    </dgm:pt>
    <dgm:pt modelId="{B6614825-30C4-45F2-A77D-818F6EAE04FD}" type="pres">
      <dgm:prSet presAssocID="{F9B1CDB3-1941-4050-8192-6DF849BDA655}" presName="background3" presStyleLbl="node3" presStyleIdx="0" presStyleCnt="6"/>
      <dgm:spPr>
        <a:solidFill>
          <a:schemeClr val="bg1">
            <a:lumMod val="85000"/>
          </a:schemeClr>
        </a:solidFill>
      </dgm:spPr>
    </dgm:pt>
    <dgm:pt modelId="{6BFF4249-C516-425D-9CFB-D5BB3CE2038E}" type="pres">
      <dgm:prSet presAssocID="{F9B1CDB3-1941-4050-8192-6DF849BDA655}" presName="text3" presStyleLbl="fgAcc3" presStyleIdx="0" presStyleCnt="6">
        <dgm:presLayoutVars>
          <dgm:chPref val="3"/>
        </dgm:presLayoutVars>
      </dgm:prSet>
      <dgm:spPr/>
    </dgm:pt>
    <dgm:pt modelId="{D68014DA-13B1-41E9-BE3D-86A6134C9FAF}" type="pres">
      <dgm:prSet presAssocID="{F9B1CDB3-1941-4050-8192-6DF849BDA655}" presName="hierChild4" presStyleCnt="0"/>
      <dgm:spPr/>
    </dgm:pt>
    <dgm:pt modelId="{B13D19D1-48E1-41E6-B696-2DCDC2559886}" type="pres">
      <dgm:prSet presAssocID="{B8244063-B29C-4B2D-8F54-BDCB666EC2C9}" presName="Name17" presStyleLbl="parChTrans1D3" presStyleIdx="1" presStyleCnt="6"/>
      <dgm:spPr/>
    </dgm:pt>
    <dgm:pt modelId="{082CC206-7EEB-4EAC-9DB4-35666BECA96D}" type="pres">
      <dgm:prSet presAssocID="{3F1A5419-4F7D-4AFF-8616-9AAE90759C33}" presName="hierRoot3" presStyleCnt="0"/>
      <dgm:spPr/>
    </dgm:pt>
    <dgm:pt modelId="{FA9A32B4-71A6-47B5-A8BB-32973CDB74B3}" type="pres">
      <dgm:prSet presAssocID="{3F1A5419-4F7D-4AFF-8616-9AAE90759C33}" presName="composite3" presStyleCnt="0"/>
      <dgm:spPr/>
    </dgm:pt>
    <dgm:pt modelId="{8A9EEE43-EA3F-4AD7-9625-94E48EF7953A}" type="pres">
      <dgm:prSet presAssocID="{3F1A5419-4F7D-4AFF-8616-9AAE90759C33}" presName="background3" presStyleLbl="node3" presStyleIdx="1" presStyleCnt="6"/>
      <dgm:spPr>
        <a:solidFill>
          <a:schemeClr val="bg1">
            <a:lumMod val="85000"/>
          </a:schemeClr>
        </a:solidFill>
      </dgm:spPr>
    </dgm:pt>
    <dgm:pt modelId="{EEC78141-4629-4009-940C-E94709A1DA50}" type="pres">
      <dgm:prSet presAssocID="{3F1A5419-4F7D-4AFF-8616-9AAE90759C33}" presName="text3" presStyleLbl="fgAcc3" presStyleIdx="1" presStyleCnt="6">
        <dgm:presLayoutVars>
          <dgm:chPref val="3"/>
        </dgm:presLayoutVars>
      </dgm:prSet>
      <dgm:spPr/>
    </dgm:pt>
    <dgm:pt modelId="{C1EFD073-F61E-49B4-94F5-0ACE332C2AAB}" type="pres">
      <dgm:prSet presAssocID="{3F1A5419-4F7D-4AFF-8616-9AAE90759C33}" presName="hierChild4" presStyleCnt="0"/>
      <dgm:spPr/>
    </dgm:pt>
    <dgm:pt modelId="{B01ADCF5-6DC8-46B4-A5FC-D7455D389AE7}" type="pres">
      <dgm:prSet presAssocID="{51B227AA-ECDF-45C0-9419-55C003AC7DAE}" presName="Name17" presStyleLbl="parChTrans1D3" presStyleIdx="2" presStyleCnt="6"/>
      <dgm:spPr/>
    </dgm:pt>
    <dgm:pt modelId="{972CC738-EC9E-4789-8164-45416A92B864}" type="pres">
      <dgm:prSet presAssocID="{F85CC8BB-B68C-4233-AF93-F4D6243AB8F7}" presName="hierRoot3" presStyleCnt="0"/>
      <dgm:spPr/>
    </dgm:pt>
    <dgm:pt modelId="{9FB77CF1-BABB-43F1-9185-1831B5129B8E}" type="pres">
      <dgm:prSet presAssocID="{F85CC8BB-B68C-4233-AF93-F4D6243AB8F7}" presName="composite3" presStyleCnt="0"/>
      <dgm:spPr/>
    </dgm:pt>
    <dgm:pt modelId="{FA1A96AB-EF9A-48F6-A75F-E5822B29A666}" type="pres">
      <dgm:prSet presAssocID="{F85CC8BB-B68C-4233-AF93-F4D6243AB8F7}" presName="background3" presStyleLbl="node3" presStyleIdx="2" presStyleCnt="6"/>
      <dgm:spPr>
        <a:solidFill>
          <a:schemeClr val="bg1">
            <a:lumMod val="85000"/>
          </a:schemeClr>
        </a:solidFill>
      </dgm:spPr>
    </dgm:pt>
    <dgm:pt modelId="{B67EE592-E95F-4FEB-8DA0-8628C032AF14}" type="pres">
      <dgm:prSet presAssocID="{F85CC8BB-B68C-4233-AF93-F4D6243AB8F7}" presName="text3" presStyleLbl="fgAcc3" presStyleIdx="2" presStyleCnt="6">
        <dgm:presLayoutVars>
          <dgm:chPref val="3"/>
        </dgm:presLayoutVars>
      </dgm:prSet>
      <dgm:spPr/>
    </dgm:pt>
    <dgm:pt modelId="{97675568-216B-4D59-B02B-B4AE62180DEF}" type="pres">
      <dgm:prSet presAssocID="{F85CC8BB-B68C-4233-AF93-F4D6243AB8F7}" presName="hierChild4" presStyleCnt="0"/>
      <dgm:spPr/>
    </dgm:pt>
    <dgm:pt modelId="{2A1444F3-A9E1-4251-8120-E8EFBE28A593}" type="pres">
      <dgm:prSet presAssocID="{486D35FC-4606-4952-9506-CCD44550BADF}" presName="Name10" presStyleLbl="parChTrans1D2" presStyleIdx="1" presStyleCnt="2"/>
      <dgm:spPr/>
    </dgm:pt>
    <dgm:pt modelId="{E1688E60-5AFB-4C31-BB5D-B82208BF8EE2}" type="pres">
      <dgm:prSet presAssocID="{5FE141CB-E89F-4EAE-A2A9-332D106A8B1B}" presName="hierRoot2" presStyleCnt="0"/>
      <dgm:spPr/>
    </dgm:pt>
    <dgm:pt modelId="{9796D322-9EED-4141-9331-36939F83EDC7}" type="pres">
      <dgm:prSet presAssocID="{5FE141CB-E89F-4EAE-A2A9-332D106A8B1B}" presName="composite2" presStyleCnt="0"/>
      <dgm:spPr/>
    </dgm:pt>
    <dgm:pt modelId="{59474F24-E888-4275-934F-F86DA1305216}" type="pres">
      <dgm:prSet presAssocID="{5FE141CB-E89F-4EAE-A2A9-332D106A8B1B}" presName="background2" presStyleLbl="node2" presStyleIdx="1" presStyleCnt="2"/>
      <dgm:spPr/>
    </dgm:pt>
    <dgm:pt modelId="{8EF6F87C-6CDE-47E5-A0EF-FD92E5081A36}" type="pres">
      <dgm:prSet presAssocID="{5FE141CB-E89F-4EAE-A2A9-332D106A8B1B}" presName="text2" presStyleLbl="fgAcc2" presStyleIdx="1" presStyleCnt="2">
        <dgm:presLayoutVars>
          <dgm:chPref val="3"/>
        </dgm:presLayoutVars>
      </dgm:prSet>
      <dgm:spPr/>
    </dgm:pt>
    <dgm:pt modelId="{739071C9-F984-4807-AA42-A8B3793BCD04}" type="pres">
      <dgm:prSet presAssocID="{5FE141CB-E89F-4EAE-A2A9-332D106A8B1B}" presName="hierChild3" presStyleCnt="0"/>
      <dgm:spPr/>
    </dgm:pt>
    <dgm:pt modelId="{E6CF2AC4-3E06-4437-897A-AB3000F2C92C}" type="pres">
      <dgm:prSet presAssocID="{5452A50A-908D-491F-AB62-404EA66B1815}" presName="Name17" presStyleLbl="parChTrans1D3" presStyleIdx="3" presStyleCnt="6"/>
      <dgm:spPr/>
    </dgm:pt>
    <dgm:pt modelId="{8EA69ABF-0EE0-470A-B15A-43D65ACAF9FB}" type="pres">
      <dgm:prSet presAssocID="{B6C7496E-4CB6-4D5A-A848-424298CFE4A9}" presName="hierRoot3" presStyleCnt="0"/>
      <dgm:spPr/>
    </dgm:pt>
    <dgm:pt modelId="{5AB35B31-D3AE-4904-B2A8-6F8A39FB6919}" type="pres">
      <dgm:prSet presAssocID="{B6C7496E-4CB6-4D5A-A848-424298CFE4A9}" presName="composite3" presStyleCnt="0"/>
      <dgm:spPr/>
    </dgm:pt>
    <dgm:pt modelId="{69CBED36-6734-43B6-8310-1C58D81E424D}" type="pres">
      <dgm:prSet presAssocID="{B6C7496E-4CB6-4D5A-A848-424298CFE4A9}" presName="background3" presStyleLbl="node3" presStyleIdx="3" presStyleCnt="6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</dgm:pt>
    <dgm:pt modelId="{17CCC18B-132E-4E83-B384-D15F3BE15EE7}" type="pres">
      <dgm:prSet presAssocID="{B6C7496E-4CB6-4D5A-A848-424298CFE4A9}" presName="text3" presStyleLbl="fgAcc3" presStyleIdx="3" presStyleCnt="6">
        <dgm:presLayoutVars>
          <dgm:chPref val="3"/>
        </dgm:presLayoutVars>
      </dgm:prSet>
      <dgm:spPr/>
    </dgm:pt>
    <dgm:pt modelId="{7B708A4A-D727-4071-AC66-E8A55138F809}" type="pres">
      <dgm:prSet presAssocID="{B6C7496E-4CB6-4D5A-A848-424298CFE4A9}" presName="hierChild4" presStyleCnt="0"/>
      <dgm:spPr/>
    </dgm:pt>
    <dgm:pt modelId="{63898A6F-2B12-4FFE-B0D0-8532C923AA00}" type="pres">
      <dgm:prSet presAssocID="{2FB711A0-D8D5-41AC-8AC7-5D0B78508B6C}" presName="Name17" presStyleLbl="parChTrans1D3" presStyleIdx="4" presStyleCnt="6"/>
      <dgm:spPr/>
    </dgm:pt>
    <dgm:pt modelId="{A8B629D7-C8AF-4321-98AD-C8F3124FFFAC}" type="pres">
      <dgm:prSet presAssocID="{737D30A4-18B8-4623-97A0-77C824EFFE67}" presName="hierRoot3" presStyleCnt="0"/>
      <dgm:spPr/>
    </dgm:pt>
    <dgm:pt modelId="{90EE0541-C382-490D-AAA1-CFF373E43B50}" type="pres">
      <dgm:prSet presAssocID="{737D30A4-18B8-4623-97A0-77C824EFFE67}" presName="composite3" presStyleCnt="0"/>
      <dgm:spPr/>
    </dgm:pt>
    <dgm:pt modelId="{A399198D-9D62-4107-8A9D-6C9AAAC6F3F8}" type="pres">
      <dgm:prSet presAssocID="{737D30A4-18B8-4623-97A0-77C824EFFE67}" presName="background3" presStyleLbl="node3" presStyleIdx="4" presStyleCnt="6"/>
      <dgm:spPr>
        <a:solidFill>
          <a:schemeClr val="accent2">
            <a:lumMod val="60000"/>
            <a:lumOff val="40000"/>
          </a:schemeClr>
        </a:solidFill>
      </dgm:spPr>
    </dgm:pt>
    <dgm:pt modelId="{99CE5188-5397-45A1-B064-865A63FBE262}" type="pres">
      <dgm:prSet presAssocID="{737D30A4-18B8-4623-97A0-77C824EFFE67}" presName="text3" presStyleLbl="fgAcc3" presStyleIdx="4" presStyleCnt="6">
        <dgm:presLayoutVars>
          <dgm:chPref val="3"/>
        </dgm:presLayoutVars>
      </dgm:prSet>
      <dgm:spPr/>
    </dgm:pt>
    <dgm:pt modelId="{1CDA7ADE-3FA2-4BD2-A03C-6A529909AC8A}" type="pres">
      <dgm:prSet presAssocID="{737D30A4-18B8-4623-97A0-77C824EFFE67}" presName="hierChild4" presStyleCnt="0"/>
      <dgm:spPr/>
    </dgm:pt>
    <dgm:pt modelId="{7CC0455C-B963-4B55-A88B-AC0A8D49C330}" type="pres">
      <dgm:prSet presAssocID="{00D0CE48-D756-4858-8E57-6C61D6FAA1B2}" presName="Name17" presStyleLbl="parChTrans1D3" presStyleIdx="5" presStyleCnt="6"/>
      <dgm:spPr/>
    </dgm:pt>
    <dgm:pt modelId="{44E6390A-9FC2-4090-8777-268DECBCC902}" type="pres">
      <dgm:prSet presAssocID="{C709A0A9-E9E8-482B-9ED1-5965ADB94DA2}" presName="hierRoot3" presStyleCnt="0"/>
      <dgm:spPr/>
    </dgm:pt>
    <dgm:pt modelId="{3C1D27B6-4D05-4461-9E60-1AD5F900A6D3}" type="pres">
      <dgm:prSet presAssocID="{C709A0A9-E9E8-482B-9ED1-5965ADB94DA2}" presName="composite3" presStyleCnt="0"/>
      <dgm:spPr/>
    </dgm:pt>
    <dgm:pt modelId="{1736A74C-677B-40F4-BEA4-951F680C85DA}" type="pres">
      <dgm:prSet presAssocID="{C709A0A9-E9E8-482B-9ED1-5965ADB94DA2}" presName="background3" presStyleLbl="node3" presStyleIdx="5" presStyleCnt="6"/>
      <dgm:spPr/>
    </dgm:pt>
    <dgm:pt modelId="{113245FF-436A-4DB5-A2F2-D0F6659BBAE7}" type="pres">
      <dgm:prSet presAssocID="{C709A0A9-E9E8-482B-9ED1-5965ADB94DA2}" presName="text3" presStyleLbl="fgAcc3" presStyleIdx="5" presStyleCnt="6">
        <dgm:presLayoutVars>
          <dgm:chPref val="3"/>
        </dgm:presLayoutVars>
      </dgm:prSet>
      <dgm:spPr/>
    </dgm:pt>
    <dgm:pt modelId="{86D72C9E-9857-4DAB-AFED-C52622FD0D34}" type="pres">
      <dgm:prSet presAssocID="{C709A0A9-E9E8-482B-9ED1-5965ADB94DA2}" presName="hierChild4" presStyleCnt="0"/>
      <dgm:spPr/>
    </dgm:pt>
  </dgm:ptLst>
  <dgm:cxnLst>
    <dgm:cxn modelId="{A50E9F04-95BA-4720-B777-31B623351FB6}" type="presOf" srcId="{CA08BF2C-F7D8-4132-94F9-DD57C6894746}" destId="{C75A6690-AAC1-4288-9463-BA04F2F42816}" srcOrd="0" destOrd="0" presId="urn:microsoft.com/office/officeart/2005/8/layout/hierarchy1"/>
    <dgm:cxn modelId="{869B1E1F-F5B8-413F-8FD1-119015DB4A7F}" type="presOf" srcId="{B8244063-B29C-4B2D-8F54-BDCB666EC2C9}" destId="{B13D19D1-48E1-41E6-B696-2DCDC2559886}" srcOrd="0" destOrd="0" presId="urn:microsoft.com/office/officeart/2005/8/layout/hierarchy1"/>
    <dgm:cxn modelId="{28E65D33-CF70-41E7-A081-A331BC00D46E}" type="presOf" srcId="{B6C7496E-4CB6-4D5A-A848-424298CFE4A9}" destId="{17CCC18B-132E-4E83-B384-D15F3BE15EE7}" srcOrd="0" destOrd="0" presId="urn:microsoft.com/office/officeart/2005/8/layout/hierarchy1"/>
    <dgm:cxn modelId="{3AC4D735-A055-4906-B1E9-33E0D40EDA39}" type="presOf" srcId="{C709A0A9-E9E8-482B-9ED1-5965ADB94DA2}" destId="{113245FF-436A-4DB5-A2F2-D0F6659BBAE7}" srcOrd="0" destOrd="0" presId="urn:microsoft.com/office/officeart/2005/8/layout/hierarchy1"/>
    <dgm:cxn modelId="{DC024267-A109-4E69-BB71-F7782B0B4BA5}" type="presOf" srcId="{2FB711A0-D8D5-41AC-8AC7-5D0B78508B6C}" destId="{63898A6F-2B12-4FFE-B0D0-8532C923AA00}" srcOrd="0" destOrd="0" presId="urn:microsoft.com/office/officeart/2005/8/layout/hierarchy1"/>
    <dgm:cxn modelId="{13AD3769-2E66-479B-93C7-5CAC0A394DFE}" type="presOf" srcId="{60201A41-10C2-4BB6-94EE-248FEDB4D369}" destId="{BE4B1407-4E32-4593-B172-FD2D9EAE000B}" srcOrd="0" destOrd="0" presId="urn:microsoft.com/office/officeart/2005/8/layout/hierarchy1"/>
    <dgm:cxn modelId="{B49A1A54-2902-4F8F-9A11-ACDFCED6458A}" srcId="{06405FA6-C286-4B62-AE88-9ADDB2ECE228}" destId="{3F1A5419-4F7D-4AFF-8616-9AAE90759C33}" srcOrd="1" destOrd="0" parTransId="{B8244063-B29C-4B2D-8F54-BDCB666EC2C9}" sibTransId="{03A39BA8-0B6D-477D-8969-9DA8AF47E137}"/>
    <dgm:cxn modelId="{D6755F57-138C-447E-8411-A2EC33ABF968}" type="presOf" srcId="{3F1A5419-4F7D-4AFF-8616-9AAE90759C33}" destId="{EEC78141-4629-4009-940C-E94709A1DA50}" srcOrd="0" destOrd="0" presId="urn:microsoft.com/office/officeart/2005/8/layout/hierarchy1"/>
    <dgm:cxn modelId="{7326767F-F8E2-4A49-B4AA-8F01052F1FD4}" type="presOf" srcId="{51B227AA-ECDF-45C0-9419-55C003AC7DAE}" destId="{B01ADCF5-6DC8-46B4-A5FC-D7455D389AE7}" srcOrd="0" destOrd="0" presId="urn:microsoft.com/office/officeart/2005/8/layout/hierarchy1"/>
    <dgm:cxn modelId="{5D31F881-105E-4588-BA8C-4152D47E99FC}" srcId="{5FE141CB-E89F-4EAE-A2A9-332D106A8B1B}" destId="{C709A0A9-E9E8-482B-9ED1-5965ADB94DA2}" srcOrd="2" destOrd="0" parTransId="{00D0CE48-D756-4858-8E57-6C61D6FAA1B2}" sibTransId="{C1460C8B-513E-4EB9-BFEA-4CE048283CE1}"/>
    <dgm:cxn modelId="{19A8FF86-AB5B-4BEE-88FE-49929FE909D1}" srcId="{06405FA6-C286-4B62-AE88-9ADDB2ECE228}" destId="{F9B1CDB3-1941-4050-8192-6DF849BDA655}" srcOrd="0" destOrd="0" parTransId="{CA08BF2C-F7D8-4132-94F9-DD57C6894746}" sibTransId="{78AD4283-EA67-4968-B304-ACE147A1EA41}"/>
    <dgm:cxn modelId="{2A9EB687-C884-4D4B-B14B-DA052D000D4B}" srcId="{5FE141CB-E89F-4EAE-A2A9-332D106A8B1B}" destId="{737D30A4-18B8-4623-97A0-77C824EFFE67}" srcOrd="1" destOrd="0" parTransId="{2FB711A0-D8D5-41AC-8AC7-5D0B78508B6C}" sibTransId="{0FE68FF2-6F84-4987-B8B5-0870A688F336}"/>
    <dgm:cxn modelId="{D38E459F-FA03-4C55-96B5-D2DD9359CE12}" srcId="{06405FA6-C286-4B62-AE88-9ADDB2ECE228}" destId="{F85CC8BB-B68C-4233-AF93-F4D6243AB8F7}" srcOrd="2" destOrd="0" parTransId="{51B227AA-ECDF-45C0-9419-55C003AC7DAE}" sibTransId="{05D6CA01-A4A0-4664-97C7-E1F64255DDA9}"/>
    <dgm:cxn modelId="{66C4CC9F-D48D-4481-AB56-FF41F446FFCC}" type="presOf" srcId="{F9B1CDB3-1941-4050-8192-6DF849BDA655}" destId="{6BFF4249-C516-425D-9CFB-D5BB3CE2038E}" srcOrd="0" destOrd="0" presId="urn:microsoft.com/office/officeart/2005/8/layout/hierarchy1"/>
    <dgm:cxn modelId="{CF7ED9A3-51C5-4A3B-9BD2-49EA94CE5E89}" srcId="{5FE141CB-E89F-4EAE-A2A9-332D106A8B1B}" destId="{B6C7496E-4CB6-4D5A-A848-424298CFE4A9}" srcOrd="0" destOrd="0" parTransId="{5452A50A-908D-491F-AB62-404EA66B1815}" sibTransId="{E7DB72F7-DC4C-4C13-8777-3D532CCEDC3F}"/>
    <dgm:cxn modelId="{349EF9B1-19FE-47C1-AA0B-428B287E840C}" srcId="{73B69528-E019-4B2E-9126-4EEB33ACBD40}" destId="{06405FA6-C286-4B62-AE88-9ADDB2ECE228}" srcOrd="0" destOrd="0" parTransId="{60201A41-10C2-4BB6-94EE-248FEDB4D369}" sibTransId="{365E1517-4E84-4793-A8DC-321A02AFD4EE}"/>
    <dgm:cxn modelId="{2AE070B5-889A-4F41-BC18-F35B26A0C484}" type="presOf" srcId="{9019E8E7-4E86-4821-A8B6-070A5A6CB108}" destId="{73E4578C-CF1F-4048-87D1-3F0C6E0AA2FB}" srcOrd="0" destOrd="0" presId="urn:microsoft.com/office/officeart/2005/8/layout/hierarchy1"/>
    <dgm:cxn modelId="{675AEEB8-5926-48E5-AAA5-BAF59D20F446}" type="presOf" srcId="{737D30A4-18B8-4623-97A0-77C824EFFE67}" destId="{99CE5188-5397-45A1-B064-865A63FBE262}" srcOrd="0" destOrd="0" presId="urn:microsoft.com/office/officeart/2005/8/layout/hierarchy1"/>
    <dgm:cxn modelId="{5E7FC1BC-1759-4B30-A689-C2690622FB0A}" type="presOf" srcId="{F85CC8BB-B68C-4233-AF93-F4D6243AB8F7}" destId="{B67EE592-E95F-4FEB-8DA0-8628C032AF14}" srcOrd="0" destOrd="0" presId="urn:microsoft.com/office/officeart/2005/8/layout/hierarchy1"/>
    <dgm:cxn modelId="{669EACC3-426E-435F-860F-3FDDE4F914FE}" type="presOf" srcId="{486D35FC-4606-4952-9506-CCD44550BADF}" destId="{2A1444F3-A9E1-4251-8120-E8EFBE28A593}" srcOrd="0" destOrd="0" presId="urn:microsoft.com/office/officeart/2005/8/layout/hierarchy1"/>
    <dgm:cxn modelId="{DCFB95CD-6807-46AA-9AB2-17F40D4F1972}" type="presOf" srcId="{06405FA6-C286-4B62-AE88-9ADDB2ECE228}" destId="{6BB3C1D7-B01F-41C0-8A94-7C44DE6FB64C}" srcOrd="0" destOrd="0" presId="urn:microsoft.com/office/officeart/2005/8/layout/hierarchy1"/>
    <dgm:cxn modelId="{0FDDAFDA-726E-4224-92BF-E8C72A8B0C61}" srcId="{73B69528-E019-4B2E-9126-4EEB33ACBD40}" destId="{5FE141CB-E89F-4EAE-A2A9-332D106A8B1B}" srcOrd="1" destOrd="0" parTransId="{486D35FC-4606-4952-9506-CCD44550BADF}" sibTransId="{8E1F43D2-C3C5-4F53-8B05-0CB46B4513D2}"/>
    <dgm:cxn modelId="{695D7DE5-81CA-493F-A7D8-9DF5766C29B0}" type="presOf" srcId="{5FE141CB-E89F-4EAE-A2A9-332D106A8B1B}" destId="{8EF6F87C-6CDE-47E5-A0EF-FD92E5081A36}" srcOrd="0" destOrd="0" presId="urn:microsoft.com/office/officeart/2005/8/layout/hierarchy1"/>
    <dgm:cxn modelId="{14F536EC-3A28-475C-8FDE-EDE53BAB87B7}" srcId="{9019E8E7-4E86-4821-A8B6-070A5A6CB108}" destId="{73B69528-E019-4B2E-9126-4EEB33ACBD40}" srcOrd="0" destOrd="0" parTransId="{A5F81D5C-82A7-4130-940A-BE0455AD27EE}" sibTransId="{0AC02AA5-49DF-4F2A-9809-07FA93AAF104}"/>
    <dgm:cxn modelId="{EC18E3F0-5B53-49F2-A159-0EE01A46BD81}" type="presOf" srcId="{73B69528-E019-4B2E-9126-4EEB33ACBD40}" destId="{F4CF985B-A482-4F03-B9FC-F2087F4985B0}" srcOrd="0" destOrd="0" presId="urn:microsoft.com/office/officeart/2005/8/layout/hierarchy1"/>
    <dgm:cxn modelId="{5BC59AF9-BF73-41A2-BD03-4B7A19B6978F}" type="presOf" srcId="{5452A50A-908D-491F-AB62-404EA66B1815}" destId="{E6CF2AC4-3E06-4437-897A-AB3000F2C92C}" srcOrd="0" destOrd="0" presId="urn:microsoft.com/office/officeart/2005/8/layout/hierarchy1"/>
    <dgm:cxn modelId="{F323F1FA-EC05-4B81-BCFA-800B148FF8D5}" type="presOf" srcId="{00D0CE48-D756-4858-8E57-6C61D6FAA1B2}" destId="{7CC0455C-B963-4B55-A88B-AC0A8D49C330}" srcOrd="0" destOrd="0" presId="urn:microsoft.com/office/officeart/2005/8/layout/hierarchy1"/>
    <dgm:cxn modelId="{B7BB37AC-0B6C-4D36-9315-E3F45107B662}" type="presParOf" srcId="{73E4578C-CF1F-4048-87D1-3F0C6E0AA2FB}" destId="{E1DCB082-B05E-4C94-9222-212ACA80043D}" srcOrd="0" destOrd="0" presId="urn:microsoft.com/office/officeart/2005/8/layout/hierarchy1"/>
    <dgm:cxn modelId="{05575332-263D-4042-86ED-CD68AAA48788}" type="presParOf" srcId="{E1DCB082-B05E-4C94-9222-212ACA80043D}" destId="{E395642F-5F57-4DC3-BD56-994D2E64072E}" srcOrd="0" destOrd="0" presId="urn:microsoft.com/office/officeart/2005/8/layout/hierarchy1"/>
    <dgm:cxn modelId="{0152DA54-6ABA-44BD-AB94-5E6AB7A4D42F}" type="presParOf" srcId="{E395642F-5F57-4DC3-BD56-994D2E64072E}" destId="{8C1469E6-21C1-4496-B1BD-C5B9FB31144F}" srcOrd="0" destOrd="0" presId="urn:microsoft.com/office/officeart/2005/8/layout/hierarchy1"/>
    <dgm:cxn modelId="{76159D1F-5634-4E23-8EA0-A43925E4A678}" type="presParOf" srcId="{E395642F-5F57-4DC3-BD56-994D2E64072E}" destId="{F4CF985B-A482-4F03-B9FC-F2087F4985B0}" srcOrd="1" destOrd="0" presId="urn:microsoft.com/office/officeart/2005/8/layout/hierarchy1"/>
    <dgm:cxn modelId="{9DC16770-4115-41FC-968A-DF466235F28C}" type="presParOf" srcId="{E1DCB082-B05E-4C94-9222-212ACA80043D}" destId="{DF3900A0-3FAD-4681-9AB3-8A8EF02E1765}" srcOrd="1" destOrd="0" presId="urn:microsoft.com/office/officeart/2005/8/layout/hierarchy1"/>
    <dgm:cxn modelId="{6AB03771-0A91-426A-BAB3-AA4C427A938D}" type="presParOf" srcId="{DF3900A0-3FAD-4681-9AB3-8A8EF02E1765}" destId="{BE4B1407-4E32-4593-B172-FD2D9EAE000B}" srcOrd="0" destOrd="0" presId="urn:microsoft.com/office/officeart/2005/8/layout/hierarchy1"/>
    <dgm:cxn modelId="{CC00A87F-1BBF-4806-9852-185FB80F91A4}" type="presParOf" srcId="{DF3900A0-3FAD-4681-9AB3-8A8EF02E1765}" destId="{4874A0B0-58F5-4DF9-A126-49BC4D5C899C}" srcOrd="1" destOrd="0" presId="urn:microsoft.com/office/officeart/2005/8/layout/hierarchy1"/>
    <dgm:cxn modelId="{EAEADBFA-44D5-4CFA-9380-2635B32A1625}" type="presParOf" srcId="{4874A0B0-58F5-4DF9-A126-49BC4D5C899C}" destId="{E645467C-B18F-4F74-A1F8-B61DAE1D244F}" srcOrd="0" destOrd="0" presId="urn:microsoft.com/office/officeart/2005/8/layout/hierarchy1"/>
    <dgm:cxn modelId="{EB019D01-A9D2-465B-B76B-F8C10EA43447}" type="presParOf" srcId="{E645467C-B18F-4F74-A1F8-B61DAE1D244F}" destId="{C6D3DFB5-2C4F-4951-ABFB-002B4782E3E7}" srcOrd="0" destOrd="0" presId="urn:microsoft.com/office/officeart/2005/8/layout/hierarchy1"/>
    <dgm:cxn modelId="{6BF3A791-4D53-4FED-A8A4-3D5B9127ED6F}" type="presParOf" srcId="{E645467C-B18F-4F74-A1F8-B61DAE1D244F}" destId="{6BB3C1D7-B01F-41C0-8A94-7C44DE6FB64C}" srcOrd="1" destOrd="0" presId="urn:microsoft.com/office/officeart/2005/8/layout/hierarchy1"/>
    <dgm:cxn modelId="{15C598ED-BFA2-4DA3-86C8-F7BB1EEA47F9}" type="presParOf" srcId="{4874A0B0-58F5-4DF9-A126-49BC4D5C899C}" destId="{510A13E2-1501-496F-8E6B-4ED6746ECEFC}" srcOrd="1" destOrd="0" presId="urn:microsoft.com/office/officeart/2005/8/layout/hierarchy1"/>
    <dgm:cxn modelId="{2762129C-66DC-4F92-ADEF-43A070E23E47}" type="presParOf" srcId="{510A13E2-1501-496F-8E6B-4ED6746ECEFC}" destId="{C75A6690-AAC1-4288-9463-BA04F2F42816}" srcOrd="0" destOrd="0" presId="urn:microsoft.com/office/officeart/2005/8/layout/hierarchy1"/>
    <dgm:cxn modelId="{5DBD517D-4E44-4342-A789-FC80EA2E3ED6}" type="presParOf" srcId="{510A13E2-1501-496F-8E6B-4ED6746ECEFC}" destId="{07003243-16CF-4DCD-AD76-49D246DE27E5}" srcOrd="1" destOrd="0" presId="urn:microsoft.com/office/officeart/2005/8/layout/hierarchy1"/>
    <dgm:cxn modelId="{5C55E7B8-446A-4AAD-A73E-C78CE387A949}" type="presParOf" srcId="{07003243-16CF-4DCD-AD76-49D246DE27E5}" destId="{4CC353C0-C7F7-4FAA-ACA4-5C5E1EC270E6}" srcOrd="0" destOrd="0" presId="urn:microsoft.com/office/officeart/2005/8/layout/hierarchy1"/>
    <dgm:cxn modelId="{DAE987D3-8F4D-4A08-96E7-533C136B1F56}" type="presParOf" srcId="{4CC353C0-C7F7-4FAA-ACA4-5C5E1EC270E6}" destId="{B6614825-30C4-45F2-A77D-818F6EAE04FD}" srcOrd="0" destOrd="0" presId="urn:microsoft.com/office/officeart/2005/8/layout/hierarchy1"/>
    <dgm:cxn modelId="{9E2F9281-5445-4299-B8D7-E2626AFCDAEB}" type="presParOf" srcId="{4CC353C0-C7F7-4FAA-ACA4-5C5E1EC270E6}" destId="{6BFF4249-C516-425D-9CFB-D5BB3CE2038E}" srcOrd="1" destOrd="0" presId="urn:microsoft.com/office/officeart/2005/8/layout/hierarchy1"/>
    <dgm:cxn modelId="{BD416152-5232-4A26-B556-DF49F8878EE2}" type="presParOf" srcId="{07003243-16CF-4DCD-AD76-49D246DE27E5}" destId="{D68014DA-13B1-41E9-BE3D-86A6134C9FAF}" srcOrd="1" destOrd="0" presId="urn:microsoft.com/office/officeart/2005/8/layout/hierarchy1"/>
    <dgm:cxn modelId="{7EBF2B9E-5859-48B1-B886-8DBF4302BAFB}" type="presParOf" srcId="{510A13E2-1501-496F-8E6B-4ED6746ECEFC}" destId="{B13D19D1-48E1-41E6-B696-2DCDC2559886}" srcOrd="2" destOrd="0" presId="urn:microsoft.com/office/officeart/2005/8/layout/hierarchy1"/>
    <dgm:cxn modelId="{EC7D9DFC-15F9-4108-AD02-61C1F42C29EF}" type="presParOf" srcId="{510A13E2-1501-496F-8E6B-4ED6746ECEFC}" destId="{082CC206-7EEB-4EAC-9DB4-35666BECA96D}" srcOrd="3" destOrd="0" presId="urn:microsoft.com/office/officeart/2005/8/layout/hierarchy1"/>
    <dgm:cxn modelId="{B987421D-DB45-4CBF-9686-93240F69B324}" type="presParOf" srcId="{082CC206-7EEB-4EAC-9DB4-35666BECA96D}" destId="{FA9A32B4-71A6-47B5-A8BB-32973CDB74B3}" srcOrd="0" destOrd="0" presId="urn:microsoft.com/office/officeart/2005/8/layout/hierarchy1"/>
    <dgm:cxn modelId="{505E09D4-CAA5-4895-8842-FD07BFA8F989}" type="presParOf" srcId="{FA9A32B4-71A6-47B5-A8BB-32973CDB74B3}" destId="{8A9EEE43-EA3F-4AD7-9625-94E48EF7953A}" srcOrd="0" destOrd="0" presId="urn:microsoft.com/office/officeart/2005/8/layout/hierarchy1"/>
    <dgm:cxn modelId="{A68323AA-F6B1-442A-8F89-5AA24BBF0E39}" type="presParOf" srcId="{FA9A32B4-71A6-47B5-A8BB-32973CDB74B3}" destId="{EEC78141-4629-4009-940C-E94709A1DA50}" srcOrd="1" destOrd="0" presId="urn:microsoft.com/office/officeart/2005/8/layout/hierarchy1"/>
    <dgm:cxn modelId="{570E86A0-94F7-4247-83B3-0EEA8457CEF4}" type="presParOf" srcId="{082CC206-7EEB-4EAC-9DB4-35666BECA96D}" destId="{C1EFD073-F61E-49B4-94F5-0ACE332C2AAB}" srcOrd="1" destOrd="0" presId="urn:microsoft.com/office/officeart/2005/8/layout/hierarchy1"/>
    <dgm:cxn modelId="{CEF415F4-78C8-4367-B9DE-9DFBF91334BB}" type="presParOf" srcId="{510A13E2-1501-496F-8E6B-4ED6746ECEFC}" destId="{B01ADCF5-6DC8-46B4-A5FC-D7455D389AE7}" srcOrd="4" destOrd="0" presId="urn:microsoft.com/office/officeart/2005/8/layout/hierarchy1"/>
    <dgm:cxn modelId="{6F332EA9-1158-45B0-B249-AAC603F41B35}" type="presParOf" srcId="{510A13E2-1501-496F-8E6B-4ED6746ECEFC}" destId="{972CC738-EC9E-4789-8164-45416A92B864}" srcOrd="5" destOrd="0" presId="urn:microsoft.com/office/officeart/2005/8/layout/hierarchy1"/>
    <dgm:cxn modelId="{BE49FE89-D8CA-4608-A31D-7252CC489E2A}" type="presParOf" srcId="{972CC738-EC9E-4789-8164-45416A92B864}" destId="{9FB77CF1-BABB-43F1-9185-1831B5129B8E}" srcOrd="0" destOrd="0" presId="urn:microsoft.com/office/officeart/2005/8/layout/hierarchy1"/>
    <dgm:cxn modelId="{588B25DA-4116-406F-9982-B68F9970B1ED}" type="presParOf" srcId="{9FB77CF1-BABB-43F1-9185-1831B5129B8E}" destId="{FA1A96AB-EF9A-48F6-A75F-E5822B29A666}" srcOrd="0" destOrd="0" presId="urn:microsoft.com/office/officeart/2005/8/layout/hierarchy1"/>
    <dgm:cxn modelId="{95D359C8-8670-4725-A5C3-76FA6E5B7CF0}" type="presParOf" srcId="{9FB77CF1-BABB-43F1-9185-1831B5129B8E}" destId="{B67EE592-E95F-4FEB-8DA0-8628C032AF14}" srcOrd="1" destOrd="0" presId="urn:microsoft.com/office/officeart/2005/8/layout/hierarchy1"/>
    <dgm:cxn modelId="{3EAFA828-0DC8-44CD-A6C4-863E0514D7C4}" type="presParOf" srcId="{972CC738-EC9E-4789-8164-45416A92B864}" destId="{97675568-216B-4D59-B02B-B4AE62180DEF}" srcOrd="1" destOrd="0" presId="urn:microsoft.com/office/officeart/2005/8/layout/hierarchy1"/>
    <dgm:cxn modelId="{57C871BE-8535-42D3-8946-48F0EBBE8F27}" type="presParOf" srcId="{DF3900A0-3FAD-4681-9AB3-8A8EF02E1765}" destId="{2A1444F3-A9E1-4251-8120-E8EFBE28A593}" srcOrd="2" destOrd="0" presId="urn:microsoft.com/office/officeart/2005/8/layout/hierarchy1"/>
    <dgm:cxn modelId="{1CD9111D-00F9-4442-AAE5-32A490C13277}" type="presParOf" srcId="{DF3900A0-3FAD-4681-9AB3-8A8EF02E1765}" destId="{E1688E60-5AFB-4C31-BB5D-B82208BF8EE2}" srcOrd="3" destOrd="0" presId="urn:microsoft.com/office/officeart/2005/8/layout/hierarchy1"/>
    <dgm:cxn modelId="{74584283-0F7E-454F-BE6A-F24138947820}" type="presParOf" srcId="{E1688E60-5AFB-4C31-BB5D-B82208BF8EE2}" destId="{9796D322-9EED-4141-9331-36939F83EDC7}" srcOrd="0" destOrd="0" presId="urn:microsoft.com/office/officeart/2005/8/layout/hierarchy1"/>
    <dgm:cxn modelId="{A7B9092E-2AD4-45C8-B36B-941F3331C54B}" type="presParOf" srcId="{9796D322-9EED-4141-9331-36939F83EDC7}" destId="{59474F24-E888-4275-934F-F86DA1305216}" srcOrd="0" destOrd="0" presId="urn:microsoft.com/office/officeart/2005/8/layout/hierarchy1"/>
    <dgm:cxn modelId="{28228668-5490-4400-929E-3F7BAD671035}" type="presParOf" srcId="{9796D322-9EED-4141-9331-36939F83EDC7}" destId="{8EF6F87C-6CDE-47E5-A0EF-FD92E5081A36}" srcOrd="1" destOrd="0" presId="urn:microsoft.com/office/officeart/2005/8/layout/hierarchy1"/>
    <dgm:cxn modelId="{C6CBAC71-8C22-42EA-9F11-36726B68B6C2}" type="presParOf" srcId="{E1688E60-5AFB-4C31-BB5D-B82208BF8EE2}" destId="{739071C9-F984-4807-AA42-A8B3793BCD04}" srcOrd="1" destOrd="0" presId="urn:microsoft.com/office/officeart/2005/8/layout/hierarchy1"/>
    <dgm:cxn modelId="{E801F707-8321-4972-8650-AACD70BB3F91}" type="presParOf" srcId="{739071C9-F984-4807-AA42-A8B3793BCD04}" destId="{E6CF2AC4-3E06-4437-897A-AB3000F2C92C}" srcOrd="0" destOrd="0" presId="urn:microsoft.com/office/officeart/2005/8/layout/hierarchy1"/>
    <dgm:cxn modelId="{6A14A8D3-B556-4480-A12C-9182B98F7D62}" type="presParOf" srcId="{739071C9-F984-4807-AA42-A8B3793BCD04}" destId="{8EA69ABF-0EE0-470A-B15A-43D65ACAF9FB}" srcOrd="1" destOrd="0" presId="urn:microsoft.com/office/officeart/2005/8/layout/hierarchy1"/>
    <dgm:cxn modelId="{D82F3418-EF74-49E9-934A-D858C371A8B2}" type="presParOf" srcId="{8EA69ABF-0EE0-470A-B15A-43D65ACAF9FB}" destId="{5AB35B31-D3AE-4904-B2A8-6F8A39FB6919}" srcOrd="0" destOrd="0" presId="urn:microsoft.com/office/officeart/2005/8/layout/hierarchy1"/>
    <dgm:cxn modelId="{A043674C-2FB5-421E-BBDB-EDBE2D36E8A8}" type="presParOf" srcId="{5AB35B31-D3AE-4904-B2A8-6F8A39FB6919}" destId="{69CBED36-6734-43B6-8310-1C58D81E424D}" srcOrd="0" destOrd="0" presId="urn:microsoft.com/office/officeart/2005/8/layout/hierarchy1"/>
    <dgm:cxn modelId="{9A54D15F-1BB8-4B64-BC89-4442121CE793}" type="presParOf" srcId="{5AB35B31-D3AE-4904-B2A8-6F8A39FB6919}" destId="{17CCC18B-132E-4E83-B384-D15F3BE15EE7}" srcOrd="1" destOrd="0" presId="urn:microsoft.com/office/officeart/2005/8/layout/hierarchy1"/>
    <dgm:cxn modelId="{09C15129-2DE5-489B-9747-D87544EEFBF7}" type="presParOf" srcId="{8EA69ABF-0EE0-470A-B15A-43D65ACAF9FB}" destId="{7B708A4A-D727-4071-AC66-E8A55138F809}" srcOrd="1" destOrd="0" presId="urn:microsoft.com/office/officeart/2005/8/layout/hierarchy1"/>
    <dgm:cxn modelId="{6838C570-B682-4187-853A-50AB53EA93E5}" type="presParOf" srcId="{739071C9-F984-4807-AA42-A8B3793BCD04}" destId="{63898A6F-2B12-4FFE-B0D0-8532C923AA00}" srcOrd="2" destOrd="0" presId="urn:microsoft.com/office/officeart/2005/8/layout/hierarchy1"/>
    <dgm:cxn modelId="{F2880F65-FB4D-44D0-8C84-91D87F4607F1}" type="presParOf" srcId="{739071C9-F984-4807-AA42-A8B3793BCD04}" destId="{A8B629D7-C8AF-4321-98AD-C8F3124FFFAC}" srcOrd="3" destOrd="0" presId="urn:microsoft.com/office/officeart/2005/8/layout/hierarchy1"/>
    <dgm:cxn modelId="{FAEEF770-B4E5-43C6-916C-43406B202285}" type="presParOf" srcId="{A8B629D7-C8AF-4321-98AD-C8F3124FFFAC}" destId="{90EE0541-C382-490D-AAA1-CFF373E43B50}" srcOrd="0" destOrd="0" presId="urn:microsoft.com/office/officeart/2005/8/layout/hierarchy1"/>
    <dgm:cxn modelId="{A98F923F-BA61-47FC-857B-5739B7797594}" type="presParOf" srcId="{90EE0541-C382-490D-AAA1-CFF373E43B50}" destId="{A399198D-9D62-4107-8A9D-6C9AAAC6F3F8}" srcOrd="0" destOrd="0" presId="urn:microsoft.com/office/officeart/2005/8/layout/hierarchy1"/>
    <dgm:cxn modelId="{52C548C4-9299-49DD-9B34-B01F5A571D6B}" type="presParOf" srcId="{90EE0541-C382-490D-AAA1-CFF373E43B50}" destId="{99CE5188-5397-45A1-B064-865A63FBE262}" srcOrd="1" destOrd="0" presId="urn:microsoft.com/office/officeart/2005/8/layout/hierarchy1"/>
    <dgm:cxn modelId="{3B812012-F60F-4BF3-9BD4-472FD9A5DBE3}" type="presParOf" srcId="{A8B629D7-C8AF-4321-98AD-C8F3124FFFAC}" destId="{1CDA7ADE-3FA2-4BD2-A03C-6A529909AC8A}" srcOrd="1" destOrd="0" presId="urn:microsoft.com/office/officeart/2005/8/layout/hierarchy1"/>
    <dgm:cxn modelId="{8ECFF00C-995E-4F59-8FFD-B59A34B03F15}" type="presParOf" srcId="{739071C9-F984-4807-AA42-A8B3793BCD04}" destId="{7CC0455C-B963-4B55-A88B-AC0A8D49C330}" srcOrd="4" destOrd="0" presId="urn:microsoft.com/office/officeart/2005/8/layout/hierarchy1"/>
    <dgm:cxn modelId="{9D82837E-3922-4C41-8B92-D976F5F04BD0}" type="presParOf" srcId="{739071C9-F984-4807-AA42-A8B3793BCD04}" destId="{44E6390A-9FC2-4090-8777-268DECBCC902}" srcOrd="5" destOrd="0" presId="urn:microsoft.com/office/officeart/2005/8/layout/hierarchy1"/>
    <dgm:cxn modelId="{AFC59A44-50F2-4EAD-B561-AB7460272E3E}" type="presParOf" srcId="{44E6390A-9FC2-4090-8777-268DECBCC902}" destId="{3C1D27B6-4D05-4461-9E60-1AD5F900A6D3}" srcOrd="0" destOrd="0" presId="urn:microsoft.com/office/officeart/2005/8/layout/hierarchy1"/>
    <dgm:cxn modelId="{2F987DE0-D9C0-4FEB-8C66-E6328BB9544B}" type="presParOf" srcId="{3C1D27B6-4D05-4461-9E60-1AD5F900A6D3}" destId="{1736A74C-677B-40F4-BEA4-951F680C85DA}" srcOrd="0" destOrd="0" presId="urn:microsoft.com/office/officeart/2005/8/layout/hierarchy1"/>
    <dgm:cxn modelId="{72BBAB83-5615-465D-A765-B00629BCCCDB}" type="presParOf" srcId="{3C1D27B6-4D05-4461-9E60-1AD5F900A6D3}" destId="{113245FF-436A-4DB5-A2F2-D0F6659BBAE7}" srcOrd="1" destOrd="0" presId="urn:microsoft.com/office/officeart/2005/8/layout/hierarchy1"/>
    <dgm:cxn modelId="{0E74674C-FEB5-4D0F-9A3A-E25FC764CFC4}" type="presParOf" srcId="{44E6390A-9FC2-4090-8777-268DECBCC902}" destId="{86D72C9E-9857-4DAB-AFED-C52622FD0D34}" srcOrd="1" destOrd="0" presId="urn:microsoft.com/office/officeart/2005/8/layout/hierarchy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19E8E7-4E86-4821-A8B6-070A5A6CB10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3B69528-E019-4B2E-9126-4EEB33ACBD40}">
      <dgm:prSet phldrT="[Text]"/>
      <dgm:spPr/>
      <dgm:t>
        <a:bodyPr/>
        <a:lstStyle/>
        <a:p>
          <a:r>
            <a:rPr lang="en-US" dirty="0"/>
            <a:t>LLIE </a:t>
          </a:r>
          <a:r>
            <a:rPr lang="en-US" dirty="0" err="1"/>
            <a:t>Apporaches</a:t>
          </a:r>
          <a:endParaRPr lang="en-US" dirty="0"/>
        </a:p>
      </dgm:t>
    </dgm:pt>
    <dgm:pt modelId="{A5F81D5C-82A7-4130-940A-BE0455AD27EE}" type="parTrans" cxnId="{14F536EC-3A28-475C-8FDE-EDE53BAB87B7}">
      <dgm:prSet/>
      <dgm:spPr/>
      <dgm:t>
        <a:bodyPr/>
        <a:lstStyle/>
        <a:p>
          <a:endParaRPr lang="en-US"/>
        </a:p>
      </dgm:t>
    </dgm:pt>
    <dgm:pt modelId="{0AC02AA5-49DF-4F2A-9809-07FA93AAF104}" type="sibTrans" cxnId="{14F536EC-3A28-475C-8FDE-EDE53BAB87B7}">
      <dgm:prSet/>
      <dgm:spPr/>
      <dgm:t>
        <a:bodyPr/>
        <a:lstStyle/>
        <a:p>
          <a:endParaRPr lang="en-US"/>
        </a:p>
      </dgm:t>
    </dgm:pt>
    <dgm:pt modelId="{06405FA6-C286-4B62-AE88-9ADDB2ECE228}">
      <dgm:prSet phldrT="[Text]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  <dgm:t>
        <a:bodyPr/>
        <a:lstStyle/>
        <a:p>
          <a:r>
            <a:rPr lang="en-US" dirty="0"/>
            <a:t>Hand Crafted Rules</a:t>
          </a:r>
        </a:p>
      </dgm:t>
    </dgm:pt>
    <dgm:pt modelId="{60201A41-10C2-4BB6-94EE-248FEDB4D369}" type="parTrans" cxnId="{349EF9B1-19FE-47C1-AA0B-428B287E840C}">
      <dgm:prSet/>
      <dgm:spPr/>
      <dgm:t>
        <a:bodyPr/>
        <a:lstStyle/>
        <a:p>
          <a:endParaRPr lang="en-US"/>
        </a:p>
      </dgm:t>
    </dgm:pt>
    <dgm:pt modelId="{365E1517-4E84-4793-A8DC-321A02AFD4EE}" type="sibTrans" cxnId="{349EF9B1-19FE-47C1-AA0B-428B287E840C}">
      <dgm:prSet/>
      <dgm:spPr/>
      <dgm:t>
        <a:bodyPr/>
        <a:lstStyle/>
        <a:p>
          <a:endParaRPr lang="en-US"/>
        </a:p>
      </dgm:t>
    </dgm:pt>
    <dgm:pt modelId="{F9B1CDB3-1941-4050-8192-6DF849BDA655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Histogram Equalization (HE)</a:t>
          </a:r>
        </a:p>
      </dgm:t>
    </dgm:pt>
    <dgm:pt modelId="{CA08BF2C-F7D8-4132-94F9-DD57C6894746}" type="parTrans" cxnId="{19A8FF86-AB5B-4BEE-88FE-49929FE909D1}">
      <dgm:prSet/>
      <dgm:spPr/>
      <dgm:t>
        <a:bodyPr/>
        <a:lstStyle/>
        <a:p>
          <a:endParaRPr lang="en-US"/>
        </a:p>
      </dgm:t>
    </dgm:pt>
    <dgm:pt modelId="{78AD4283-EA67-4968-B304-ACE147A1EA41}" type="sibTrans" cxnId="{19A8FF86-AB5B-4BEE-88FE-49929FE909D1}">
      <dgm:prSet/>
      <dgm:spPr/>
      <dgm:t>
        <a:bodyPr/>
        <a:lstStyle/>
        <a:p>
          <a:endParaRPr lang="en-US"/>
        </a:p>
      </dgm:t>
    </dgm:pt>
    <dgm:pt modelId="{3F1A5419-4F7D-4AFF-8616-9AAE90759C33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 err="1"/>
            <a:t>Retinex</a:t>
          </a:r>
          <a:r>
            <a:rPr lang="en-US" dirty="0"/>
            <a:t> Theory</a:t>
          </a:r>
        </a:p>
      </dgm:t>
    </dgm:pt>
    <dgm:pt modelId="{B8244063-B29C-4B2D-8F54-BDCB666EC2C9}" type="parTrans" cxnId="{B49A1A54-2902-4F8F-9A11-ACDFCED6458A}">
      <dgm:prSet/>
      <dgm:spPr/>
      <dgm:t>
        <a:bodyPr/>
        <a:lstStyle/>
        <a:p>
          <a:endParaRPr lang="en-US"/>
        </a:p>
      </dgm:t>
    </dgm:pt>
    <dgm:pt modelId="{03A39BA8-0B6D-477D-8969-9DA8AF47E137}" type="sibTrans" cxnId="{B49A1A54-2902-4F8F-9A11-ACDFCED6458A}">
      <dgm:prSet/>
      <dgm:spPr/>
      <dgm:t>
        <a:bodyPr/>
        <a:lstStyle/>
        <a:p>
          <a:endParaRPr lang="en-US"/>
        </a:p>
      </dgm:t>
    </dgm:pt>
    <dgm:pt modelId="{5FE141CB-E89F-4EAE-A2A9-332D106A8B1B}">
      <dgm:prSet phldrT="[Text]"/>
      <dgm:spPr/>
      <dgm:t>
        <a:bodyPr/>
        <a:lstStyle/>
        <a:p>
          <a:r>
            <a:rPr lang="en-US" dirty="0"/>
            <a:t>Learning</a:t>
          </a:r>
        </a:p>
      </dgm:t>
    </dgm:pt>
    <dgm:pt modelId="{486D35FC-4606-4952-9506-CCD44550BADF}" type="parTrans" cxnId="{0FDDAFDA-726E-4224-92BF-E8C72A8B0C61}">
      <dgm:prSet/>
      <dgm:spPr/>
      <dgm:t>
        <a:bodyPr/>
        <a:lstStyle/>
        <a:p>
          <a:endParaRPr lang="en-US"/>
        </a:p>
      </dgm:t>
    </dgm:pt>
    <dgm:pt modelId="{8E1F43D2-C3C5-4F53-8B05-0CB46B4513D2}" type="sibTrans" cxnId="{0FDDAFDA-726E-4224-92BF-E8C72A8B0C61}">
      <dgm:prSet/>
      <dgm:spPr/>
      <dgm:t>
        <a:bodyPr/>
        <a:lstStyle/>
        <a:p>
          <a:endParaRPr lang="en-US"/>
        </a:p>
      </dgm:t>
    </dgm:pt>
    <dgm:pt modelId="{B6C7496E-4CB6-4D5A-A848-424298CFE4A9}">
      <dgm:prSet phldrT="[Text]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  <dgm:t>
        <a:bodyPr/>
        <a:lstStyle/>
        <a:p>
          <a:r>
            <a:rPr lang="en-US" dirty="0"/>
            <a:t>Supervised</a:t>
          </a:r>
        </a:p>
      </dgm:t>
    </dgm:pt>
    <dgm:pt modelId="{5452A50A-908D-491F-AB62-404EA66B1815}" type="parTrans" cxnId="{CF7ED9A3-51C5-4A3B-9BD2-49EA94CE5E89}">
      <dgm:prSet/>
      <dgm:spPr/>
      <dgm:t>
        <a:bodyPr/>
        <a:lstStyle/>
        <a:p>
          <a:endParaRPr lang="en-US"/>
        </a:p>
      </dgm:t>
    </dgm:pt>
    <dgm:pt modelId="{E7DB72F7-DC4C-4C13-8777-3D532CCEDC3F}" type="sibTrans" cxnId="{CF7ED9A3-51C5-4A3B-9BD2-49EA94CE5E89}">
      <dgm:prSet/>
      <dgm:spPr/>
      <dgm:t>
        <a:bodyPr/>
        <a:lstStyle/>
        <a:p>
          <a:endParaRPr lang="en-US"/>
        </a:p>
      </dgm:t>
    </dgm:pt>
    <dgm:pt modelId="{737D30A4-18B8-4623-97A0-77C824EFFE67}">
      <dgm:prSet phldrT="[Text]"/>
      <dgm:spPr>
        <a:solidFill>
          <a:schemeClr val="accent2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Unsupervised</a:t>
          </a:r>
        </a:p>
      </dgm:t>
    </dgm:pt>
    <dgm:pt modelId="{2FB711A0-D8D5-41AC-8AC7-5D0B78508B6C}" type="parTrans" cxnId="{2A9EB687-C884-4D4B-B14B-DA052D000D4B}">
      <dgm:prSet/>
      <dgm:spPr/>
      <dgm:t>
        <a:bodyPr/>
        <a:lstStyle/>
        <a:p>
          <a:endParaRPr lang="en-US"/>
        </a:p>
      </dgm:t>
    </dgm:pt>
    <dgm:pt modelId="{0FE68FF2-6F84-4987-B8B5-0870A688F336}" type="sibTrans" cxnId="{2A9EB687-C884-4D4B-B14B-DA052D000D4B}">
      <dgm:prSet/>
      <dgm:spPr/>
      <dgm:t>
        <a:bodyPr/>
        <a:lstStyle/>
        <a:p>
          <a:endParaRPr lang="en-US"/>
        </a:p>
      </dgm:t>
    </dgm:pt>
    <dgm:pt modelId="{C709A0A9-E9E8-482B-9ED1-5965ADB94DA2}">
      <dgm:prSet phldrT="[Text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dirty="0"/>
            <a:t>Semi-supervised</a:t>
          </a:r>
        </a:p>
      </dgm:t>
    </dgm:pt>
    <dgm:pt modelId="{00D0CE48-D756-4858-8E57-6C61D6FAA1B2}" type="parTrans" cxnId="{5D31F881-105E-4588-BA8C-4152D47E99FC}">
      <dgm:prSet/>
      <dgm:spPr/>
      <dgm:t>
        <a:bodyPr/>
        <a:lstStyle/>
        <a:p>
          <a:endParaRPr lang="en-US"/>
        </a:p>
      </dgm:t>
    </dgm:pt>
    <dgm:pt modelId="{C1460C8B-513E-4EB9-BFEA-4CE048283CE1}" type="sibTrans" cxnId="{5D31F881-105E-4588-BA8C-4152D47E99FC}">
      <dgm:prSet/>
      <dgm:spPr/>
      <dgm:t>
        <a:bodyPr/>
        <a:lstStyle/>
        <a:p>
          <a:endParaRPr lang="en-US"/>
        </a:p>
      </dgm:t>
    </dgm:pt>
    <dgm:pt modelId="{F85CC8BB-B68C-4233-AF93-F4D6243AB8F7}">
      <dgm:prSet phldrT="[Text]"/>
      <dgm:spPr>
        <a:solidFill>
          <a:schemeClr val="bg1">
            <a:lumMod val="85000"/>
          </a:schemeClr>
        </a:solidFill>
      </dgm:spPr>
      <dgm:t>
        <a:bodyPr/>
        <a:lstStyle/>
        <a:p>
          <a:r>
            <a:rPr lang="en-US" dirty="0"/>
            <a:t>Others</a:t>
          </a:r>
        </a:p>
      </dgm:t>
    </dgm:pt>
    <dgm:pt modelId="{51B227AA-ECDF-45C0-9419-55C003AC7DAE}" type="parTrans" cxnId="{D38E459F-FA03-4C55-96B5-D2DD9359CE12}">
      <dgm:prSet/>
      <dgm:spPr/>
      <dgm:t>
        <a:bodyPr/>
        <a:lstStyle/>
        <a:p>
          <a:endParaRPr lang="en-US"/>
        </a:p>
      </dgm:t>
    </dgm:pt>
    <dgm:pt modelId="{05D6CA01-A4A0-4664-97C7-E1F64255DDA9}" type="sibTrans" cxnId="{D38E459F-FA03-4C55-96B5-D2DD9359CE12}">
      <dgm:prSet/>
      <dgm:spPr/>
      <dgm:t>
        <a:bodyPr/>
        <a:lstStyle/>
        <a:p>
          <a:endParaRPr lang="en-US"/>
        </a:p>
      </dgm:t>
    </dgm:pt>
    <dgm:pt modelId="{73E4578C-CF1F-4048-87D1-3F0C6E0AA2FB}" type="pres">
      <dgm:prSet presAssocID="{9019E8E7-4E86-4821-A8B6-070A5A6CB10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1DCB082-B05E-4C94-9222-212ACA80043D}" type="pres">
      <dgm:prSet presAssocID="{73B69528-E019-4B2E-9126-4EEB33ACBD40}" presName="hierRoot1" presStyleCnt="0"/>
      <dgm:spPr/>
    </dgm:pt>
    <dgm:pt modelId="{E395642F-5F57-4DC3-BD56-994D2E64072E}" type="pres">
      <dgm:prSet presAssocID="{73B69528-E019-4B2E-9126-4EEB33ACBD40}" presName="composite" presStyleCnt="0"/>
      <dgm:spPr/>
    </dgm:pt>
    <dgm:pt modelId="{8C1469E6-21C1-4496-B1BD-C5B9FB31144F}" type="pres">
      <dgm:prSet presAssocID="{73B69528-E019-4B2E-9126-4EEB33ACBD40}" presName="background" presStyleLbl="node0" presStyleIdx="0" presStyleCnt="1"/>
      <dgm:spPr/>
    </dgm:pt>
    <dgm:pt modelId="{F4CF985B-A482-4F03-B9FC-F2087F4985B0}" type="pres">
      <dgm:prSet presAssocID="{73B69528-E019-4B2E-9126-4EEB33ACBD40}" presName="text" presStyleLbl="fgAcc0" presStyleIdx="0" presStyleCnt="1">
        <dgm:presLayoutVars>
          <dgm:chPref val="3"/>
        </dgm:presLayoutVars>
      </dgm:prSet>
      <dgm:spPr/>
    </dgm:pt>
    <dgm:pt modelId="{DF3900A0-3FAD-4681-9AB3-8A8EF02E1765}" type="pres">
      <dgm:prSet presAssocID="{73B69528-E019-4B2E-9126-4EEB33ACBD40}" presName="hierChild2" presStyleCnt="0"/>
      <dgm:spPr/>
    </dgm:pt>
    <dgm:pt modelId="{BE4B1407-4E32-4593-B172-FD2D9EAE000B}" type="pres">
      <dgm:prSet presAssocID="{60201A41-10C2-4BB6-94EE-248FEDB4D369}" presName="Name10" presStyleLbl="parChTrans1D2" presStyleIdx="0" presStyleCnt="2"/>
      <dgm:spPr/>
    </dgm:pt>
    <dgm:pt modelId="{4874A0B0-58F5-4DF9-A126-49BC4D5C899C}" type="pres">
      <dgm:prSet presAssocID="{06405FA6-C286-4B62-AE88-9ADDB2ECE228}" presName="hierRoot2" presStyleCnt="0"/>
      <dgm:spPr/>
    </dgm:pt>
    <dgm:pt modelId="{E645467C-B18F-4F74-A1F8-B61DAE1D244F}" type="pres">
      <dgm:prSet presAssocID="{06405FA6-C286-4B62-AE88-9ADDB2ECE228}" presName="composite2" presStyleCnt="0"/>
      <dgm:spPr/>
    </dgm:pt>
    <dgm:pt modelId="{C6D3DFB5-2C4F-4951-ABFB-002B4782E3E7}" type="pres">
      <dgm:prSet presAssocID="{06405FA6-C286-4B62-AE88-9ADDB2ECE228}" presName="background2" presStyleLbl="node2" presStyleIdx="0" presStyleCnt="2"/>
      <dgm:spPr>
        <a:solidFill>
          <a:schemeClr val="bg1">
            <a:lumMod val="85000"/>
          </a:schemeClr>
        </a:solidFill>
      </dgm:spPr>
    </dgm:pt>
    <dgm:pt modelId="{6BB3C1D7-B01F-41C0-8A94-7C44DE6FB64C}" type="pres">
      <dgm:prSet presAssocID="{06405FA6-C286-4B62-AE88-9ADDB2ECE228}" presName="text2" presStyleLbl="fgAcc2" presStyleIdx="0" presStyleCnt="2" custScaleX="150666">
        <dgm:presLayoutVars>
          <dgm:chPref val="3"/>
        </dgm:presLayoutVars>
      </dgm:prSet>
      <dgm:spPr/>
    </dgm:pt>
    <dgm:pt modelId="{510A13E2-1501-496F-8E6B-4ED6746ECEFC}" type="pres">
      <dgm:prSet presAssocID="{06405FA6-C286-4B62-AE88-9ADDB2ECE228}" presName="hierChild3" presStyleCnt="0"/>
      <dgm:spPr/>
    </dgm:pt>
    <dgm:pt modelId="{C75A6690-AAC1-4288-9463-BA04F2F42816}" type="pres">
      <dgm:prSet presAssocID="{CA08BF2C-F7D8-4132-94F9-DD57C6894746}" presName="Name17" presStyleLbl="parChTrans1D3" presStyleIdx="0" presStyleCnt="6"/>
      <dgm:spPr/>
    </dgm:pt>
    <dgm:pt modelId="{07003243-16CF-4DCD-AD76-49D246DE27E5}" type="pres">
      <dgm:prSet presAssocID="{F9B1CDB3-1941-4050-8192-6DF849BDA655}" presName="hierRoot3" presStyleCnt="0"/>
      <dgm:spPr/>
    </dgm:pt>
    <dgm:pt modelId="{4CC353C0-C7F7-4FAA-ACA4-5C5E1EC270E6}" type="pres">
      <dgm:prSet presAssocID="{F9B1CDB3-1941-4050-8192-6DF849BDA655}" presName="composite3" presStyleCnt="0"/>
      <dgm:spPr/>
    </dgm:pt>
    <dgm:pt modelId="{B6614825-30C4-45F2-A77D-818F6EAE04FD}" type="pres">
      <dgm:prSet presAssocID="{F9B1CDB3-1941-4050-8192-6DF849BDA655}" presName="background3" presStyleLbl="node3" presStyleIdx="0" presStyleCnt="6"/>
      <dgm:spPr>
        <a:solidFill>
          <a:schemeClr val="bg1">
            <a:lumMod val="85000"/>
          </a:schemeClr>
        </a:solidFill>
      </dgm:spPr>
    </dgm:pt>
    <dgm:pt modelId="{6BFF4249-C516-425D-9CFB-D5BB3CE2038E}" type="pres">
      <dgm:prSet presAssocID="{F9B1CDB3-1941-4050-8192-6DF849BDA655}" presName="text3" presStyleLbl="fgAcc3" presStyleIdx="0" presStyleCnt="6">
        <dgm:presLayoutVars>
          <dgm:chPref val="3"/>
        </dgm:presLayoutVars>
      </dgm:prSet>
      <dgm:spPr/>
    </dgm:pt>
    <dgm:pt modelId="{D68014DA-13B1-41E9-BE3D-86A6134C9FAF}" type="pres">
      <dgm:prSet presAssocID="{F9B1CDB3-1941-4050-8192-6DF849BDA655}" presName="hierChild4" presStyleCnt="0"/>
      <dgm:spPr/>
    </dgm:pt>
    <dgm:pt modelId="{B13D19D1-48E1-41E6-B696-2DCDC2559886}" type="pres">
      <dgm:prSet presAssocID="{B8244063-B29C-4B2D-8F54-BDCB666EC2C9}" presName="Name17" presStyleLbl="parChTrans1D3" presStyleIdx="1" presStyleCnt="6"/>
      <dgm:spPr/>
    </dgm:pt>
    <dgm:pt modelId="{082CC206-7EEB-4EAC-9DB4-35666BECA96D}" type="pres">
      <dgm:prSet presAssocID="{3F1A5419-4F7D-4AFF-8616-9AAE90759C33}" presName="hierRoot3" presStyleCnt="0"/>
      <dgm:spPr/>
    </dgm:pt>
    <dgm:pt modelId="{FA9A32B4-71A6-47B5-A8BB-32973CDB74B3}" type="pres">
      <dgm:prSet presAssocID="{3F1A5419-4F7D-4AFF-8616-9AAE90759C33}" presName="composite3" presStyleCnt="0"/>
      <dgm:spPr/>
    </dgm:pt>
    <dgm:pt modelId="{8A9EEE43-EA3F-4AD7-9625-94E48EF7953A}" type="pres">
      <dgm:prSet presAssocID="{3F1A5419-4F7D-4AFF-8616-9AAE90759C33}" presName="background3" presStyleLbl="node3" presStyleIdx="1" presStyleCnt="6"/>
      <dgm:spPr>
        <a:solidFill>
          <a:schemeClr val="bg1">
            <a:lumMod val="85000"/>
          </a:schemeClr>
        </a:solidFill>
      </dgm:spPr>
    </dgm:pt>
    <dgm:pt modelId="{EEC78141-4629-4009-940C-E94709A1DA50}" type="pres">
      <dgm:prSet presAssocID="{3F1A5419-4F7D-4AFF-8616-9AAE90759C33}" presName="text3" presStyleLbl="fgAcc3" presStyleIdx="1" presStyleCnt="6">
        <dgm:presLayoutVars>
          <dgm:chPref val="3"/>
        </dgm:presLayoutVars>
      </dgm:prSet>
      <dgm:spPr/>
    </dgm:pt>
    <dgm:pt modelId="{C1EFD073-F61E-49B4-94F5-0ACE332C2AAB}" type="pres">
      <dgm:prSet presAssocID="{3F1A5419-4F7D-4AFF-8616-9AAE90759C33}" presName="hierChild4" presStyleCnt="0"/>
      <dgm:spPr/>
    </dgm:pt>
    <dgm:pt modelId="{B01ADCF5-6DC8-46B4-A5FC-D7455D389AE7}" type="pres">
      <dgm:prSet presAssocID="{51B227AA-ECDF-45C0-9419-55C003AC7DAE}" presName="Name17" presStyleLbl="parChTrans1D3" presStyleIdx="2" presStyleCnt="6"/>
      <dgm:spPr/>
    </dgm:pt>
    <dgm:pt modelId="{972CC738-EC9E-4789-8164-45416A92B864}" type="pres">
      <dgm:prSet presAssocID="{F85CC8BB-B68C-4233-AF93-F4D6243AB8F7}" presName="hierRoot3" presStyleCnt="0"/>
      <dgm:spPr/>
    </dgm:pt>
    <dgm:pt modelId="{9FB77CF1-BABB-43F1-9185-1831B5129B8E}" type="pres">
      <dgm:prSet presAssocID="{F85CC8BB-B68C-4233-AF93-F4D6243AB8F7}" presName="composite3" presStyleCnt="0"/>
      <dgm:spPr/>
    </dgm:pt>
    <dgm:pt modelId="{FA1A96AB-EF9A-48F6-A75F-E5822B29A666}" type="pres">
      <dgm:prSet presAssocID="{F85CC8BB-B68C-4233-AF93-F4D6243AB8F7}" presName="background3" presStyleLbl="node3" presStyleIdx="2" presStyleCnt="6"/>
      <dgm:spPr>
        <a:solidFill>
          <a:schemeClr val="bg1">
            <a:lumMod val="85000"/>
          </a:schemeClr>
        </a:solidFill>
      </dgm:spPr>
    </dgm:pt>
    <dgm:pt modelId="{B67EE592-E95F-4FEB-8DA0-8628C032AF14}" type="pres">
      <dgm:prSet presAssocID="{F85CC8BB-B68C-4233-AF93-F4D6243AB8F7}" presName="text3" presStyleLbl="fgAcc3" presStyleIdx="2" presStyleCnt="6">
        <dgm:presLayoutVars>
          <dgm:chPref val="3"/>
        </dgm:presLayoutVars>
      </dgm:prSet>
      <dgm:spPr/>
    </dgm:pt>
    <dgm:pt modelId="{97675568-216B-4D59-B02B-B4AE62180DEF}" type="pres">
      <dgm:prSet presAssocID="{F85CC8BB-B68C-4233-AF93-F4D6243AB8F7}" presName="hierChild4" presStyleCnt="0"/>
      <dgm:spPr/>
    </dgm:pt>
    <dgm:pt modelId="{2A1444F3-A9E1-4251-8120-E8EFBE28A593}" type="pres">
      <dgm:prSet presAssocID="{486D35FC-4606-4952-9506-CCD44550BADF}" presName="Name10" presStyleLbl="parChTrans1D2" presStyleIdx="1" presStyleCnt="2"/>
      <dgm:spPr/>
    </dgm:pt>
    <dgm:pt modelId="{E1688E60-5AFB-4C31-BB5D-B82208BF8EE2}" type="pres">
      <dgm:prSet presAssocID="{5FE141CB-E89F-4EAE-A2A9-332D106A8B1B}" presName="hierRoot2" presStyleCnt="0"/>
      <dgm:spPr/>
    </dgm:pt>
    <dgm:pt modelId="{9796D322-9EED-4141-9331-36939F83EDC7}" type="pres">
      <dgm:prSet presAssocID="{5FE141CB-E89F-4EAE-A2A9-332D106A8B1B}" presName="composite2" presStyleCnt="0"/>
      <dgm:spPr/>
    </dgm:pt>
    <dgm:pt modelId="{59474F24-E888-4275-934F-F86DA1305216}" type="pres">
      <dgm:prSet presAssocID="{5FE141CB-E89F-4EAE-A2A9-332D106A8B1B}" presName="background2" presStyleLbl="node2" presStyleIdx="1" presStyleCnt="2"/>
      <dgm:spPr/>
    </dgm:pt>
    <dgm:pt modelId="{8EF6F87C-6CDE-47E5-A0EF-FD92E5081A36}" type="pres">
      <dgm:prSet presAssocID="{5FE141CB-E89F-4EAE-A2A9-332D106A8B1B}" presName="text2" presStyleLbl="fgAcc2" presStyleIdx="1" presStyleCnt="2">
        <dgm:presLayoutVars>
          <dgm:chPref val="3"/>
        </dgm:presLayoutVars>
      </dgm:prSet>
      <dgm:spPr/>
    </dgm:pt>
    <dgm:pt modelId="{739071C9-F984-4807-AA42-A8B3793BCD04}" type="pres">
      <dgm:prSet presAssocID="{5FE141CB-E89F-4EAE-A2A9-332D106A8B1B}" presName="hierChild3" presStyleCnt="0"/>
      <dgm:spPr/>
    </dgm:pt>
    <dgm:pt modelId="{E6CF2AC4-3E06-4437-897A-AB3000F2C92C}" type="pres">
      <dgm:prSet presAssocID="{5452A50A-908D-491F-AB62-404EA66B1815}" presName="Name17" presStyleLbl="parChTrans1D3" presStyleIdx="3" presStyleCnt="6"/>
      <dgm:spPr/>
    </dgm:pt>
    <dgm:pt modelId="{8EA69ABF-0EE0-470A-B15A-43D65ACAF9FB}" type="pres">
      <dgm:prSet presAssocID="{B6C7496E-4CB6-4D5A-A848-424298CFE4A9}" presName="hierRoot3" presStyleCnt="0"/>
      <dgm:spPr/>
    </dgm:pt>
    <dgm:pt modelId="{5AB35B31-D3AE-4904-B2A8-6F8A39FB6919}" type="pres">
      <dgm:prSet presAssocID="{B6C7496E-4CB6-4D5A-A848-424298CFE4A9}" presName="composite3" presStyleCnt="0"/>
      <dgm:spPr/>
    </dgm:pt>
    <dgm:pt modelId="{69CBED36-6734-43B6-8310-1C58D81E424D}" type="pres">
      <dgm:prSet presAssocID="{B6C7496E-4CB6-4D5A-A848-424298CFE4A9}" presName="background3" presStyleLbl="node3" presStyleIdx="3" presStyleCnt="6"/>
      <dgm:spPr>
        <a:solidFill>
          <a:schemeClr val="bg1">
            <a:lumMod val="85000"/>
          </a:schemeClr>
        </a:solidFill>
        <a:ln>
          <a:solidFill>
            <a:schemeClr val="accent1">
              <a:hueOff val="0"/>
              <a:satOff val="0"/>
              <a:lumOff val="0"/>
              <a:alpha val="70000"/>
            </a:schemeClr>
          </a:solidFill>
        </a:ln>
      </dgm:spPr>
    </dgm:pt>
    <dgm:pt modelId="{17CCC18B-132E-4E83-B384-D15F3BE15EE7}" type="pres">
      <dgm:prSet presAssocID="{B6C7496E-4CB6-4D5A-A848-424298CFE4A9}" presName="text3" presStyleLbl="fgAcc3" presStyleIdx="3" presStyleCnt="6">
        <dgm:presLayoutVars>
          <dgm:chPref val="3"/>
        </dgm:presLayoutVars>
      </dgm:prSet>
      <dgm:spPr/>
    </dgm:pt>
    <dgm:pt modelId="{7B708A4A-D727-4071-AC66-E8A55138F809}" type="pres">
      <dgm:prSet presAssocID="{B6C7496E-4CB6-4D5A-A848-424298CFE4A9}" presName="hierChild4" presStyleCnt="0"/>
      <dgm:spPr/>
    </dgm:pt>
    <dgm:pt modelId="{63898A6F-2B12-4FFE-B0D0-8532C923AA00}" type="pres">
      <dgm:prSet presAssocID="{2FB711A0-D8D5-41AC-8AC7-5D0B78508B6C}" presName="Name17" presStyleLbl="parChTrans1D3" presStyleIdx="4" presStyleCnt="6"/>
      <dgm:spPr/>
    </dgm:pt>
    <dgm:pt modelId="{A8B629D7-C8AF-4321-98AD-C8F3124FFFAC}" type="pres">
      <dgm:prSet presAssocID="{737D30A4-18B8-4623-97A0-77C824EFFE67}" presName="hierRoot3" presStyleCnt="0"/>
      <dgm:spPr/>
    </dgm:pt>
    <dgm:pt modelId="{90EE0541-C382-490D-AAA1-CFF373E43B50}" type="pres">
      <dgm:prSet presAssocID="{737D30A4-18B8-4623-97A0-77C824EFFE67}" presName="composite3" presStyleCnt="0"/>
      <dgm:spPr/>
    </dgm:pt>
    <dgm:pt modelId="{A399198D-9D62-4107-8A9D-6C9AAAC6F3F8}" type="pres">
      <dgm:prSet presAssocID="{737D30A4-18B8-4623-97A0-77C824EFFE67}" presName="background3" presStyleLbl="node3" presStyleIdx="4" presStyleCnt="6"/>
      <dgm:spPr>
        <a:solidFill>
          <a:schemeClr val="accent2">
            <a:lumMod val="60000"/>
            <a:lumOff val="40000"/>
          </a:schemeClr>
        </a:solidFill>
      </dgm:spPr>
    </dgm:pt>
    <dgm:pt modelId="{99CE5188-5397-45A1-B064-865A63FBE262}" type="pres">
      <dgm:prSet presAssocID="{737D30A4-18B8-4623-97A0-77C824EFFE67}" presName="text3" presStyleLbl="fgAcc3" presStyleIdx="4" presStyleCnt="6">
        <dgm:presLayoutVars>
          <dgm:chPref val="3"/>
        </dgm:presLayoutVars>
      </dgm:prSet>
      <dgm:spPr/>
    </dgm:pt>
    <dgm:pt modelId="{1CDA7ADE-3FA2-4BD2-A03C-6A529909AC8A}" type="pres">
      <dgm:prSet presAssocID="{737D30A4-18B8-4623-97A0-77C824EFFE67}" presName="hierChild4" presStyleCnt="0"/>
      <dgm:spPr/>
    </dgm:pt>
    <dgm:pt modelId="{7CC0455C-B963-4B55-A88B-AC0A8D49C330}" type="pres">
      <dgm:prSet presAssocID="{00D0CE48-D756-4858-8E57-6C61D6FAA1B2}" presName="Name17" presStyleLbl="parChTrans1D3" presStyleIdx="5" presStyleCnt="6"/>
      <dgm:spPr/>
    </dgm:pt>
    <dgm:pt modelId="{44E6390A-9FC2-4090-8777-268DECBCC902}" type="pres">
      <dgm:prSet presAssocID="{C709A0A9-E9E8-482B-9ED1-5965ADB94DA2}" presName="hierRoot3" presStyleCnt="0"/>
      <dgm:spPr/>
    </dgm:pt>
    <dgm:pt modelId="{3C1D27B6-4D05-4461-9E60-1AD5F900A6D3}" type="pres">
      <dgm:prSet presAssocID="{C709A0A9-E9E8-482B-9ED1-5965ADB94DA2}" presName="composite3" presStyleCnt="0"/>
      <dgm:spPr/>
    </dgm:pt>
    <dgm:pt modelId="{1736A74C-677B-40F4-BEA4-951F680C85DA}" type="pres">
      <dgm:prSet presAssocID="{C709A0A9-E9E8-482B-9ED1-5965ADB94DA2}" presName="background3" presStyleLbl="node3" presStyleIdx="5" presStyleCnt="6"/>
      <dgm:spPr>
        <a:solidFill>
          <a:schemeClr val="accent4">
            <a:lumMod val="60000"/>
            <a:lumOff val="40000"/>
          </a:schemeClr>
        </a:solidFill>
      </dgm:spPr>
    </dgm:pt>
    <dgm:pt modelId="{113245FF-436A-4DB5-A2F2-D0F6659BBAE7}" type="pres">
      <dgm:prSet presAssocID="{C709A0A9-E9E8-482B-9ED1-5965ADB94DA2}" presName="text3" presStyleLbl="fgAcc3" presStyleIdx="5" presStyleCnt="6">
        <dgm:presLayoutVars>
          <dgm:chPref val="3"/>
        </dgm:presLayoutVars>
      </dgm:prSet>
      <dgm:spPr/>
    </dgm:pt>
    <dgm:pt modelId="{86D72C9E-9857-4DAB-AFED-C52622FD0D34}" type="pres">
      <dgm:prSet presAssocID="{C709A0A9-E9E8-482B-9ED1-5965ADB94DA2}" presName="hierChild4" presStyleCnt="0"/>
      <dgm:spPr/>
    </dgm:pt>
  </dgm:ptLst>
  <dgm:cxnLst>
    <dgm:cxn modelId="{A50E9F04-95BA-4720-B777-31B623351FB6}" type="presOf" srcId="{CA08BF2C-F7D8-4132-94F9-DD57C6894746}" destId="{C75A6690-AAC1-4288-9463-BA04F2F42816}" srcOrd="0" destOrd="0" presId="urn:microsoft.com/office/officeart/2005/8/layout/hierarchy1"/>
    <dgm:cxn modelId="{869B1E1F-F5B8-413F-8FD1-119015DB4A7F}" type="presOf" srcId="{B8244063-B29C-4B2D-8F54-BDCB666EC2C9}" destId="{B13D19D1-48E1-41E6-B696-2DCDC2559886}" srcOrd="0" destOrd="0" presId="urn:microsoft.com/office/officeart/2005/8/layout/hierarchy1"/>
    <dgm:cxn modelId="{28E65D33-CF70-41E7-A081-A331BC00D46E}" type="presOf" srcId="{B6C7496E-4CB6-4D5A-A848-424298CFE4A9}" destId="{17CCC18B-132E-4E83-B384-D15F3BE15EE7}" srcOrd="0" destOrd="0" presId="urn:microsoft.com/office/officeart/2005/8/layout/hierarchy1"/>
    <dgm:cxn modelId="{3AC4D735-A055-4906-B1E9-33E0D40EDA39}" type="presOf" srcId="{C709A0A9-E9E8-482B-9ED1-5965ADB94DA2}" destId="{113245FF-436A-4DB5-A2F2-D0F6659BBAE7}" srcOrd="0" destOrd="0" presId="urn:microsoft.com/office/officeart/2005/8/layout/hierarchy1"/>
    <dgm:cxn modelId="{DC024267-A109-4E69-BB71-F7782B0B4BA5}" type="presOf" srcId="{2FB711A0-D8D5-41AC-8AC7-5D0B78508B6C}" destId="{63898A6F-2B12-4FFE-B0D0-8532C923AA00}" srcOrd="0" destOrd="0" presId="urn:microsoft.com/office/officeart/2005/8/layout/hierarchy1"/>
    <dgm:cxn modelId="{13AD3769-2E66-479B-93C7-5CAC0A394DFE}" type="presOf" srcId="{60201A41-10C2-4BB6-94EE-248FEDB4D369}" destId="{BE4B1407-4E32-4593-B172-FD2D9EAE000B}" srcOrd="0" destOrd="0" presId="urn:microsoft.com/office/officeart/2005/8/layout/hierarchy1"/>
    <dgm:cxn modelId="{B49A1A54-2902-4F8F-9A11-ACDFCED6458A}" srcId="{06405FA6-C286-4B62-AE88-9ADDB2ECE228}" destId="{3F1A5419-4F7D-4AFF-8616-9AAE90759C33}" srcOrd="1" destOrd="0" parTransId="{B8244063-B29C-4B2D-8F54-BDCB666EC2C9}" sibTransId="{03A39BA8-0B6D-477D-8969-9DA8AF47E137}"/>
    <dgm:cxn modelId="{D6755F57-138C-447E-8411-A2EC33ABF968}" type="presOf" srcId="{3F1A5419-4F7D-4AFF-8616-9AAE90759C33}" destId="{EEC78141-4629-4009-940C-E94709A1DA50}" srcOrd="0" destOrd="0" presId="urn:microsoft.com/office/officeart/2005/8/layout/hierarchy1"/>
    <dgm:cxn modelId="{7326767F-F8E2-4A49-B4AA-8F01052F1FD4}" type="presOf" srcId="{51B227AA-ECDF-45C0-9419-55C003AC7DAE}" destId="{B01ADCF5-6DC8-46B4-A5FC-D7455D389AE7}" srcOrd="0" destOrd="0" presId="urn:microsoft.com/office/officeart/2005/8/layout/hierarchy1"/>
    <dgm:cxn modelId="{5D31F881-105E-4588-BA8C-4152D47E99FC}" srcId="{5FE141CB-E89F-4EAE-A2A9-332D106A8B1B}" destId="{C709A0A9-E9E8-482B-9ED1-5965ADB94DA2}" srcOrd="2" destOrd="0" parTransId="{00D0CE48-D756-4858-8E57-6C61D6FAA1B2}" sibTransId="{C1460C8B-513E-4EB9-BFEA-4CE048283CE1}"/>
    <dgm:cxn modelId="{19A8FF86-AB5B-4BEE-88FE-49929FE909D1}" srcId="{06405FA6-C286-4B62-AE88-9ADDB2ECE228}" destId="{F9B1CDB3-1941-4050-8192-6DF849BDA655}" srcOrd="0" destOrd="0" parTransId="{CA08BF2C-F7D8-4132-94F9-DD57C6894746}" sibTransId="{78AD4283-EA67-4968-B304-ACE147A1EA41}"/>
    <dgm:cxn modelId="{2A9EB687-C884-4D4B-B14B-DA052D000D4B}" srcId="{5FE141CB-E89F-4EAE-A2A9-332D106A8B1B}" destId="{737D30A4-18B8-4623-97A0-77C824EFFE67}" srcOrd="1" destOrd="0" parTransId="{2FB711A0-D8D5-41AC-8AC7-5D0B78508B6C}" sibTransId="{0FE68FF2-6F84-4987-B8B5-0870A688F336}"/>
    <dgm:cxn modelId="{D38E459F-FA03-4C55-96B5-D2DD9359CE12}" srcId="{06405FA6-C286-4B62-AE88-9ADDB2ECE228}" destId="{F85CC8BB-B68C-4233-AF93-F4D6243AB8F7}" srcOrd="2" destOrd="0" parTransId="{51B227AA-ECDF-45C0-9419-55C003AC7DAE}" sibTransId="{05D6CA01-A4A0-4664-97C7-E1F64255DDA9}"/>
    <dgm:cxn modelId="{66C4CC9F-D48D-4481-AB56-FF41F446FFCC}" type="presOf" srcId="{F9B1CDB3-1941-4050-8192-6DF849BDA655}" destId="{6BFF4249-C516-425D-9CFB-D5BB3CE2038E}" srcOrd="0" destOrd="0" presId="urn:microsoft.com/office/officeart/2005/8/layout/hierarchy1"/>
    <dgm:cxn modelId="{CF7ED9A3-51C5-4A3B-9BD2-49EA94CE5E89}" srcId="{5FE141CB-E89F-4EAE-A2A9-332D106A8B1B}" destId="{B6C7496E-4CB6-4D5A-A848-424298CFE4A9}" srcOrd="0" destOrd="0" parTransId="{5452A50A-908D-491F-AB62-404EA66B1815}" sibTransId="{E7DB72F7-DC4C-4C13-8777-3D532CCEDC3F}"/>
    <dgm:cxn modelId="{349EF9B1-19FE-47C1-AA0B-428B287E840C}" srcId="{73B69528-E019-4B2E-9126-4EEB33ACBD40}" destId="{06405FA6-C286-4B62-AE88-9ADDB2ECE228}" srcOrd="0" destOrd="0" parTransId="{60201A41-10C2-4BB6-94EE-248FEDB4D369}" sibTransId="{365E1517-4E84-4793-A8DC-321A02AFD4EE}"/>
    <dgm:cxn modelId="{2AE070B5-889A-4F41-BC18-F35B26A0C484}" type="presOf" srcId="{9019E8E7-4E86-4821-A8B6-070A5A6CB108}" destId="{73E4578C-CF1F-4048-87D1-3F0C6E0AA2FB}" srcOrd="0" destOrd="0" presId="urn:microsoft.com/office/officeart/2005/8/layout/hierarchy1"/>
    <dgm:cxn modelId="{675AEEB8-5926-48E5-AAA5-BAF59D20F446}" type="presOf" srcId="{737D30A4-18B8-4623-97A0-77C824EFFE67}" destId="{99CE5188-5397-45A1-B064-865A63FBE262}" srcOrd="0" destOrd="0" presId="urn:microsoft.com/office/officeart/2005/8/layout/hierarchy1"/>
    <dgm:cxn modelId="{5E7FC1BC-1759-4B30-A689-C2690622FB0A}" type="presOf" srcId="{F85CC8BB-B68C-4233-AF93-F4D6243AB8F7}" destId="{B67EE592-E95F-4FEB-8DA0-8628C032AF14}" srcOrd="0" destOrd="0" presId="urn:microsoft.com/office/officeart/2005/8/layout/hierarchy1"/>
    <dgm:cxn modelId="{669EACC3-426E-435F-860F-3FDDE4F914FE}" type="presOf" srcId="{486D35FC-4606-4952-9506-CCD44550BADF}" destId="{2A1444F3-A9E1-4251-8120-E8EFBE28A593}" srcOrd="0" destOrd="0" presId="urn:microsoft.com/office/officeart/2005/8/layout/hierarchy1"/>
    <dgm:cxn modelId="{DCFB95CD-6807-46AA-9AB2-17F40D4F1972}" type="presOf" srcId="{06405FA6-C286-4B62-AE88-9ADDB2ECE228}" destId="{6BB3C1D7-B01F-41C0-8A94-7C44DE6FB64C}" srcOrd="0" destOrd="0" presId="urn:microsoft.com/office/officeart/2005/8/layout/hierarchy1"/>
    <dgm:cxn modelId="{0FDDAFDA-726E-4224-92BF-E8C72A8B0C61}" srcId="{73B69528-E019-4B2E-9126-4EEB33ACBD40}" destId="{5FE141CB-E89F-4EAE-A2A9-332D106A8B1B}" srcOrd="1" destOrd="0" parTransId="{486D35FC-4606-4952-9506-CCD44550BADF}" sibTransId="{8E1F43D2-C3C5-4F53-8B05-0CB46B4513D2}"/>
    <dgm:cxn modelId="{695D7DE5-81CA-493F-A7D8-9DF5766C29B0}" type="presOf" srcId="{5FE141CB-E89F-4EAE-A2A9-332D106A8B1B}" destId="{8EF6F87C-6CDE-47E5-A0EF-FD92E5081A36}" srcOrd="0" destOrd="0" presId="urn:microsoft.com/office/officeart/2005/8/layout/hierarchy1"/>
    <dgm:cxn modelId="{14F536EC-3A28-475C-8FDE-EDE53BAB87B7}" srcId="{9019E8E7-4E86-4821-A8B6-070A5A6CB108}" destId="{73B69528-E019-4B2E-9126-4EEB33ACBD40}" srcOrd="0" destOrd="0" parTransId="{A5F81D5C-82A7-4130-940A-BE0455AD27EE}" sibTransId="{0AC02AA5-49DF-4F2A-9809-07FA93AAF104}"/>
    <dgm:cxn modelId="{EC18E3F0-5B53-49F2-A159-0EE01A46BD81}" type="presOf" srcId="{73B69528-E019-4B2E-9126-4EEB33ACBD40}" destId="{F4CF985B-A482-4F03-B9FC-F2087F4985B0}" srcOrd="0" destOrd="0" presId="urn:microsoft.com/office/officeart/2005/8/layout/hierarchy1"/>
    <dgm:cxn modelId="{5BC59AF9-BF73-41A2-BD03-4B7A19B6978F}" type="presOf" srcId="{5452A50A-908D-491F-AB62-404EA66B1815}" destId="{E6CF2AC4-3E06-4437-897A-AB3000F2C92C}" srcOrd="0" destOrd="0" presId="urn:microsoft.com/office/officeart/2005/8/layout/hierarchy1"/>
    <dgm:cxn modelId="{F323F1FA-EC05-4B81-BCFA-800B148FF8D5}" type="presOf" srcId="{00D0CE48-D756-4858-8E57-6C61D6FAA1B2}" destId="{7CC0455C-B963-4B55-A88B-AC0A8D49C330}" srcOrd="0" destOrd="0" presId="urn:microsoft.com/office/officeart/2005/8/layout/hierarchy1"/>
    <dgm:cxn modelId="{B7BB37AC-0B6C-4D36-9315-E3F45107B662}" type="presParOf" srcId="{73E4578C-CF1F-4048-87D1-3F0C6E0AA2FB}" destId="{E1DCB082-B05E-4C94-9222-212ACA80043D}" srcOrd="0" destOrd="0" presId="urn:microsoft.com/office/officeart/2005/8/layout/hierarchy1"/>
    <dgm:cxn modelId="{05575332-263D-4042-86ED-CD68AAA48788}" type="presParOf" srcId="{E1DCB082-B05E-4C94-9222-212ACA80043D}" destId="{E395642F-5F57-4DC3-BD56-994D2E64072E}" srcOrd="0" destOrd="0" presId="urn:microsoft.com/office/officeart/2005/8/layout/hierarchy1"/>
    <dgm:cxn modelId="{0152DA54-6ABA-44BD-AB94-5E6AB7A4D42F}" type="presParOf" srcId="{E395642F-5F57-4DC3-BD56-994D2E64072E}" destId="{8C1469E6-21C1-4496-B1BD-C5B9FB31144F}" srcOrd="0" destOrd="0" presId="urn:microsoft.com/office/officeart/2005/8/layout/hierarchy1"/>
    <dgm:cxn modelId="{76159D1F-5634-4E23-8EA0-A43925E4A678}" type="presParOf" srcId="{E395642F-5F57-4DC3-BD56-994D2E64072E}" destId="{F4CF985B-A482-4F03-B9FC-F2087F4985B0}" srcOrd="1" destOrd="0" presId="urn:microsoft.com/office/officeart/2005/8/layout/hierarchy1"/>
    <dgm:cxn modelId="{9DC16770-4115-41FC-968A-DF466235F28C}" type="presParOf" srcId="{E1DCB082-B05E-4C94-9222-212ACA80043D}" destId="{DF3900A0-3FAD-4681-9AB3-8A8EF02E1765}" srcOrd="1" destOrd="0" presId="urn:microsoft.com/office/officeart/2005/8/layout/hierarchy1"/>
    <dgm:cxn modelId="{6AB03771-0A91-426A-BAB3-AA4C427A938D}" type="presParOf" srcId="{DF3900A0-3FAD-4681-9AB3-8A8EF02E1765}" destId="{BE4B1407-4E32-4593-B172-FD2D9EAE000B}" srcOrd="0" destOrd="0" presId="urn:microsoft.com/office/officeart/2005/8/layout/hierarchy1"/>
    <dgm:cxn modelId="{CC00A87F-1BBF-4806-9852-185FB80F91A4}" type="presParOf" srcId="{DF3900A0-3FAD-4681-9AB3-8A8EF02E1765}" destId="{4874A0B0-58F5-4DF9-A126-49BC4D5C899C}" srcOrd="1" destOrd="0" presId="urn:microsoft.com/office/officeart/2005/8/layout/hierarchy1"/>
    <dgm:cxn modelId="{EAEADBFA-44D5-4CFA-9380-2635B32A1625}" type="presParOf" srcId="{4874A0B0-58F5-4DF9-A126-49BC4D5C899C}" destId="{E645467C-B18F-4F74-A1F8-B61DAE1D244F}" srcOrd="0" destOrd="0" presId="urn:microsoft.com/office/officeart/2005/8/layout/hierarchy1"/>
    <dgm:cxn modelId="{EB019D01-A9D2-465B-B76B-F8C10EA43447}" type="presParOf" srcId="{E645467C-B18F-4F74-A1F8-B61DAE1D244F}" destId="{C6D3DFB5-2C4F-4951-ABFB-002B4782E3E7}" srcOrd="0" destOrd="0" presId="urn:microsoft.com/office/officeart/2005/8/layout/hierarchy1"/>
    <dgm:cxn modelId="{6BF3A791-4D53-4FED-A8A4-3D5B9127ED6F}" type="presParOf" srcId="{E645467C-B18F-4F74-A1F8-B61DAE1D244F}" destId="{6BB3C1D7-B01F-41C0-8A94-7C44DE6FB64C}" srcOrd="1" destOrd="0" presId="urn:microsoft.com/office/officeart/2005/8/layout/hierarchy1"/>
    <dgm:cxn modelId="{15C598ED-BFA2-4DA3-86C8-F7BB1EEA47F9}" type="presParOf" srcId="{4874A0B0-58F5-4DF9-A126-49BC4D5C899C}" destId="{510A13E2-1501-496F-8E6B-4ED6746ECEFC}" srcOrd="1" destOrd="0" presId="urn:microsoft.com/office/officeart/2005/8/layout/hierarchy1"/>
    <dgm:cxn modelId="{2762129C-66DC-4F92-ADEF-43A070E23E47}" type="presParOf" srcId="{510A13E2-1501-496F-8E6B-4ED6746ECEFC}" destId="{C75A6690-AAC1-4288-9463-BA04F2F42816}" srcOrd="0" destOrd="0" presId="urn:microsoft.com/office/officeart/2005/8/layout/hierarchy1"/>
    <dgm:cxn modelId="{5DBD517D-4E44-4342-A789-FC80EA2E3ED6}" type="presParOf" srcId="{510A13E2-1501-496F-8E6B-4ED6746ECEFC}" destId="{07003243-16CF-4DCD-AD76-49D246DE27E5}" srcOrd="1" destOrd="0" presId="urn:microsoft.com/office/officeart/2005/8/layout/hierarchy1"/>
    <dgm:cxn modelId="{5C55E7B8-446A-4AAD-A73E-C78CE387A949}" type="presParOf" srcId="{07003243-16CF-4DCD-AD76-49D246DE27E5}" destId="{4CC353C0-C7F7-4FAA-ACA4-5C5E1EC270E6}" srcOrd="0" destOrd="0" presId="urn:microsoft.com/office/officeart/2005/8/layout/hierarchy1"/>
    <dgm:cxn modelId="{DAE987D3-8F4D-4A08-96E7-533C136B1F56}" type="presParOf" srcId="{4CC353C0-C7F7-4FAA-ACA4-5C5E1EC270E6}" destId="{B6614825-30C4-45F2-A77D-818F6EAE04FD}" srcOrd="0" destOrd="0" presId="urn:microsoft.com/office/officeart/2005/8/layout/hierarchy1"/>
    <dgm:cxn modelId="{9E2F9281-5445-4299-B8D7-E2626AFCDAEB}" type="presParOf" srcId="{4CC353C0-C7F7-4FAA-ACA4-5C5E1EC270E6}" destId="{6BFF4249-C516-425D-9CFB-D5BB3CE2038E}" srcOrd="1" destOrd="0" presId="urn:microsoft.com/office/officeart/2005/8/layout/hierarchy1"/>
    <dgm:cxn modelId="{BD416152-5232-4A26-B556-DF49F8878EE2}" type="presParOf" srcId="{07003243-16CF-4DCD-AD76-49D246DE27E5}" destId="{D68014DA-13B1-41E9-BE3D-86A6134C9FAF}" srcOrd="1" destOrd="0" presId="urn:microsoft.com/office/officeart/2005/8/layout/hierarchy1"/>
    <dgm:cxn modelId="{7EBF2B9E-5859-48B1-B886-8DBF4302BAFB}" type="presParOf" srcId="{510A13E2-1501-496F-8E6B-4ED6746ECEFC}" destId="{B13D19D1-48E1-41E6-B696-2DCDC2559886}" srcOrd="2" destOrd="0" presId="urn:microsoft.com/office/officeart/2005/8/layout/hierarchy1"/>
    <dgm:cxn modelId="{EC7D9DFC-15F9-4108-AD02-61C1F42C29EF}" type="presParOf" srcId="{510A13E2-1501-496F-8E6B-4ED6746ECEFC}" destId="{082CC206-7EEB-4EAC-9DB4-35666BECA96D}" srcOrd="3" destOrd="0" presId="urn:microsoft.com/office/officeart/2005/8/layout/hierarchy1"/>
    <dgm:cxn modelId="{B987421D-DB45-4CBF-9686-93240F69B324}" type="presParOf" srcId="{082CC206-7EEB-4EAC-9DB4-35666BECA96D}" destId="{FA9A32B4-71A6-47B5-A8BB-32973CDB74B3}" srcOrd="0" destOrd="0" presId="urn:microsoft.com/office/officeart/2005/8/layout/hierarchy1"/>
    <dgm:cxn modelId="{505E09D4-CAA5-4895-8842-FD07BFA8F989}" type="presParOf" srcId="{FA9A32B4-71A6-47B5-A8BB-32973CDB74B3}" destId="{8A9EEE43-EA3F-4AD7-9625-94E48EF7953A}" srcOrd="0" destOrd="0" presId="urn:microsoft.com/office/officeart/2005/8/layout/hierarchy1"/>
    <dgm:cxn modelId="{A68323AA-F6B1-442A-8F89-5AA24BBF0E39}" type="presParOf" srcId="{FA9A32B4-71A6-47B5-A8BB-32973CDB74B3}" destId="{EEC78141-4629-4009-940C-E94709A1DA50}" srcOrd="1" destOrd="0" presId="urn:microsoft.com/office/officeart/2005/8/layout/hierarchy1"/>
    <dgm:cxn modelId="{570E86A0-94F7-4247-83B3-0EEA8457CEF4}" type="presParOf" srcId="{082CC206-7EEB-4EAC-9DB4-35666BECA96D}" destId="{C1EFD073-F61E-49B4-94F5-0ACE332C2AAB}" srcOrd="1" destOrd="0" presId="urn:microsoft.com/office/officeart/2005/8/layout/hierarchy1"/>
    <dgm:cxn modelId="{CEF415F4-78C8-4367-B9DE-9DFBF91334BB}" type="presParOf" srcId="{510A13E2-1501-496F-8E6B-4ED6746ECEFC}" destId="{B01ADCF5-6DC8-46B4-A5FC-D7455D389AE7}" srcOrd="4" destOrd="0" presId="urn:microsoft.com/office/officeart/2005/8/layout/hierarchy1"/>
    <dgm:cxn modelId="{6F332EA9-1158-45B0-B249-AAC603F41B35}" type="presParOf" srcId="{510A13E2-1501-496F-8E6B-4ED6746ECEFC}" destId="{972CC738-EC9E-4789-8164-45416A92B864}" srcOrd="5" destOrd="0" presId="urn:microsoft.com/office/officeart/2005/8/layout/hierarchy1"/>
    <dgm:cxn modelId="{BE49FE89-D8CA-4608-A31D-7252CC489E2A}" type="presParOf" srcId="{972CC738-EC9E-4789-8164-45416A92B864}" destId="{9FB77CF1-BABB-43F1-9185-1831B5129B8E}" srcOrd="0" destOrd="0" presId="urn:microsoft.com/office/officeart/2005/8/layout/hierarchy1"/>
    <dgm:cxn modelId="{588B25DA-4116-406F-9982-B68F9970B1ED}" type="presParOf" srcId="{9FB77CF1-BABB-43F1-9185-1831B5129B8E}" destId="{FA1A96AB-EF9A-48F6-A75F-E5822B29A666}" srcOrd="0" destOrd="0" presId="urn:microsoft.com/office/officeart/2005/8/layout/hierarchy1"/>
    <dgm:cxn modelId="{95D359C8-8670-4725-A5C3-76FA6E5B7CF0}" type="presParOf" srcId="{9FB77CF1-BABB-43F1-9185-1831B5129B8E}" destId="{B67EE592-E95F-4FEB-8DA0-8628C032AF14}" srcOrd="1" destOrd="0" presId="urn:microsoft.com/office/officeart/2005/8/layout/hierarchy1"/>
    <dgm:cxn modelId="{3EAFA828-0DC8-44CD-A6C4-863E0514D7C4}" type="presParOf" srcId="{972CC738-EC9E-4789-8164-45416A92B864}" destId="{97675568-216B-4D59-B02B-B4AE62180DEF}" srcOrd="1" destOrd="0" presId="urn:microsoft.com/office/officeart/2005/8/layout/hierarchy1"/>
    <dgm:cxn modelId="{57C871BE-8535-42D3-8946-48F0EBBE8F27}" type="presParOf" srcId="{DF3900A0-3FAD-4681-9AB3-8A8EF02E1765}" destId="{2A1444F3-A9E1-4251-8120-E8EFBE28A593}" srcOrd="2" destOrd="0" presId="urn:microsoft.com/office/officeart/2005/8/layout/hierarchy1"/>
    <dgm:cxn modelId="{1CD9111D-00F9-4442-AAE5-32A490C13277}" type="presParOf" srcId="{DF3900A0-3FAD-4681-9AB3-8A8EF02E1765}" destId="{E1688E60-5AFB-4C31-BB5D-B82208BF8EE2}" srcOrd="3" destOrd="0" presId="urn:microsoft.com/office/officeart/2005/8/layout/hierarchy1"/>
    <dgm:cxn modelId="{74584283-0F7E-454F-BE6A-F24138947820}" type="presParOf" srcId="{E1688E60-5AFB-4C31-BB5D-B82208BF8EE2}" destId="{9796D322-9EED-4141-9331-36939F83EDC7}" srcOrd="0" destOrd="0" presId="urn:microsoft.com/office/officeart/2005/8/layout/hierarchy1"/>
    <dgm:cxn modelId="{A7B9092E-2AD4-45C8-B36B-941F3331C54B}" type="presParOf" srcId="{9796D322-9EED-4141-9331-36939F83EDC7}" destId="{59474F24-E888-4275-934F-F86DA1305216}" srcOrd="0" destOrd="0" presId="urn:microsoft.com/office/officeart/2005/8/layout/hierarchy1"/>
    <dgm:cxn modelId="{28228668-5490-4400-929E-3F7BAD671035}" type="presParOf" srcId="{9796D322-9EED-4141-9331-36939F83EDC7}" destId="{8EF6F87C-6CDE-47E5-A0EF-FD92E5081A36}" srcOrd="1" destOrd="0" presId="urn:microsoft.com/office/officeart/2005/8/layout/hierarchy1"/>
    <dgm:cxn modelId="{C6CBAC71-8C22-42EA-9F11-36726B68B6C2}" type="presParOf" srcId="{E1688E60-5AFB-4C31-BB5D-B82208BF8EE2}" destId="{739071C9-F984-4807-AA42-A8B3793BCD04}" srcOrd="1" destOrd="0" presId="urn:microsoft.com/office/officeart/2005/8/layout/hierarchy1"/>
    <dgm:cxn modelId="{E801F707-8321-4972-8650-AACD70BB3F91}" type="presParOf" srcId="{739071C9-F984-4807-AA42-A8B3793BCD04}" destId="{E6CF2AC4-3E06-4437-897A-AB3000F2C92C}" srcOrd="0" destOrd="0" presId="urn:microsoft.com/office/officeart/2005/8/layout/hierarchy1"/>
    <dgm:cxn modelId="{6A14A8D3-B556-4480-A12C-9182B98F7D62}" type="presParOf" srcId="{739071C9-F984-4807-AA42-A8B3793BCD04}" destId="{8EA69ABF-0EE0-470A-B15A-43D65ACAF9FB}" srcOrd="1" destOrd="0" presId="urn:microsoft.com/office/officeart/2005/8/layout/hierarchy1"/>
    <dgm:cxn modelId="{D82F3418-EF74-49E9-934A-D858C371A8B2}" type="presParOf" srcId="{8EA69ABF-0EE0-470A-B15A-43D65ACAF9FB}" destId="{5AB35B31-D3AE-4904-B2A8-6F8A39FB6919}" srcOrd="0" destOrd="0" presId="urn:microsoft.com/office/officeart/2005/8/layout/hierarchy1"/>
    <dgm:cxn modelId="{A043674C-2FB5-421E-BBDB-EDBE2D36E8A8}" type="presParOf" srcId="{5AB35B31-D3AE-4904-B2A8-6F8A39FB6919}" destId="{69CBED36-6734-43B6-8310-1C58D81E424D}" srcOrd="0" destOrd="0" presId="urn:microsoft.com/office/officeart/2005/8/layout/hierarchy1"/>
    <dgm:cxn modelId="{9A54D15F-1BB8-4B64-BC89-4442121CE793}" type="presParOf" srcId="{5AB35B31-D3AE-4904-B2A8-6F8A39FB6919}" destId="{17CCC18B-132E-4E83-B384-D15F3BE15EE7}" srcOrd="1" destOrd="0" presId="urn:microsoft.com/office/officeart/2005/8/layout/hierarchy1"/>
    <dgm:cxn modelId="{09C15129-2DE5-489B-9747-D87544EEFBF7}" type="presParOf" srcId="{8EA69ABF-0EE0-470A-B15A-43D65ACAF9FB}" destId="{7B708A4A-D727-4071-AC66-E8A55138F809}" srcOrd="1" destOrd="0" presId="urn:microsoft.com/office/officeart/2005/8/layout/hierarchy1"/>
    <dgm:cxn modelId="{6838C570-B682-4187-853A-50AB53EA93E5}" type="presParOf" srcId="{739071C9-F984-4807-AA42-A8B3793BCD04}" destId="{63898A6F-2B12-4FFE-B0D0-8532C923AA00}" srcOrd="2" destOrd="0" presId="urn:microsoft.com/office/officeart/2005/8/layout/hierarchy1"/>
    <dgm:cxn modelId="{F2880F65-FB4D-44D0-8C84-91D87F4607F1}" type="presParOf" srcId="{739071C9-F984-4807-AA42-A8B3793BCD04}" destId="{A8B629D7-C8AF-4321-98AD-C8F3124FFFAC}" srcOrd="3" destOrd="0" presId="urn:microsoft.com/office/officeart/2005/8/layout/hierarchy1"/>
    <dgm:cxn modelId="{FAEEF770-B4E5-43C6-916C-43406B202285}" type="presParOf" srcId="{A8B629D7-C8AF-4321-98AD-C8F3124FFFAC}" destId="{90EE0541-C382-490D-AAA1-CFF373E43B50}" srcOrd="0" destOrd="0" presId="urn:microsoft.com/office/officeart/2005/8/layout/hierarchy1"/>
    <dgm:cxn modelId="{A98F923F-BA61-47FC-857B-5739B7797594}" type="presParOf" srcId="{90EE0541-C382-490D-AAA1-CFF373E43B50}" destId="{A399198D-9D62-4107-8A9D-6C9AAAC6F3F8}" srcOrd="0" destOrd="0" presId="urn:microsoft.com/office/officeart/2005/8/layout/hierarchy1"/>
    <dgm:cxn modelId="{52C548C4-9299-49DD-9B34-B01F5A571D6B}" type="presParOf" srcId="{90EE0541-C382-490D-AAA1-CFF373E43B50}" destId="{99CE5188-5397-45A1-B064-865A63FBE262}" srcOrd="1" destOrd="0" presId="urn:microsoft.com/office/officeart/2005/8/layout/hierarchy1"/>
    <dgm:cxn modelId="{3B812012-F60F-4BF3-9BD4-472FD9A5DBE3}" type="presParOf" srcId="{A8B629D7-C8AF-4321-98AD-C8F3124FFFAC}" destId="{1CDA7ADE-3FA2-4BD2-A03C-6A529909AC8A}" srcOrd="1" destOrd="0" presId="urn:microsoft.com/office/officeart/2005/8/layout/hierarchy1"/>
    <dgm:cxn modelId="{8ECFF00C-995E-4F59-8FFD-B59A34B03F15}" type="presParOf" srcId="{739071C9-F984-4807-AA42-A8B3793BCD04}" destId="{7CC0455C-B963-4B55-A88B-AC0A8D49C330}" srcOrd="4" destOrd="0" presId="urn:microsoft.com/office/officeart/2005/8/layout/hierarchy1"/>
    <dgm:cxn modelId="{9D82837E-3922-4C41-8B92-D976F5F04BD0}" type="presParOf" srcId="{739071C9-F984-4807-AA42-A8B3793BCD04}" destId="{44E6390A-9FC2-4090-8777-268DECBCC902}" srcOrd="5" destOrd="0" presId="urn:microsoft.com/office/officeart/2005/8/layout/hierarchy1"/>
    <dgm:cxn modelId="{AFC59A44-50F2-4EAD-B561-AB7460272E3E}" type="presParOf" srcId="{44E6390A-9FC2-4090-8777-268DECBCC902}" destId="{3C1D27B6-4D05-4461-9E60-1AD5F900A6D3}" srcOrd="0" destOrd="0" presId="urn:microsoft.com/office/officeart/2005/8/layout/hierarchy1"/>
    <dgm:cxn modelId="{2F987DE0-D9C0-4FEB-8C66-E6328BB9544B}" type="presParOf" srcId="{3C1D27B6-4D05-4461-9E60-1AD5F900A6D3}" destId="{1736A74C-677B-40F4-BEA4-951F680C85DA}" srcOrd="0" destOrd="0" presId="urn:microsoft.com/office/officeart/2005/8/layout/hierarchy1"/>
    <dgm:cxn modelId="{72BBAB83-5615-465D-A765-B00629BCCCDB}" type="presParOf" srcId="{3C1D27B6-4D05-4461-9E60-1AD5F900A6D3}" destId="{113245FF-436A-4DB5-A2F2-D0F6659BBAE7}" srcOrd="1" destOrd="0" presId="urn:microsoft.com/office/officeart/2005/8/layout/hierarchy1"/>
    <dgm:cxn modelId="{0E74674C-FEB5-4D0F-9A3A-E25FC764CFC4}" type="presParOf" srcId="{44E6390A-9FC2-4090-8777-268DECBCC902}" destId="{86D72C9E-9857-4DAB-AFED-C52622FD0D34}" srcOrd="1" destOrd="0" presId="urn:microsoft.com/office/officeart/2005/8/layout/hierarchy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E222DC-1043-49AA-BC5E-60C2F154B7AF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927C76BE-D786-44A1-9126-11D0DB87A16E}">
      <dgm:prSet phldrT="[Text]"/>
      <dgm:spPr/>
      <dgm:t>
        <a:bodyPr/>
        <a:lstStyle/>
        <a:p>
          <a:r>
            <a:rPr lang="en-US" dirty="0"/>
            <a:t>Gamma Correction</a:t>
          </a:r>
        </a:p>
      </dgm:t>
    </dgm:pt>
    <dgm:pt modelId="{46B2EED5-5F30-4F38-84E4-727C67A98D50}" type="parTrans" cxnId="{8AD30101-DEC6-4C97-B731-73DF4A18156D}">
      <dgm:prSet/>
      <dgm:spPr/>
      <dgm:t>
        <a:bodyPr/>
        <a:lstStyle/>
        <a:p>
          <a:endParaRPr lang="en-US"/>
        </a:p>
      </dgm:t>
    </dgm:pt>
    <dgm:pt modelId="{D6986706-93C6-47EC-918C-B22A3C7D71B6}" type="sibTrans" cxnId="{8AD30101-DEC6-4C97-B731-73DF4A18156D}">
      <dgm:prSet/>
      <dgm:spPr/>
      <dgm:t>
        <a:bodyPr/>
        <a:lstStyle/>
        <a:p>
          <a:endParaRPr lang="en-US"/>
        </a:p>
      </dgm:t>
    </dgm:pt>
    <dgm:pt modelId="{4E6F2D0B-D74A-43B3-B58E-08AC107C690D}">
      <dgm:prSet phldrT="[Text]"/>
      <dgm:spPr/>
      <dgm:t>
        <a:bodyPr/>
        <a:lstStyle/>
        <a:p>
          <a:r>
            <a:rPr lang="en-US" dirty="0"/>
            <a:t>CLAHE</a:t>
          </a:r>
        </a:p>
      </dgm:t>
    </dgm:pt>
    <dgm:pt modelId="{CAA8EC2A-332A-469A-B55A-2891C62D5671}" type="parTrans" cxnId="{997585F3-CC25-4AA8-AFEA-D2BCC7068647}">
      <dgm:prSet/>
      <dgm:spPr/>
      <dgm:t>
        <a:bodyPr/>
        <a:lstStyle/>
        <a:p>
          <a:endParaRPr lang="en-US"/>
        </a:p>
      </dgm:t>
    </dgm:pt>
    <dgm:pt modelId="{739AF6CB-9E41-4607-A3E3-311271C8A738}" type="sibTrans" cxnId="{997585F3-CC25-4AA8-AFEA-D2BCC7068647}">
      <dgm:prSet/>
      <dgm:spPr/>
      <dgm:t>
        <a:bodyPr/>
        <a:lstStyle/>
        <a:p>
          <a:endParaRPr lang="en-US"/>
        </a:p>
      </dgm:t>
    </dgm:pt>
    <dgm:pt modelId="{041DD718-F3A5-4065-9A8B-E8A13347ED57}">
      <dgm:prSet phldrT="[Text]"/>
      <dgm:spPr/>
      <dgm:t>
        <a:bodyPr/>
        <a:lstStyle/>
        <a:p>
          <a:r>
            <a:rPr lang="en-US" dirty="0"/>
            <a:t>Contrast Adjustments</a:t>
          </a:r>
        </a:p>
      </dgm:t>
    </dgm:pt>
    <dgm:pt modelId="{D376A76B-59B1-41D0-B785-D08B48A36A4D}" type="parTrans" cxnId="{1D3CCE40-6ADB-467E-A8DE-E5839DB5727D}">
      <dgm:prSet/>
      <dgm:spPr/>
      <dgm:t>
        <a:bodyPr/>
        <a:lstStyle/>
        <a:p>
          <a:endParaRPr lang="en-US"/>
        </a:p>
      </dgm:t>
    </dgm:pt>
    <dgm:pt modelId="{E82C1F57-AD82-4490-B80E-8523DE6F08E8}" type="sibTrans" cxnId="{1D3CCE40-6ADB-467E-A8DE-E5839DB5727D}">
      <dgm:prSet/>
      <dgm:spPr/>
      <dgm:t>
        <a:bodyPr/>
        <a:lstStyle/>
        <a:p>
          <a:endParaRPr lang="en-US"/>
        </a:p>
      </dgm:t>
    </dgm:pt>
    <dgm:pt modelId="{F5A849F1-8D66-4BC9-B597-56D9763B192C}" type="pres">
      <dgm:prSet presAssocID="{4AE222DC-1043-49AA-BC5E-60C2F154B7AF}" presName="CompostProcess" presStyleCnt="0">
        <dgm:presLayoutVars>
          <dgm:dir/>
          <dgm:resizeHandles val="exact"/>
        </dgm:presLayoutVars>
      </dgm:prSet>
      <dgm:spPr/>
    </dgm:pt>
    <dgm:pt modelId="{BA64E195-0F24-4C4B-A5EF-1FD5867E2391}" type="pres">
      <dgm:prSet presAssocID="{4AE222DC-1043-49AA-BC5E-60C2F154B7AF}" presName="arrow" presStyleLbl="bgShp" presStyleIdx="0" presStyleCnt="1" custLinFactNeighborX="2779" custLinFactNeighborY="24836"/>
      <dgm:spPr/>
    </dgm:pt>
    <dgm:pt modelId="{0B63D1A6-1E31-4779-8282-FEB7931BA384}" type="pres">
      <dgm:prSet presAssocID="{4AE222DC-1043-49AA-BC5E-60C2F154B7AF}" presName="linearProcess" presStyleCnt="0"/>
      <dgm:spPr/>
    </dgm:pt>
    <dgm:pt modelId="{DCC159E3-08F5-4B7B-BBC5-77D91A7DE536}" type="pres">
      <dgm:prSet presAssocID="{927C76BE-D786-44A1-9126-11D0DB87A16E}" presName="textNode" presStyleLbl="node1" presStyleIdx="0" presStyleCnt="3">
        <dgm:presLayoutVars>
          <dgm:bulletEnabled val="1"/>
        </dgm:presLayoutVars>
      </dgm:prSet>
      <dgm:spPr/>
    </dgm:pt>
    <dgm:pt modelId="{A8919112-2439-40D0-8CB0-E4ED96A74D24}" type="pres">
      <dgm:prSet presAssocID="{D6986706-93C6-47EC-918C-B22A3C7D71B6}" presName="sibTrans" presStyleCnt="0"/>
      <dgm:spPr/>
    </dgm:pt>
    <dgm:pt modelId="{6EA267EC-85A4-4B9D-B0E0-C407A2FCF2F9}" type="pres">
      <dgm:prSet presAssocID="{041DD718-F3A5-4065-9A8B-E8A13347ED57}" presName="textNode" presStyleLbl="node1" presStyleIdx="1" presStyleCnt="3">
        <dgm:presLayoutVars>
          <dgm:bulletEnabled val="1"/>
        </dgm:presLayoutVars>
      </dgm:prSet>
      <dgm:spPr/>
    </dgm:pt>
    <dgm:pt modelId="{1D111F6A-6253-49E0-B434-96F9A2CF10AA}" type="pres">
      <dgm:prSet presAssocID="{E82C1F57-AD82-4490-B80E-8523DE6F08E8}" presName="sibTrans" presStyleCnt="0"/>
      <dgm:spPr/>
    </dgm:pt>
    <dgm:pt modelId="{B6807D7A-DF1F-42AF-8C56-F00E0D730E62}" type="pres">
      <dgm:prSet presAssocID="{4E6F2D0B-D74A-43B3-B58E-08AC107C690D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8AD30101-DEC6-4C97-B731-73DF4A18156D}" srcId="{4AE222DC-1043-49AA-BC5E-60C2F154B7AF}" destId="{927C76BE-D786-44A1-9126-11D0DB87A16E}" srcOrd="0" destOrd="0" parTransId="{46B2EED5-5F30-4F38-84E4-727C67A98D50}" sibTransId="{D6986706-93C6-47EC-918C-B22A3C7D71B6}"/>
    <dgm:cxn modelId="{10FDE522-9F93-409D-95BB-B35A9761E0C5}" type="presOf" srcId="{927C76BE-D786-44A1-9126-11D0DB87A16E}" destId="{DCC159E3-08F5-4B7B-BBC5-77D91A7DE536}" srcOrd="0" destOrd="0" presId="urn:microsoft.com/office/officeart/2005/8/layout/hProcess9"/>
    <dgm:cxn modelId="{D4AD0B31-02BE-402E-9D43-EBF4C6E714DA}" type="presOf" srcId="{4E6F2D0B-D74A-43B3-B58E-08AC107C690D}" destId="{B6807D7A-DF1F-42AF-8C56-F00E0D730E62}" srcOrd="0" destOrd="0" presId="urn:microsoft.com/office/officeart/2005/8/layout/hProcess9"/>
    <dgm:cxn modelId="{1D3CCE40-6ADB-467E-A8DE-E5839DB5727D}" srcId="{4AE222DC-1043-49AA-BC5E-60C2F154B7AF}" destId="{041DD718-F3A5-4065-9A8B-E8A13347ED57}" srcOrd="1" destOrd="0" parTransId="{D376A76B-59B1-41D0-B785-D08B48A36A4D}" sibTransId="{E82C1F57-AD82-4490-B80E-8523DE6F08E8}"/>
    <dgm:cxn modelId="{B5A47266-F722-4BE7-922B-E7D02A5858D3}" type="presOf" srcId="{4AE222DC-1043-49AA-BC5E-60C2F154B7AF}" destId="{F5A849F1-8D66-4BC9-B597-56D9763B192C}" srcOrd="0" destOrd="0" presId="urn:microsoft.com/office/officeart/2005/8/layout/hProcess9"/>
    <dgm:cxn modelId="{90C65FC3-C8FD-4E3F-A075-A67ED94C2FC1}" type="presOf" srcId="{041DD718-F3A5-4065-9A8B-E8A13347ED57}" destId="{6EA267EC-85A4-4B9D-B0E0-C407A2FCF2F9}" srcOrd="0" destOrd="0" presId="urn:microsoft.com/office/officeart/2005/8/layout/hProcess9"/>
    <dgm:cxn modelId="{997585F3-CC25-4AA8-AFEA-D2BCC7068647}" srcId="{4AE222DC-1043-49AA-BC5E-60C2F154B7AF}" destId="{4E6F2D0B-D74A-43B3-B58E-08AC107C690D}" srcOrd="2" destOrd="0" parTransId="{CAA8EC2A-332A-469A-B55A-2891C62D5671}" sibTransId="{739AF6CB-9E41-4607-A3E3-311271C8A738}"/>
    <dgm:cxn modelId="{23D1F067-FB4A-4EAF-A2BF-B2A5590287FF}" type="presParOf" srcId="{F5A849F1-8D66-4BC9-B597-56D9763B192C}" destId="{BA64E195-0F24-4C4B-A5EF-1FD5867E2391}" srcOrd="0" destOrd="0" presId="urn:microsoft.com/office/officeart/2005/8/layout/hProcess9"/>
    <dgm:cxn modelId="{8D89A971-B9D7-43C8-89A0-164D635E77CE}" type="presParOf" srcId="{F5A849F1-8D66-4BC9-B597-56D9763B192C}" destId="{0B63D1A6-1E31-4779-8282-FEB7931BA384}" srcOrd="1" destOrd="0" presId="urn:microsoft.com/office/officeart/2005/8/layout/hProcess9"/>
    <dgm:cxn modelId="{B802EB08-D14F-44E7-BF5B-EAAD65DFA6FF}" type="presParOf" srcId="{0B63D1A6-1E31-4779-8282-FEB7931BA384}" destId="{DCC159E3-08F5-4B7B-BBC5-77D91A7DE536}" srcOrd="0" destOrd="0" presId="urn:microsoft.com/office/officeart/2005/8/layout/hProcess9"/>
    <dgm:cxn modelId="{2099D99A-3BD8-40B2-954F-797CFF7EEC3B}" type="presParOf" srcId="{0B63D1A6-1E31-4779-8282-FEB7931BA384}" destId="{A8919112-2439-40D0-8CB0-E4ED96A74D24}" srcOrd="1" destOrd="0" presId="urn:microsoft.com/office/officeart/2005/8/layout/hProcess9"/>
    <dgm:cxn modelId="{6E84301B-6274-4B35-ABCE-D95D78CA7709}" type="presParOf" srcId="{0B63D1A6-1E31-4779-8282-FEB7931BA384}" destId="{6EA267EC-85A4-4B9D-B0E0-C407A2FCF2F9}" srcOrd="2" destOrd="0" presId="urn:microsoft.com/office/officeart/2005/8/layout/hProcess9"/>
    <dgm:cxn modelId="{877409FC-C802-49C6-B778-3E5F5234AA6E}" type="presParOf" srcId="{0B63D1A6-1E31-4779-8282-FEB7931BA384}" destId="{1D111F6A-6253-49E0-B434-96F9A2CF10AA}" srcOrd="3" destOrd="0" presId="urn:microsoft.com/office/officeart/2005/8/layout/hProcess9"/>
    <dgm:cxn modelId="{019E5A73-7CFE-4103-BC52-2423405F2E16}" type="presParOf" srcId="{0B63D1A6-1E31-4779-8282-FEB7931BA384}" destId="{B6807D7A-DF1F-42AF-8C56-F00E0D730E62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FB0AC5E-831B-4896-BBE5-4A2F4CB6D6B7}" type="doc">
      <dgm:prSet loTypeId="urn:microsoft.com/office/officeart/2005/8/layout/StepDown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7FA123-7F07-495D-982D-D150BF4D82BC}">
      <dgm:prSet phldrT="[Text]"/>
      <dgm:spPr/>
      <dgm:t>
        <a:bodyPr/>
        <a:lstStyle/>
        <a:p>
          <a:r>
            <a:rPr lang="en-US" dirty="0"/>
            <a:t>Stage 1</a:t>
          </a:r>
        </a:p>
      </dgm:t>
    </dgm:pt>
    <dgm:pt modelId="{B7734444-8574-4202-9DE4-AC0BF02C04DA}" type="parTrans" cxnId="{D22AE1D7-F661-4ED7-8210-CF8E72B6C050}">
      <dgm:prSet/>
      <dgm:spPr/>
      <dgm:t>
        <a:bodyPr/>
        <a:lstStyle/>
        <a:p>
          <a:endParaRPr lang="en-US"/>
        </a:p>
      </dgm:t>
    </dgm:pt>
    <dgm:pt modelId="{AE6C640A-531B-40B3-B5E4-51D89C5D8559}" type="sibTrans" cxnId="{D22AE1D7-F661-4ED7-8210-CF8E72B6C050}">
      <dgm:prSet/>
      <dgm:spPr/>
      <dgm:t>
        <a:bodyPr/>
        <a:lstStyle/>
        <a:p>
          <a:endParaRPr lang="en-US"/>
        </a:p>
      </dgm:t>
    </dgm:pt>
    <dgm:pt modelId="{3BD2765F-14A3-4850-8D8F-4AF2C7FBEB89}">
      <dgm:prSet phldrT="[Text]" custT="1"/>
      <dgm:spPr/>
      <dgm:t>
        <a:bodyPr/>
        <a:lstStyle/>
        <a:p>
          <a:r>
            <a:rPr lang="en-US" sz="1400" dirty="0"/>
            <a:t>Paired Low Quality Images from SICE dataset</a:t>
          </a:r>
        </a:p>
      </dgm:t>
    </dgm:pt>
    <dgm:pt modelId="{517598E4-37A0-4EA6-9F96-B196C19982FB}" type="parTrans" cxnId="{AA8664E9-C98F-493A-9C86-04ECEE0AD086}">
      <dgm:prSet/>
      <dgm:spPr/>
      <dgm:t>
        <a:bodyPr/>
        <a:lstStyle/>
        <a:p>
          <a:endParaRPr lang="en-US"/>
        </a:p>
      </dgm:t>
    </dgm:pt>
    <dgm:pt modelId="{ADA04773-D327-42D9-A661-261A26FB6F3B}" type="sibTrans" cxnId="{AA8664E9-C98F-493A-9C86-04ECEE0AD086}">
      <dgm:prSet/>
      <dgm:spPr/>
      <dgm:t>
        <a:bodyPr/>
        <a:lstStyle/>
        <a:p>
          <a:endParaRPr lang="en-US"/>
        </a:p>
      </dgm:t>
    </dgm:pt>
    <dgm:pt modelId="{C6DBC7D8-F33A-42F0-ACE6-F9AB3DDE35EE}">
      <dgm:prSet phldrT="[Text]"/>
      <dgm:spPr/>
      <dgm:t>
        <a:bodyPr/>
        <a:lstStyle/>
        <a:p>
          <a:r>
            <a:rPr lang="en-US" dirty="0"/>
            <a:t>Stage 2</a:t>
          </a:r>
        </a:p>
      </dgm:t>
    </dgm:pt>
    <dgm:pt modelId="{69EE0C0A-9EFC-4963-809E-89399925D14A}" type="parTrans" cxnId="{9C285A51-9D8F-478D-B8A7-AF9D809D477B}">
      <dgm:prSet/>
      <dgm:spPr/>
      <dgm:t>
        <a:bodyPr/>
        <a:lstStyle/>
        <a:p>
          <a:endParaRPr lang="en-US"/>
        </a:p>
      </dgm:t>
    </dgm:pt>
    <dgm:pt modelId="{867303A0-BA15-4E04-8B02-C33867BD5A3C}" type="sibTrans" cxnId="{9C285A51-9D8F-478D-B8A7-AF9D809D477B}">
      <dgm:prSet/>
      <dgm:spPr/>
      <dgm:t>
        <a:bodyPr/>
        <a:lstStyle/>
        <a:p>
          <a:endParaRPr lang="en-US"/>
        </a:p>
      </dgm:t>
    </dgm:pt>
    <dgm:pt modelId="{D9F3078C-AFC1-4FA4-85FB-31DEDF5A51F1}">
      <dgm:prSet phldrT="[Text]" custT="1"/>
      <dgm:spPr/>
      <dgm:t>
        <a:bodyPr/>
        <a:lstStyle/>
        <a:p>
          <a:r>
            <a:rPr lang="en-US" sz="1400" kern="1200" dirty="0"/>
            <a:t>Paired low/normal light image pairs from SICE dataset</a:t>
          </a:r>
        </a:p>
      </dgm:t>
    </dgm:pt>
    <dgm:pt modelId="{61621558-04B6-4E93-9D49-D5CFEBDD143E}" type="parTrans" cxnId="{BD4F8ED9-3BBB-4DCA-ACD8-C2D7B2017CB1}">
      <dgm:prSet/>
      <dgm:spPr/>
      <dgm:t>
        <a:bodyPr/>
        <a:lstStyle/>
        <a:p>
          <a:endParaRPr lang="en-US"/>
        </a:p>
      </dgm:t>
    </dgm:pt>
    <dgm:pt modelId="{177B57EB-7475-4092-A750-3F09323533F8}" type="sibTrans" cxnId="{BD4F8ED9-3BBB-4DCA-ACD8-C2D7B2017CB1}">
      <dgm:prSet/>
      <dgm:spPr/>
      <dgm:t>
        <a:bodyPr/>
        <a:lstStyle/>
        <a:p>
          <a:endParaRPr lang="en-US"/>
        </a:p>
      </dgm:t>
    </dgm:pt>
    <dgm:pt modelId="{17511100-AD69-47F3-B22F-6F4485C6C8B2}">
      <dgm:prSet phldrT="[Text]" custT="1"/>
      <dgm:spPr/>
      <dgm:t>
        <a:bodyPr/>
        <a:lstStyle/>
        <a:p>
          <a:r>
            <a:rPr lang="en-US" sz="1400" dirty="0"/>
            <a:t>Optimize Encoder + CTDN + Decoder</a:t>
          </a:r>
        </a:p>
      </dgm:t>
    </dgm:pt>
    <dgm:pt modelId="{A25FFBB3-2EF4-4683-BBBD-562041E546E4}" type="parTrans" cxnId="{762CF1D6-A076-48EA-A469-1FB4318DC4B9}">
      <dgm:prSet/>
      <dgm:spPr/>
      <dgm:t>
        <a:bodyPr/>
        <a:lstStyle/>
        <a:p>
          <a:endParaRPr lang="en-US"/>
        </a:p>
      </dgm:t>
    </dgm:pt>
    <dgm:pt modelId="{FC69986C-A8A4-4E39-8741-9B83291E2374}" type="sibTrans" cxnId="{762CF1D6-A076-48EA-A469-1FB4318DC4B9}">
      <dgm:prSet/>
      <dgm:spPr/>
      <dgm:t>
        <a:bodyPr/>
        <a:lstStyle/>
        <a:p>
          <a:endParaRPr lang="en-US"/>
        </a:p>
      </dgm:t>
    </dgm:pt>
    <dgm:pt modelId="{25517027-F132-4D0C-8952-C5B760021934}">
      <dgm:prSet phldrT="[Text]" custT="1"/>
      <dgm:spPr/>
      <dgm:t>
        <a:bodyPr/>
        <a:lstStyle/>
        <a:p>
          <a:r>
            <a:rPr lang="en-US" sz="1400" dirty="0"/>
            <a:t>Freeze the diffusion model</a:t>
          </a:r>
        </a:p>
      </dgm:t>
    </dgm:pt>
    <dgm:pt modelId="{B69E9AE3-F5FD-4859-8096-F92E63CE3A0F}" type="parTrans" cxnId="{F7C396B6-87CA-41E7-94BB-1E0182B03D00}">
      <dgm:prSet/>
      <dgm:spPr/>
      <dgm:t>
        <a:bodyPr/>
        <a:lstStyle/>
        <a:p>
          <a:endParaRPr lang="en-US"/>
        </a:p>
      </dgm:t>
    </dgm:pt>
    <dgm:pt modelId="{FC8A9889-F8E0-4EA3-9DC9-B852EA5D6192}" type="sibTrans" cxnId="{F7C396B6-87CA-41E7-94BB-1E0182B03D00}">
      <dgm:prSet/>
      <dgm:spPr/>
      <dgm:t>
        <a:bodyPr/>
        <a:lstStyle/>
        <a:p>
          <a:endParaRPr lang="en-US"/>
        </a:p>
      </dgm:t>
    </dgm:pt>
    <dgm:pt modelId="{99E507E7-56FD-4F9E-80E1-8ABDDBCB6015}">
      <dgm:prSet phldrT="[Text]" custT="1"/>
      <dgm:spPr/>
      <dgm:t>
        <a:bodyPr/>
        <a:lstStyle/>
        <a:p>
          <a:r>
            <a:rPr lang="en-US" sz="1400" kern="1200" dirty="0"/>
            <a:t>Optimize the diffusion model while</a:t>
          </a:r>
          <a:r>
            <a:rPr 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+mn-ea"/>
              <a:cs typeface="+mn-cs"/>
            </a:rPr>
            <a:t> </a:t>
          </a: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+mn-ea"/>
              <a:cs typeface="+mn-cs"/>
            </a:rPr>
            <a:t>freezing other modules. </a:t>
          </a:r>
        </a:p>
      </dgm:t>
    </dgm:pt>
    <dgm:pt modelId="{2F0A957D-7DC5-4434-9DE8-48D518614C6D}" type="parTrans" cxnId="{F5E0D4A8-1EE0-4B9C-82FE-70A76357A8EA}">
      <dgm:prSet/>
      <dgm:spPr/>
      <dgm:t>
        <a:bodyPr/>
        <a:lstStyle/>
        <a:p>
          <a:endParaRPr lang="en-US"/>
        </a:p>
      </dgm:t>
    </dgm:pt>
    <dgm:pt modelId="{383C4F6C-C224-4810-8E12-2EE028AC2EC2}" type="sibTrans" cxnId="{F5E0D4A8-1EE0-4B9C-82FE-70A76357A8EA}">
      <dgm:prSet/>
      <dgm:spPr/>
      <dgm:t>
        <a:bodyPr/>
        <a:lstStyle/>
        <a:p>
          <a:endParaRPr lang="en-US"/>
        </a:p>
      </dgm:t>
    </dgm:pt>
    <dgm:pt modelId="{3F4D87AA-4B39-4A42-8801-9DF5D5ABFE2D}" type="pres">
      <dgm:prSet presAssocID="{9FB0AC5E-831B-4896-BBE5-4A2F4CB6D6B7}" presName="rootnode" presStyleCnt="0">
        <dgm:presLayoutVars>
          <dgm:chMax/>
          <dgm:chPref/>
          <dgm:dir/>
          <dgm:animLvl val="lvl"/>
        </dgm:presLayoutVars>
      </dgm:prSet>
      <dgm:spPr/>
    </dgm:pt>
    <dgm:pt modelId="{3A9E47DD-3B22-4646-8BE4-C21DACC47168}" type="pres">
      <dgm:prSet presAssocID="{9A7FA123-7F07-495D-982D-D150BF4D82BC}" presName="composite" presStyleCnt="0"/>
      <dgm:spPr/>
    </dgm:pt>
    <dgm:pt modelId="{E4BBDEC6-D37F-4645-86DE-64BAB86448DA}" type="pres">
      <dgm:prSet presAssocID="{9A7FA123-7F07-495D-982D-D150BF4D82BC}" presName="bentUpArrow1" presStyleLbl="alignImgPlace1" presStyleIdx="0" presStyleCnt="1"/>
      <dgm:spPr/>
    </dgm:pt>
    <dgm:pt modelId="{5B0CA008-AA91-4C27-900E-6152E1FBA8E4}" type="pres">
      <dgm:prSet presAssocID="{9A7FA123-7F07-495D-982D-D150BF4D82BC}" presName="ParentText" presStyleLbl="node1" presStyleIdx="0" presStyleCnt="2" custScaleX="80422" custScaleY="50482">
        <dgm:presLayoutVars>
          <dgm:chMax val="1"/>
          <dgm:chPref val="1"/>
          <dgm:bulletEnabled val="1"/>
        </dgm:presLayoutVars>
      </dgm:prSet>
      <dgm:spPr/>
    </dgm:pt>
    <dgm:pt modelId="{293EA941-233F-479A-8E65-373A55E200BB}" type="pres">
      <dgm:prSet presAssocID="{9A7FA123-7F07-495D-982D-D150BF4D82BC}" presName="ChildText" presStyleLbl="revTx" presStyleIdx="0" presStyleCnt="2" custScaleX="300480" custLinFactX="23472" custLinFactNeighborX="100000" custLinFactNeighborY="2795">
        <dgm:presLayoutVars>
          <dgm:chMax val="0"/>
          <dgm:chPref val="0"/>
          <dgm:bulletEnabled val="1"/>
        </dgm:presLayoutVars>
      </dgm:prSet>
      <dgm:spPr/>
    </dgm:pt>
    <dgm:pt modelId="{5E0CB158-B27F-4992-A955-7820D25BF511}" type="pres">
      <dgm:prSet presAssocID="{AE6C640A-531B-40B3-B5E4-51D89C5D8559}" presName="sibTrans" presStyleCnt="0"/>
      <dgm:spPr/>
    </dgm:pt>
    <dgm:pt modelId="{001527E0-C650-41FF-B286-F7F1494F8FB7}" type="pres">
      <dgm:prSet presAssocID="{C6DBC7D8-F33A-42F0-ACE6-F9AB3DDE35EE}" presName="composite" presStyleCnt="0"/>
      <dgm:spPr/>
    </dgm:pt>
    <dgm:pt modelId="{C3DE28DF-AC78-456F-A513-1E77EEE2F845}" type="pres">
      <dgm:prSet presAssocID="{C6DBC7D8-F33A-42F0-ACE6-F9AB3DDE35EE}" presName="ParentText" presStyleLbl="node1" presStyleIdx="1" presStyleCnt="2" custScaleX="86802" custScaleY="50807">
        <dgm:presLayoutVars>
          <dgm:chMax val="1"/>
          <dgm:chPref val="1"/>
          <dgm:bulletEnabled val="1"/>
        </dgm:presLayoutVars>
      </dgm:prSet>
      <dgm:spPr/>
    </dgm:pt>
    <dgm:pt modelId="{135C3387-3AEC-4757-8517-0C45A90ADA37}" type="pres">
      <dgm:prSet presAssocID="{C6DBC7D8-F33A-42F0-ACE6-F9AB3DDE35EE}" presName="FinalChildText" presStyleLbl="revTx" presStyleIdx="1" presStyleCnt="2" custScaleX="299904" custLinFactX="8335" custLinFactNeighborX="100000" custLinFactNeighborY="-559">
        <dgm:presLayoutVars>
          <dgm:chMax val="0"/>
          <dgm:chPref val="0"/>
          <dgm:bulletEnabled val="1"/>
        </dgm:presLayoutVars>
      </dgm:prSet>
      <dgm:spPr/>
    </dgm:pt>
  </dgm:ptLst>
  <dgm:cxnLst>
    <dgm:cxn modelId="{0E093F05-295C-4E4E-BBBD-E3D935C321A6}" type="presOf" srcId="{9FB0AC5E-831B-4896-BBE5-4A2F4CB6D6B7}" destId="{3F4D87AA-4B39-4A42-8801-9DF5D5ABFE2D}" srcOrd="0" destOrd="0" presId="urn:microsoft.com/office/officeart/2005/8/layout/StepDownProcess"/>
    <dgm:cxn modelId="{11CD8A05-3A44-45C8-AC72-2AEA6B628266}" type="presOf" srcId="{25517027-F132-4D0C-8952-C5B760021934}" destId="{293EA941-233F-479A-8E65-373A55E200BB}" srcOrd="0" destOrd="2" presId="urn:microsoft.com/office/officeart/2005/8/layout/StepDownProcess"/>
    <dgm:cxn modelId="{1167D819-661D-4E82-AFF1-760BD437092D}" type="presOf" srcId="{9A7FA123-7F07-495D-982D-D150BF4D82BC}" destId="{5B0CA008-AA91-4C27-900E-6152E1FBA8E4}" srcOrd="0" destOrd="0" presId="urn:microsoft.com/office/officeart/2005/8/layout/StepDownProcess"/>
    <dgm:cxn modelId="{AFBB4266-EA2E-41E5-8F1C-0171D0B584B3}" type="presOf" srcId="{17511100-AD69-47F3-B22F-6F4485C6C8B2}" destId="{293EA941-233F-479A-8E65-373A55E200BB}" srcOrd="0" destOrd="1" presId="urn:microsoft.com/office/officeart/2005/8/layout/StepDownProcess"/>
    <dgm:cxn modelId="{9C285A51-9D8F-478D-B8A7-AF9D809D477B}" srcId="{9FB0AC5E-831B-4896-BBE5-4A2F4CB6D6B7}" destId="{C6DBC7D8-F33A-42F0-ACE6-F9AB3DDE35EE}" srcOrd="1" destOrd="0" parTransId="{69EE0C0A-9EFC-4963-809E-89399925D14A}" sibTransId="{867303A0-BA15-4E04-8B02-C33867BD5A3C}"/>
    <dgm:cxn modelId="{E9187281-B7E7-42B3-8282-4815FFDAD08B}" type="presOf" srcId="{D9F3078C-AFC1-4FA4-85FB-31DEDF5A51F1}" destId="{135C3387-3AEC-4757-8517-0C45A90ADA37}" srcOrd="0" destOrd="0" presId="urn:microsoft.com/office/officeart/2005/8/layout/StepDownProcess"/>
    <dgm:cxn modelId="{309742A4-9102-4F42-A7AC-B29081F27D57}" type="presOf" srcId="{C6DBC7D8-F33A-42F0-ACE6-F9AB3DDE35EE}" destId="{C3DE28DF-AC78-456F-A513-1E77EEE2F845}" srcOrd="0" destOrd="0" presId="urn:microsoft.com/office/officeart/2005/8/layout/StepDownProcess"/>
    <dgm:cxn modelId="{F5E0D4A8-1EE0-4B9C-82FE-70A76357A8EA}" srcId="{C6DBC7D8-F33A-42F0-ACE6-F9AB3DDE35EE}" destId="{99E507E7-56FD-4F9E-80E1-8ABDDBCB6015}" srcOrd="1" destOrd="0" parTransId="{2F0A957D-7DC5-4434-9DE8-48D518614C6D}" sibTransId="{383C4F6C-C224-4810-8E12-2EE028AC2EC2}"/>
    <dgm:cxn modelId="{F7C396B6-87CA-41E7-94BB-1E0182B03D00}" srcId="{9A7FA123-7F07-495D-982D-D150BF4D82BC}" destId="{25517027-F132-4D0C-8952-C5B760021934}" srcOrd="2" destOrd="0" parTransId="{B69E9AE3-F5FD-4859-8096-F92E63CE3A0F}" sibTransId="{FC8A9889-F8E0-4EA3-9DC9-B852EA5D6192}"/>
    <dgm:cxn modelId="{CA01CCC5-8291-4304-9341-85E4A82B13EB}" type="presOf" srcId="{3BD2765F-14A3-4850-8D8F-4AF2C7FBEB89}" destId="{293EA941-233F-479A-8E65-373A55E200BB}" srcOrd="0" destOrd="0" presId="urn:microsoft.com/office/officeart/2005/8/layout/StepDownProcess"/>
    <dgm:cxn modelId="{762CF1D6-A076-48EA-A469-1FB4318DC4B9}" srcId="{9A7FA123-7F07-495D-982D-D150BF4D82BC}" destId="{17511100-AD69-47F3-B22F-6F4485C6C8B2}" srcOrd="1" destOrd="0" parTransId="{A25FFBB3-2EF4-4683-BBBD-562041E546E4}" sibTransId="{FC69986C-A8A4-4E39-8741-9B83291E2374}"/>
    <dgm:cxn modelId="{D22AE1D7-F661-4ED7-8210-CF8E72B6C050}" srcId="{9FB0AC5E-831B-4896-BBE5-4A2F4CB6D6B7}" destId="{9A7FA123-7F07-495D-982D-D150BF4D82BC}" srcOrd="0" destOrd="0" parTransId="{B7734444-8574-4202-9DE4-AC0BF02C04DA}" sibTransId="{AE6C640A-531B-40B3-B5E4-51D89C5D8559}"/>
    <dgm:cxn modelId="{BD4F8ED9-3BBB-4DCA-ACD8-C2D7B2017CB1}" srcId="{C6DBC7D8-F33A-42F0-ACE6-F9AB3DDE35EE}" destId="{D9F3078C-AFC1-4FA4-85FB-31DEDF5A51F1}" srcOrd="0" destOrd="0" parTransId="{61621558-04B6-4E93-9D49-D5CFEBDD143E}" sibTransId="{177B57EB-7475-4092-A750-3F09323533F8}"/>
    <dgm:cxn modelId="{AA8664E9-C98F-493A-9C86-04ECEE0AD086}" srcId="{9A7FA123-7F07-495D-982D-D150BF4D82BC}" destId="{3BD2765F-14A3-4850-8D8F-4AF2C7FBEB89}" srcOrd="0" destOrd="0" parTransId="{517598E4-37A0-4EA6-9F96-B196C19982FB}" sibTransId="{ADA04773-D327-42D9-A661-261A26FB6F3B}"/>
    <dgm:cxn modelId="{FDA92AF4-584A-492E-99EF-91B7A9C24A3A}" type="presOf" srcId="{99E507E7-56FD-4F9E-80E1-8ABDDBCB6015}" destId="{135C3387-3AEC-4757-8517-0C45A90ADA37}" srcOrd="0" destOrd="1" presId="urn:microsoft.com/office/officeart/2005/8/layout/StepDownProcess"/>
    <dgm:cxn modelId="{65B2789C-A986-498B-8863-A1877D27203D}" type="presParOf" srcId="{3F4D87AA-4B39-4A42-8801-9DF5D5ABFE2D}" destId="{3A9E47DD-3B22-4646-8BE4-C21DACC47168}" srcOrd="0" destOrd="0" presId="urn:microsoft.com/office/officeart/2005/8/layout/StepDownProcess"/>
    <dgm:cxn modelId="{D43F69B1-1D99-4B3E-83D1-387F709E0352}" type="presParOf" srcId="{3A9E47DD-3B22-4646-8BE4-C21DACC47168}" destId="{E4BBDEC6-D37F-4645-86DE-64BAB86448DA}" srcOrd="0" destOrd="0" presId="urn:microsoft.com/office/officeart/2005/8/layout/StepDownProcess"/>
    <dgm:cxn modelId="{3B383D84-0C76-4660-B4C9-15624F9DB2CD}" type="presParOf" srcId="{3A9E47DD-3B22-4646-8BE4-C21DACC47168}" destId="{5B0CA008-AA91-4C27-900E-6152E1FBA8E4}" srcOrd="1" destOrd="0" presId="urn:microsoft.com/office/officeart/2005/8/layout/StepDownProcess"/>
    <dgm:cxn modelId="{9C93DCF6-898D-4307-88AD-FFF7F5154FE4}" type="presParOf" srcId="{3A9E47DD-3B22-4646-8BE4-C21DACC47168}" destId="{293EA941-233F-479A-8E65-373A55E200BB}" srcOrd="2" destOrd="0" presId="urn:microsoft.com/office/officeart/2005/8/layout/StepDownProcess"/>
    <dgm:cxn modelId="{A1207CA6-CCE9-47AB-B43A-47ECB683984C}" type="presParOf" srcId="{3F4D87AA-4B39-4A42-8801-9DF5D5ABFE2D}" destId="{5E0CB158-B27F-4992-A955-7820D25BF511}" srcOrd="1" destOrd="0" presId="urn:microsoft.com/office/officeart/2005/8/layout/StepDownProcess"/>
    <dgm:cxn modelId="{BFF27B57-D7CD-422F-8AB1-02850719E89E}" type="presParOf" srcId="{3F4D87AA-4B39-4A42-8801-9DF5D5ABFE2D}" destId="{001527E0-C650-41FF-B286-F7F1494F8FB7}" srcOrd="2" destOrd="0" presId="urn:microsoft.com/office/officeart/2005/8/layout/StepDownProcess"/>
    <dgm:cxn modelId="{406BB7FA-3583-41AE-924F-25AA92854425}" type="presParOf" srcId="{001527E0-C650-41FF-B286-F7F1494F8FB7}" destId="{C3DE28DF-AC78-456F-A513-1E77EEE2F845}" srcOrd="0" destOrd="0" presId="urn:microsoft.com/office/officeart/2005/8/layout/StepDownProcess"/>
    <dgm:cxn modelId="{2D634D91-5E66-457B-95D4-8689ED70997D}" type="presParOf" srcId="{001527E0-C650-41FF-B286-F7F1494F8FB7}" destId="{135C3387-3AEC-4757-8517-0C45A90ADA37}" srcOrd="1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5131F48-EDF0-41FE-B862-02DB011C733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7B2336-6947-4E96-AB12-8FB99AA75D1F}">
      <dgm:prSet phldrT="[Text]"/>
      <dgm:spPr/>
      <dgm:t>
        <a:bodyPr/>
        <a:lstStyle/>
        <a:p>
          <a:r>
            <a:rPr lang="en-US" dirty="0"/>
            <a:t>Common LLIE Metrics</a:t>
          </a:r>
        </a:p>
      </dgm:t>
    </dgm:pt>
    <dgm:pt modelId="{6CC5ED38-A16C-4A2F-ADD7-0994EED42156}" type="parTrans" cxnId="{235E6769-CDD5-476D-9E7E-140790B84F77}">
      <dgm:prSet/>
      <dgm:spPr/>
      <dgm:t>
        <a:bodyPr/>
        <a:lstStyle/>
        <a:p>
          <a:endParaRPr lang="en-US"/>
        </a:p>
      </dgm:t>
    </dgm:pt>
    <dgm:pt modelId="{2A04D0F0-3E96-4F0A-A32F-17889552533E}" type="sibTrans" cxnId="{235E6769-CDD5-476D-9E7E-140790B84F77}">
      <dgm:prSet/>
      <dgm:spPr/>
      <dgm:t>
        <a:bodyPr/>
        <a:lstStyle/>
        <a:p>
          <a:endParaRPr lang="en-US"/>
        </a:p>
      </dgm:t>
    </dgm:pt>
    <dgm:pt modelId="{116FE42B-1BDC-431E-88E3-3F078F91DAE6}">
      <dgm:prSet phldrT="[Text]"/>
      <dgm:spPr/>
      <dgm:t>
        <a:bodyPr/>
        <a:lstStyle/>
        <a:p>
          <a:r>
            <a:rPr lang="en-US" dirty="0"/>
            <a:t>Supervised</a:t>
          </a:r>
        </a:p>
      </dgm:t>
    </dgm:pt>
    <dgm:pt modelId="{0A9FD447-43DA-4AED-9861-41CF3E08E80C}" type="parTrans" cxnId="{14A36EEA-4B64-4E4E-A11F-A53191DF1D77}">
      <dgm:prSet/>
      <dgm:spPr/>
      <dgm:t>
        <a:bodyPr/>
        <a:lstStyle/>
        <a:p>
          <a:endParaRPr lang="en-US"/>
        </a:p>
      </dgm:t>
    </dgm:pt>
    <dgm:pt modelId="{15FAE6FD-B006-4CFF-82F5-62B494E5ED04}" type="sibTrans" cxnId="{14A36EEA-4B64-4E4E-A11F-A53191DF1D77}">
      <dgm:prSet/>
      <dgm:spPr/>
      <dgm:t>
        <a:bodyPr/>
        <a:lstStyle/>
        <a:p>
          <a:endParaRPr lang="en-US"/>
        </a:p>
      </dgm:t>
    </dgm:pt>
    <dgm:pt modelId="{D9161200-0317-457B-A14E-AE4A2B4BBED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PSNR </a:t>
          </a:r>
        </a:p>
      </dgm:t>
    </dgm:pt>
    <dgm:pt modelId="{0745879F-6578-49F3-83F9-CA7A223C2B96}" type="parTrans" cxnId="{2B593F13-D4EF-4537-99A8-FB7A8DFB5696}">
      <dgm:prSet/>
      <dgm:spPr/>
      <dgm:t>
        <a:bodyPr/>
        <a:lstStyle/>
        <a:p>
          <a:endParaRPr lang="en-US"/>
        </a:p>
      </dgm:t>
    </dgm:pt>
    <dgm:pt modelId="{196DCD04-4AB8-4CB0-BE8D-E8289F9C0555}" type="sibTrans" cxnId="{2B593F13-D4EF-4537-99A8-FB7A8DFB5696}">
      <dgm:prSet/>
      <dgm:spPr/>
      <dgm:t>
        <a:bodyPr/>
        <a:lstStyle/>
        <a:p>
          <a:endParaRPr lang="en-US"/>
        </a:p>
      </dgm:t>
    </dgm:pt>
    <dgm:pt modelId="{C2E00E07-6050-45E0-9C6A-6008B0D860FC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SSIM</a:t>
          </a:r>
        </a:p>
      </dgm:t>
    </dgm:pt>
    <dgm:pt modelId="{D9BCA0A7-1EFB-4771-A654-0E384005F6DD}" type="parTrans" cxnId="{903C70F1-0E0E-4382-AEFF-4488BAB2A674}">
      <dgm:prSet/>
      <dgm:spPr/>
      <dgm:t>
        <a:bodyPr/>
        <a:lstStyle/>
        <a:p>
          <a:endParaRPr lang="en-US"/>
        </a:p>
      </dgm:t>
    </dgm:pt>
    <dgm:pt modelId="{377012FB-D1CF-4DBD-B79D-1FEBBC1B9027}" type="sibTrans" cxnId="{903C70F1-0E0E-4382-AEFF-4488BAB2A674}">
      <dgm:prSet/>
      <dgm:spPr/>
      <dgm:t>
        <a:bodyPr/>
        <a:lstStyle/>
        <a:p>
          <a:endParaRPr lang="en-US"/>
        </a:p>
      </dgm:t>
    </dgm:pt>
    <dgm:pt modelId="{4582A6EE-CCA8-4D8E-86E8-4397F51A32C8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54B2FE63-35C6-483D-9E47-FEBFB1FD09ED}" type="parTrans" cxnId="{75FFC9F0-D4EB-4ED6-9114-7CCB66ED156B}">
      <dgm:prSet/>
      <dgm:spPr/>
      <dgm:t>
        <a:bodyPr/>
        <a:lstStyle/>
        <a:p>
          <a:endParaRPr lang="en-US"/>
        </a:p>
      </dgm:t>
    </dgm:pt>
    <dgm:pt modelId="{FE108874-E259-40E8-98DB-019ABC3C9778}" type="sibTrans" cxnId="{75FFC9F0-D4EB-4ED6-9114-7CCB66ED156B}">
      <dgm:prSet/>
      <dgm:spPr/>
      <dgm:t>
        <a:bodyPr/>
        <a:lstStyle/>
        <a:p>
          <a:endParaRPr lang="en-US"/>
        </a:p>
      </dgm:t>
    </dgm:pt>
    <dgm:pt modelId="{CA4579CE-5E6C-4724-83D6-F36E6409E4F5}">
      <dgm:prSet phldrT="[Text]"/>
      <dgm:spPr/>
      <dgm:t>
        <a:bodyPr/>
        <a:lstStyle/>
        <a:p>
          <a:r>
            <a:rPr lang="en-US" dirty="0"/>
            <a:t>NIQE</a:t>
          </a:r>
        </a:p>
      </dgm:t>
    </dgm:pt>
    <dgm:pt modelId="{00CF0096-28DF-4E5C-972C-FE9682A44677}" type="parTrans" cxnId="{CEAAEB5E-1DCB-4023-BF55-78C57D54FCEA}">
      <dgm:prSet/>
      <dgm:spPr/>
      <dgm:t>
        <a:bodyPr/>
        <a:lstStyle/>
        <a:p>
          <a:endParaRPr lang="en-US"/>
        </a:p>
      </dgm:t>
    </dgm:pt>
    <dgm:pt modelId="{1DF4EE75-26E5-47C1-A4EE-3178F0573C82}" type="sibTrans" cxnId="{CEAAEB5E-1DCB-4023-BF55-78C57D54FCEA}">
      <dgm:prSet/>
      <dgm:spPr/>
      <dgm:t>
        <a:bodyPr/>
        <a:lstStyle/>
        <a:p>
          <a:endParaRPr lang="en-US"/>
        </a:p>
      </dgm:t>
    </dgm:pt>
    <dgm:pt modelId="{251880D6-1608-4432-B0C0-4185FD522939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LPIPS</a:t>
          </a:r>
        </a:p>
      </dgm:t>
    </dgm:pt>
    <dgm:pt modelId="{276A5D1E-618A-49C4-937D-0AE7CD387FEF}" type="parTrans" cxnId="{ED30C7C1-1042-42B0-83FB-96CA9A6E1F5F}">
      <dgm:prSet/>
      <dgm:spPr/>
      <dgm:t>
        <a:bodyPr/>
        <a:lstStyle/>
        <a:p>
          <a:endParaRPr lang="en-US"/>
        </a:p>
      </dgm:t>
    </dgm:pt>
    <dgm:pt modelId="{DFD87EA4-557B-483C-A333-F36E07A0EFD2}" type="sibTrans" cxnId="{ED30C7C1-1042-42B0-83FB-96CA9A6E1F5F}">
      <dgm:prSet/>
      <dgm:spPr/>
      <dgm:t>
        <a:bodyPr/>
        <a:lstStyle/>
        <a:p>
          <a:endParaRPr lang="en-US"/>
        </a:p>
      </dgm:t>
    </dgm:pt>
    <dgm:pt modelId="{D4A4F1FA-D9E6-47D8-AD6B-28C29AE98B9E}">
      <dgm:prSet phldrT="[Text]"/>
      <dgm:spPr/>
      <dgm:t>
        <a:bodyPr/>
        <a:lstStyle/>
        <a:p>
          <a:r>
            <a:rPr lang="en-US" dirty="0"/>
            <a:t>PI</a:t>
          </a:r>
        </a:p>
      </dgm:t>
    </dgm:pt>
    <dgm:pt modelId="{8C6017F0-7936-4BFF-BF75-7A1E8A467DDF}" type="parTrans" cxnId="{B2C73ED3-AE91-4D1E-AAEE-EC0652E93DC7}">
      <dgm:prSet/>
      <dgm:spPr/>
      <dgm:t>
        <a:bodyPr/>
        <a:lstStyle/>
        <a:p>
          <a:endParaRPr lang="en-US"/>
        </a:p>
      </dgm:t>
    </dgm:pt>
    <dgm:pt modelId="{574CEF30-CBFD-42F5-952B-EFD1858A554B}" type="sibTrans" cxnId="{B2C73ED3-AE91-4D1E-AAEE-EC0652E93DC7}">
      <dgm:prSet/>
      <dgm:spPr/>
      <dgm:t>
        <a:bodyPr/>
        <a:lstStyle/>
        <a:p>
          <a:endParaRPr lang="en-US"/>
        </a:p>
      </dgm:t>
    </dgm:pt>
    <dgm:pt modelId="{265056AB-7A41-4578-8D0F-D6A503DF6C70}" type="pres">
      <dgm:prSet presAssocID="{15131F48-EDF0-41FE-B862-02DB011C733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C89461E-DDFD-459D-93C5-54BB1DD6EB1E}" type="pres">
      <dgm:prSet presAssocID="{B37B2336-6947-4E96-AB12-8FB99AA75D1F}" presName="root1" presStyleCnt="0"/>
      <dgm:spPr/>
    </dgm:pt>
    <dgm:pt modelId="{F3BADE98-09EB-425E-8E92-C147940CF21D}" type="pres">
      <dgm:prSet presAssocID="{B37B2336-6947-4E96-AB12-8FB99AA75D1F}" presName="LevelOneTextNode" presStyleLbl="node0" presStyleIdx="0" presStyleCnt="1" custScaleX="173793">
        <dgm:presLayoutVars>
          <dgm:chPref val="3"/>
        </dgm:presLayoutVars>
      </dgm:prSet>
      <dgm:spPr/>
    </dgm:pt>
    <dgm:pt modelId="{345EC569-F88B-4315-9DDD-D045589BBFEB}" type="pres">
      <dgm:prSet presAssocID="{B37B2336-6947-4E96-AB12-8FB99AA75D1F}" presName="level2hierChild" presStyleCnt="0"/>
      <dgm:spPr/>
    </dgm:pt>
    <dgm:pt modelId="{3F3E3F55-94B9-40CE-8ECF-98A96F268706}" type="pres">
      <dgm:prSet presAssocID="{0A9FD447-43DA-4AED-9861-41CF3E08E80C}" presName="conn2-1" presStyleLbl="parChTrans1D2" presStyleIdx="0" presStyleCnt="2"/>
      <dgm:spPr/>
    </dgm:pt>
    <dgm:pt modelId="{AF416EC6-A9A1-4EF1-9264-C12E9B0115DA}" type="pres">
      <dgm:prSet presAssocID="{0A9FD447-43DA-4AED-9861-41CF3E08E80C}" presName="connTx" presStyleLbl="parChTrans1D2" presStyleIdx="0" presStyleCnt="2"/>
      <dgm:spPr/>
    </dgm:pt>
    <dgm:pt modelId="{140209F0-C7A2-4B64-971A-8862B1E4D68D}" type="pres">
      <dgm:prSet presAssocID="{116FE42B-1BDC-431E-88E3-3F078F91DAE6}" presName="root2" presStyleCnt="0"/>
      <dgm:spPr/>
    </dgm:pt>
    <dgm:pt modelId="{CFF61D23-EE44-4521-A35A-5F4A55535A72}" type="pres">
      <dgm:prSet presAssocID="{116FE42B-1BDC-431E-88E3-3F078F91DAE6}" presName="LevelTwoTextNode" presStyleLbl="node2" presStyleIdx="0" presStyleCnt="2">
        <dgm:presLayoutVars>
          <dgm:chPref val="3"/>
        </dgm:presLayoutVars>
      </dgm:prSet>
      <dgm:spPr/>
    </dgm:pt>
    <dgm:pt modelId="{2745D3F3-16C3-49CF-8BCD-4924256DE6B4}" type="pres">
      <dgm:prSet presAssocID="{116FE42B-1BDC-431E-88E3-3F078F91DAE6}" presName="level3hierChild" presStyleCnt="0"/>
      <dgm:spPr/>
    </dgm:pt>
    <dgm:pt modelId="{8FC55360-0BE9-4382-8631-1C515B03870C}" type="pres">
      <dgm:prSet presAssocID="{0745879F-6578-49F3-83F9-CA7A223C2B96}" presName="conn2-1" presStyleLbl="parChTrans1D3" presStyleIdx="0" presStyleCnt="5"/>
      <dgm:spPr/>
    </dgm:pt>
    <dgm:pt modelId="{15404C8A-FDD3-4627-B440-E9F8043C154B}" type="pres">
      <dgm:prSet presAssocID="{0745879F-6578-49F3-83F9-CA7A223C2B96}" presName="connTx" presStyleLbl="parChTrans1D3" presStyleIdx="0" presStyleCnt="5"/>
      <dgm:spPr/>
    </dgm:pt>
    <dgm:pt modelId="{09D97ACC-8A26-470D-BE65-284DA472FDA6}" type="pres">
      <dgm:prSet presAssocID="{D9161200-0317-457B-A14E-AE4A2B4BBED7}" presName="root2" presStyleCnt="0"/>
      <dgm:spPr/>
    </dgm:pt>
    <dgm:pt modelId="{B0C927DF-1C17-4464-8001-712C22D69E9C}" type="pres">
      <dgm:prSet presAssocID="{D9161200-0317-457B-A14E-AE4A2B4BBED7}" presName="LevelTwoTextNode" presStyleLbl="node3" presStyleIdx="0" presStyleCnt="5">
        <dgm:presLayoutVars>
          <dgm:chPref val="3"/>
        </dgm:presLayoutVars>
      </dgm:prSet>
      <dgm:spPr/>
    </dgm:pt>
    <dgm:pt modelId="{4BAB5512-8AC3-49FE-A861-0983EE20790D}" type="pres">
      <dgm:prSet presAssocID="{D9161200-0317-457B-A14E-AE4A2B4BBED7}" presName="level3hierChild" presStyleCnt="0"/>
      <dgm:spPr/>
    </dgm:pt>
    <dgm:pt modelId="{3AAEB23C-9235-408A-9F7F-E7738A5A9D3C}" type="pres">
      <dgm:prSet presAssocID="{D9BCA0A7-1EFB-4771-A654-0E384005F6DD}" presName="conn2-1" presStyleLbl="parChTrans1D3" presStyleIdx="1" presStyleCnt="5"/>
      <dgm:spPr/>
    </dgm:pt>
    <dgm:pt modelId="{0BC69488-1759-459E-A306-3EA59E89CDCB}" type="pres">
      <dgm:prSet presAssocID="{D9BCA0A7-1EFB-4771-A654-0E384005F6DD}" presName="connTx" presStyleLbl="parChTrans1D3" presStyleIdx="1" presStyleCnt="5"/>
      <dgm:spPr/>
    </dgm:pt>
    <dgm:pt modelId="{6FBB39E5-4CDD-4EB0-A9BC-54088415A5FF}" type="pres">
      <dgm:prSet presAssocID="{C2E00E07-6050-45E0-9C6A-6008B0D860FC}" presName="root2" presStyleCnt="0"/>
      <dgm:spPr/>
    </dgm:pt>
    <dgm:pt modelId="{19152831-D2FD-4205-8C31-77AB54691503}" type="pres">
      <dgm:prSet presAssocID="{C2E00E07-6050-45E0-9C6A-6008B0D860FC}" presName="LevelTwoTextNode" presStyleLbl="node3" presStyleIdx="1" presStyleCnt="5">
        <dgm:presLayoutVars>
          <dgm:chPref val="3"/>
        </dgm:presLayoutVars>
      </dgm:prSet>
      <dgm:spPr/>
    </dgm:pt>
    <dgm:pt modelId="{696170CD-E2E5-470F-98A2-00B92C24C6AD}" type="pres">
      <dgm:prSet presAssocID="{C2E00E07-6050-45E0-9C6A-6008B0D860FC}" presName="level3hierChild" presStyleCnt="0"/>
      <dgm:spPr/>
    </dgm:pt>
    <dgm:pt modelId="{032D94F1-D203-458C-A8B3-1668C9811933}" type="pres">
      <dgm:prSet presAssocID="{276A5D1E-618A-49C4-937D-0AE7CD387FEF}" presName="conn2-1" presStyleLbl="parChTrans1D3" presStyleIdx="2" presStyleCnt="5"/>
      <dgm:spPr/>
    </dgm:pt>
    <dgm:pt modelId="{5D67B293-4FE2-42EB-95C2-628DD1A84AFE}" type="pres">
      <dgm:prSet presAssocID="{276A5D1E-618A-49C4-937D-0AE7CD387FEF}" presName="connTx" presStyleLbl="parChTrans1D3" presStyleIdx="2" presStyleCnt="5"/>
      <dgm:spPr/>
    </dgm:pt>
    <dgm:pt modelId="{974C2E60-3A0D-4A00-9263-DACE8C1DA066}" type="pres">
      <dgm:prSet presAssocID="{251880D6-1608-4432-B0C0-4185FD522939}" presName="root2" presStyleCnt="0"/>
      <dgm:spPr/>
    </dgm:pt>
    <dgm:pt modelId="{651A15E4-3885-4B24-A86A-6A626CD1F338}" type="pres">
      <dgm:prSet presAssocID="{251880D6-1608-4432-B0C0-4185FD522939}" presName="LevelTwoTextNode" presStyleLbl="node3" presStyleIdx="2" presStyleCnt="5">
        <dgm:presLayoutVars>
          <dgm:chPref val="3"/>
        </dgm:presLayoutVars>
      </dgm:prSet>
      <dgm:spPr/>
    </dgm:pt>
    <dgm:pt modelId="{4CC30C87-DBDA-40B8-B55D-711F22E8BD26}" type="pres">
      <dgm:prSet presAssocID="{251880D6-1608-4432-B0C0-4185FD522939}" presName="level3hierChild" presStyleCnt="0"/>
      <dgm:spPr/>
    </dgm:pt>
    <dgm:pt modelId="{C6CF05DE-413D-4341-9D2B-AB04D4D132CF}" type="pres">
      <dgm:prSet presAssocID="{54B2FE63-35C6-483D-9E47-FEBFB1FD09ED}" presName="conn2-1" presStyleLbl="parChTrans1D2" presStyleIdx="1" presStyleCnt="2"/>
      <dgm:spPr/>
    </dgm:pt>
    <dgm:pt modelId="{4CD2E544-475D-4E2D-9E69-52A23DDF37B8}" type="pres">
      <dgm:prSet presAssocID="{54B2FE63-35C6-483D-9E47-FEBFB1FD09ED}" presName="connTx" presStyleLbl="parChTrans1D2" presStyleIdx="1" presStyleCnt="2"/>
      <dgm:spPr/>
    </dgm:pt>
    <dgm:pt modelId="{EDA1BB1D-3915-4BF9-A1DC-FB50A9462A9D}" type="pres">
      <dgm:prSet presAssocID="{4582A6EE-CCA8-4D8E-86E8-4397F51A32C8}" presName="root2" presStyleCnt="0"/>
      <dgm:spPr/>
    </dgm:pt>
    <dgm:pt modelId="{8AF610A3-1177-4005-8E3D-39C4EB0A6C4D}" type="pres">
      <dgm:prSet presAssocID="{4582A6EE-CCA8-4D8E-86E8-4397F51A32C8}" presName="LevelTwoTextNode" presStyleLbl="node2" presStyleIdx="1" presStyleCnt="2">
        <dgm:presLayoutVars>
          <dgm:chPref val="3"/>
        </dgm:presLayoutVars>
      </dgm:prSet>
      <dgm:spPr/>
    </dgm:pt>
    <dgm:pt modelId="{693602A5-5804-4C5A-8F48-98774FBF1D44}" type="pres">
      <dgm:prSet presAssocID="{4582A6EE-CCA8-4D8E-86E8-4397F51A32C8}" presName="level3hierChild" presStyleCnt="0"/>
      <dgm:spPr/>
    </dgm:pt>
    <dgm:pt modelId="{4D200293-E1B4-4797-B371-06CCA5816F23}" type="pres">
      <dgm:prSet presAssocID="{00CF0096-28DF-4E5C-972C-FE9682A44677}" presName="conn2-1" presStyleLbl="parChTrans1D3" presStyleIdx="3" presStyleCnt="5"/>
      <dgm:spPr/>
    </dgm:pt>
    <dgm:pt modelId="{55862C07-996B-4389-A2A8-0C728BFFDBA8}" type="pres">
      <dgm:prSet presAssocID="{00CF0096-28DF-4E5C-972C-FE9682A44677}" presName="connTx" presStyleLbl="parChTrans1D3" presStyleIdx="3" presStyleCnt="5"/>
      <dgm:spPr/>
    </dgm:pt>
    <dgm:pt modelId="{11D5713A-37CE-400F-8861-6A1761ED83B6}" type="pres">
      <dgm:prSet presAssocID="{CA4579CE-5E6C-4724-83D6-F36E6409E4F5}" presName="root2" presStyleCnt="0"/>
      <dgm:spPr/>
    </dgm:pt>
    <dgm:pt modelId="{25E88479-DABD-433A-87D5-E1BCFE1222AB}" type="pres">
      <dgm:prSet presAssocID="{CA4579CE-5E6C-4724-83D6-F36E6409E4F5}" presName="LevelTwoTextNode" presStyleLbl="node3" presStyleIdx="3" presStyleCnt="5">
        <dgm:presLayoutVars>
          <dgm:chPref val="3"/>
        </dgm:presLayoutVars>
      </dgm:prSet>
      <dgm:spPr/>
    </dgm:pt>
    <dgm:pt modelId="{2E8B751D-028B-47C9-BE13-0E83E190A061}" type="pres">
      <dgm:prSet presAssocID="{CA4579CE-5E6C-4724-83D6-F36E6409E4F5}" presName="level3hierChild" presStyleCnt="0"/>
      <dgm:spPr/>
    </dgm:pt>
    <dgm:pt modelId="{E6C480CA-9AB1-4B24-9702-5A6CFB2579F0}" type="pres">
      <dgm:prSet presAssocID="{8C6017F0-7936-4BFF-BF75-7A1E8A467DDF}" presName="conn2-1" presStyleLbl="parChTrans1D3" presStyleIdx="4" presStyleCnt="5"/>
      <dgm:spPr/>
    </dgm:pt>
    <dgm:pt modelId="{A5E39F01-C71A-448B-BAA0-1C1A16A0D873}" type="pres">
      <dgm:prSet presAssocID="{8C6017F0-7936-4BFF-BF75-7A1E8A467DDF}" presName="connTx" presStyleLbl="parChTrans1D3" presStyleIdx="4" presStyleCnt="5"/>
      <dgm:spPr/>
    </dgm:pt>
    <dgm:pt modelId="{4D751D98-46D9-48DE-824F-A96CDF1DF167}" type="pres">
      <dgm:prSet presAssocID="{D4A4F1FA-D9E6-47D8-AD6B-28C29AE98B9E}" presName="root2" presStyleCnt="0"/>
      <dgm:spPr/>
    </dgm:pt>
    <dgm:pt modelId="{718AB36E-B20E-4430-AB55-D0DCB37D4A93}" type="pres">
      <dgm:prSet presAssocID="{D4A4F1FA-D9E6-47D8-AD6B-28C29AE98B9E}" presName="LevelTwoTextNode" presStyleLbl="node3" presStyleIdx="4" presStyleCnt="5">
        <dgm:presLayoutVars>
          <dgm:chPref val="3"/>
        </dgm:presLayoutVars>
      </dgm:prSet>
      <dgm:spPr/>
    </dgm:pt>
    <dgm:pt modelId="{E9D0C976-FFDE-409F-9F1C-F8C81D9AE440}" type="pres">
      <dgm:prSet presAssocID="{D4A4F1FA-D9E6-47D8-AD6B-28C29AE98B9E}" presName="level3hierChild" presStyleCnt="0"/>
      <dgm:spPr/>
    </dgm:pt>
  </dgm:ptLst>
  <dgm:cxnLst>
    <dgm:cxn modelId="{09E8AF0D-E49A-4BCE-92C6-CC2C9325F32D}" type="presOf" srcId="{8C6017F0-7936-4BFF-BF75-7A1E8A467DDF}" destId="{E6C480CA-9AB1-4B24-9702-5A6CFB2579F0}" srcOrd="0" destOrd="0" presId="urn:microsoft.com/office/officeart/2005/8/layout/hierarchy2"/>
    <dgm:cxn modelId="{2B593F13-D4EF-4537-99A8-FB7A8DFB5696}" srcId="{116FE42B-1BDC-431E-88E3-3F078F91DAE6}" destId="{D9161200-0317-457B-A14E-AE4A2B4BBED7}" srcOrd="0" destOrd="0" parTransId="{0745879F-6578-49F3-83F9-CA7A223C2B96}" sibTransId="{196DCD04-4AB8-4CB0-BE8D-E8289F9C0555}"/>
    <dgm:cxn modelId="{168D842F-AB75-4992-8C07-575E17808C30}" type="presOf" srcId="{276A5D1E-618A-49C4-937D-0AE7CD387FEF}" destId="{5D67B293-4FE2-42EB-95C2-628DD1A84AFE}" srcOrd="1" destOrd="0" presId="urn:microsoft.com/office/officeart/2005/8/layout/hierarchy2"/>
    <dgm:cxn modelId="{7C790734-FE03-447A-BA3A-CDB10AD78253}" type="presOf" srcId="{C2E00E07-6050-45E0-9C6A-6008B0D860FC}" destId="{19152831-D2FD-4205-8C31-77AB54691503}" srcOrd="0" destOrd="0" presId="urn:microsoft.com/office/officeart/2005/8/layout/hierarchy2"/>
    <dgm:cxn modelId="{751CD836-02E9-4A88-BC44-BF01DC1A3550}" type="presOf" srcId="{00CF0096-28DF-4E5C-972C-FE9682A44677}" destId="{4D200293-E1B4-4797-B371-06CCA5816F23}" srcOrd="0" destOrd="0" presId="urn:microsoft.com/office/officeart/2005/8/layout/hierarchy2"/>
    <dgm:cxn modelId="{73463239-67AA-4D07-8C1B-A8A6FA9F213E}" type="presOf" srcId="{CA4579CE-5E6C-4724-83D6-F36E6409E4F5}" destId="{25E88479-DABD-433A-87D5-E1BCFE1222AB}" srcOrd="0" destOrd="0" presId="urn:microsoft.com/office/officeart/2005/8/layout/hierarchy2"/>
    <dgm:cxn modelId="{7B27C85C-3F7F-42A6-8018-89A53137772A}" type="presOf" srcId="{0745879F-6578-49F3-83F9-CA7A223C2B96}" destId="{8FC55360-0BE9-4382-8631-1C515B03870C}" srcOrd="0" destOrd="0" presId="urn:microsoft.com/office/officeart/2005/8/layout/hierarchy2"/>
    <dgm:cxn modelId="{CEAAEB5E-1DCB-4023-BF55-78C57D54FCEA}" srcId="{4582A6EE-CCA8-4D8E-86E8-4397F51A32C8}" destId="{CA4579CE-5E6C-4724-83D6-F36E6409E4F5}" srcOrd="0" destOrd="0" parTransId="{00CF0096-28DF-4E5C-972C-FE9682A44677}" sibTransId="{1DF4EE75-26E5-47C1-A4EE-3178F0573C82}"/>
    <dgm:cxn modelId="{235E6769-CDD5-476D-9E7E-140790B84F77}" srcId="{15131F48-EDF0-41FE-B862-02DB011C7337}" destId="{B37B2336-6947-4E96-AB12-8FB99AA75D1F}" srcOrd="0" destOrd="0" parTransId="{6CC5ED38-A16C-4A2F-ADD7-0994EED42156}" sibTransId="{2A04D0F0-3E96-4F0A-A32F-17889552533E}"/>
    <dgm:cxn modelId="{CB00956F-4E5E-4CFE-BEA8-8641736C2C8D}" type="presOf" srcId="{0A9FD447-43DA-4AED-9861-41CF3E08E80C}" destId="{3F3E3F55-94B9-40CE-8ECF-98A96F268706}" srcOrd="0" destOrd="0" presId="urn:microsoft.com/office/officeart/2005/8/layout/hierarchy2"/>
    <dgm:cxn modelId="{D605EC71-5CFC-401B-A0FD-A200C219AA8F}" type="presOf" srcId="{D9BCA0A7-1EFB-4771-A654-0E384005F6DD}" destId="{0BC69488-1759-459E-A306-3EA59E89CDCB}" srcOrd="1" destOrd="0" presId="urn:microsoft.com/office/officeart/2005/8/layout/hierarchy2"/>
    <dgm:cxn modelId="{0B182F72-FB8F-42A9-8C7E-9CF692C73B9F}" type="presOf" srcId="{D9161200-0317-457B-A14E-AE4A2B4BBED7}" destId="{B0C927DF-1C17-4464-8001-712C22D69E9C}" srcOrd="0" destOrd="0" presId="urn:microsoft.com/office/officeart/2005/8/layout/hierarchy2"/>
    <dgm:cxn modelId="{FA0C6181-FA29-4F35-9DC0-F28C06D5BD69}" type="presOf" srcId="{54B2FE63-35C6-483D-9E47-FEBFB1FD09ED}" destId="{4CD2E544-475D-4E2D-9E69-52A23DDF37B8}" srcOrd="1" destOrd="0" presId="urn:microsoft.com/office/officeart/2005/8/layout/hierarchy2"/>
    <dgm:cxn modelId="{6F12EE81-1EBA-4D17-8346-D9215C2D6D11}" type="presOf" srcId="{251880D6-1608-4432-B0C0-4185FD522939}" destId="{651A15E4-3885-4B24-A86A-6A626CD1F338}" srcOrd="0" destOrd="0" presId="urn:microsoft.com/office/officeart/2005/8/layout/hierarchy2"/>
    <dgm:cxn modelId="{78C7AC87-2B00-40BF-8D70-CA7EA4CC5118}" type="presOf" srcId="{276A5D1E-618A-49C4-937D-0AE7CD387FEF}" destId="{032D94F1-D203-458C-A8B3-1668C9811933}" srcOrd="0" destOrd="0" presId="urn:microsoft.com/office/officeart/2005/8/layout/hierarchy2"/>
    <dgm:cxn modelId="{E6BAFD8B-F40D-4DCA-93C6-E6579540EC8E}" type="presOf" srcId="{0A9FD447-43DA-4AED-9861-41CF3E08E80C}" destId="{AF416EC6-A9A1-4EF1-9264-C12E9B0115DA}" srcOrd="1" destOrd="0" presId="urn:microsoft.com/office/officeart/2005/8/layout/hierarchy2"/>
    <dgm:cxn modelId="{0E2838B0-3FDD-4C2A-9E7E-F8D1CC306159}" type="presOf" srcId="{54B2FE63-35C6-483D-9E47-FEBFB1FD09ED}" destId="{C6CF05DE-413D-4341-9D2B-AB04D4D132CF}" srcOrd="0" destOrd="0" presId="urn:microsoft.com/office/officeart/2005/8/layout/hierarchy2"/>
    <dgm:cxn modelId="{6847ECB6-79F6-4543-81FE-43D33F531DE0}" type="presOf" srcId="{D4A4F1FA-D9E6-47D8-AD6B-28C29AE98B9E}" destId="{718AB36E-B20E-4430-AB55-D0DCB37D4A93}" srcOrd="0" destOrd="0" presId="urn:microsoft.com/office/officeart/2005/8/layout/hierarchy2"/>
    <dgm:cxn modelId="{730FFEBB-4D07-4CEF-9FC0-10501C1EAFBA}" type="presOf" srcId="{116FE42B-1BDC-431E-88E3-3F078F91DAE6}" destId="{CFF61D23-EE44-4521-A35A-5F4A55535A72}" srcOrd="0" destOrd="0" presId="urn:microsoft.com/office/officeart/2005/8/layout/hierarchy2"/>
    <dgm:cxn modelId="{ED30C7C1-1042-42B0-83FB-96CA9A6E1F5F}" srcId="{116FE42B-1BDC-431E-88E3-3F078F91DAE6}" destId="{251880D6-1608-4432-B0C0-4185FD522939}" srcOrd="2" destOrd="0" parTransId="{276A5D1E-618A-49C4-937D-0AE7CD387FEF}" sibTransId="{DFD87EA4-557B-483C-A333-F36E07A0EFD2}"/>
    <dgm:cxn modelId="{3B4C81C7-1C9E-473D-80DA-155BBB7DC7A6}" type="presOf" srcId="{0745879F-6578-49F3-83F9-CA7A223C2B96}" destId="{15404C8A-FDD3-4627-B440-E9F8043C154B}" srcOrd="1" destOrd="0" presId="urn:microsoft.com/office/officeart/2005/8/layout/hierarchy2"/>
    <dgm:cxn modelId="{B2C73ED3-AE91-4D1E-AAEE-EC0652E93DC7}" srcId="{4582A6EE-CCA8-4D8E-86E8-4397F51A32C8}" destId="{D4A4F1FA-D9E6-47D8-AD6B-28C29AE98B9E}" srcOrd="1" destOrd="0" parTransId="{8C6017F0-7936-4BFF-BF75-7A1E8A467DDF}" sibTransId="{574CEF30-CBFD-42F5-952B-EFD1858A554B}"/>
    <dgm:cxn modelId="{C91848D7-7DF1-4CB3-813A-24A03437D0DB}" type="presOf" srcId="{B37B2336-6947-4E96-AB12-8FB99AA75D1F}" destId="{F3BADE98-09EB-425E-8E92-C147940CF21D}" srcOrd="0" destOrd="0" presId="urn:microsoft.com/office/officeart/2005/8/layout/hierarchy2"/>
    <dgm:cxn modelId="{0A9973E2-86B0-4864-B01C-BCF22DD17F46}" type="presOf" srcId="{4582A6EE-CCA8-4D8E-86E8-4397F51A32C8}" destId="{8AF610A3-1177-4005-8E3D-39C4EB0A6C4D}" srcOrd="0" destOrd="0" presId="urn:microsoft.com/office/officeart/2005/8/layout/hierarchy2"/>
    <dgm:cxn modelId="{14A36EEA-4B64-4E4E-A11F-A53191DF1D77}" srcId="{B37B2336-6947-4E96-AB12-8FB99AA75D1F}" destId="{116FE42B-1BDC-431E-88E3-3F078F91DAE6}" srcOrd="0" destOrd="0" parTransId="{0A9FD447-43DA-4AED-9861-41CF3E08E80C}" sibTransId="{15FAE6FD-B006-4CFF-82F5-62B494E5ED04}"/>
    <dgm:cxn modelId="{75FFC9F0-D4EB-4ED6-9114-7CCB66ED156B}" srcId="{B37B2336-6947-4E96-AB12-8FB99AA75D1F}" destId="{4582A6EE-CCA8-4D8E-86E8-4397F51A32C8}" srcOrd="1" destOrd="0" parTransId="{54B2FE63-35C6-483D-9E47-FEBFB1FD09ED}" sibTransId="{FE108874-E259-40E8-98DB-019ABC3C9778}"/>
    <dgm:cxn modelId="{903C70F1-0E0E-4382-AEFF-4488BAB2A674}" srcId="{116FE42B-1BDC-431E-88E3-3F078F91DAE6}" destId="{C2E00E07-6050-45E0-9C6A-6008B0D860FC}" srcOrd="1" destOrd="0" parTransId="{D9BCA0A7-1EFB-4771-A654-0E384005F6DD}" sibTransId="{377012FB-D1CF-4DBD-B79D-1FEBBC1B9027}"/>
    <dgm:cxn modelId="{501410F5-8F30-40D0-B12D-072C1EABAEFB}" type="presOf" srcId="{D9BCA0A7-1EFB-4771-A654-0E384005F6DD}" destId="{3AAEB23C-9235-408A-9F7F-E7738A5A9D3C}" srcOrd="0" destOrd="0" presId="urn:microsoft.com/office/officeart/2005/8/layout/hierarchy2"/>
    <dgm:cxn modelId="{418116F6-D40F-46AC-9ED9-6C1F76E544C7}" type="presOf" srcId="{8C6017F0-7936-4BFF-BF75-7A1E8A467DDF}" destId="{A5E39F01-C71A-448B-BAA0-1C1A16A0D873}" srcOrd="1" destOrd="0" presId="urn:microsoft.com/office/officeart/2005/8/layout/hierarchy2"/>
    <dgm:cxn modelId="{D5192DF9-DCDF-4C56-94E5-BEB61B76384F}" type="presOf" srcId="{15131F48-EDF0-41FE-B862-02DB011C7337}" destId="{265056AB-7A41-4578-8D0F-D6A503DF6C70}" srcOrd="0" destOrd="0" presId="urn:microsoft.com/office/officeart/2005/8/layout/hierarchy2"/>
    <dgm:cxn modelId="{980F87FB-BA60-435A-A508-48461560724B}" type="presOf" srcId="{00CF0096-28DF-4E5C-972C-FE9682A44677}" destId="{55862C07-996B-4389-A2A8-0C728BFFDBA8}" srcOrd="1" destOrd="0" presId="urn:microsoft.com/office/officeart/2005/8/layout/hierarchy2"/>
    <dgm:cxn modelId="{D4B4010A-6B68-479F-BFA5-C320461F003B}" type="presParOf" srcId="{265056AB-7A41-4578-8D0F-D6A503DF6C70}" destId="{9C89461E-DDFD-459D-93C5-54BB1DD6EB1E}" srcOrd="0" destOrd="0" presId="urn:microsoft.com/office/officeart/2005/8/layout/hierarchy2"/>
    <dgm:cxn modelId="{4570FD46-FA51-4EB1-A4CF-DE04428DFC01}" type="presParOf" srcId="{9C89461E-DDFD-459D-93C5-54BB1DD6EB1E}" destId="{F3BADE98-09EB-425E-8E92-C147940CF21D}" srcOrd="0" destOrd="0" presId="urn:microsoft.com/office/officeart/2005/8/layout/hierarchy2"/>
    <dgm:cxn modelId="{76A3FEF9-A93A-4F60-9BD4-E2A32959346B}" type="presParOf" srcId="{9C89461E-DDFD-459D-93C5-54BB1DD6EB1E}" destId="{345EC569-F88B-4315-9DDD-D045589BBFEB}" srcOrd="1" destOrd="0" presId="urn:microsoft.com/office/officeart/2005/8/layout/hierarchy2"/>
    <dgm:cxn modelId="{2CE17E3A-1E3A-4125-A945-D6CE7B0C473D}" type="presParOf" srcId="{345EC569-F88B-4315-9DDD-D045589BBFEB}" destId="{3F3E3F55-94B9-40CE-8ECF-98A96F268706}" srcOrd="0" destOrd="0" presId="urn:microsoft.com/office/officeart/2005/8/layout/hierarchy2"/>
    <dgm:cxn modelId="{78E9888B-4FB2-4CDB-84E3-432E9C63CE0A}" type="presParOf" srcId="{3F3E3F55-94B9-40CE-8ECF-98A96F268706}" destId="{AF416EC6-A9A1-4EF1-9264-C12E9B0115DA}" srcOrd="0" destOrd="0" presId="urn:microsoft.com/office/officeart/2005/8/layout/hierarchy2"/>
    <dgm:cxn modelId="{67278792-7CCC-4A27-8169-5B8A3875F984}" type="presParOf" srcId="{345EC569-F88B-4315-9DDD-D045589BBFEB}" destId="{140209F0-C7A2-4B64-971A-8862B1E4D68D}" srcOrd="1" destOrd="0" presId="urn:microsoft.com/office/officeart/2005/8/layout/hierarchy2"/>
    <dgm:cxn modelId="{A961C566-0492-4426-A1EE-E3619585FE1F}" type="presParOf" srcId="{140209F0-C7A2-4B64-971A-8862B1E4D68D}" destId="{CFF61D23-EE44-4521-A35A-5F4A55535A72}" srcOrd="0" destOrd="0" presId="urn:microsoft.com/office/officeart/2005/8/layout/hierarchy2"/>
    <dgm:cxn modelId="{6C527F9A-1C4B-427A-8010-E0BCF052272B}" type="presParOf" srcId="{140209F0-C7A2-4B64-971A-8862B1E4D68D}" destId="{2745D3F3-16C3-49CF-8BCD-4924256DE6B4}" srcOrd="1" destOrd="0" presId="urn:microsoft.com/office/officeart/2005/8/layout/hierarchy2"/>
    <dgm:cxn modelId="{EDD96DB6-6910-4CE8-94C2-6028831FD6AA}" type="presParOf" srcId="{2745D3F3-16C3-49CF-8BCD-4924256DE6B4}" destId="{8FC55360-0BE9-4382-8631-1C515B03870C}" srcOrd="0" destOrd="0" presId="urn:microsoft.com/office/officeart/2005/8/layout/hierarchy2"/>
    <dgm:cxn modelId="{94A9E9B2-B148-43B2-8299-89B07BD5CE85}" type="presParOf" srcId="{8FC55360-0BE9-4382-8631-1C515B03870C}" destId="{15404C8A-FDD3-4627-B440-E9F8043C154B}" srcOrd="0" destOrd="0" presId="urn:microsoft.com/office/officeart/2005/8/layout/hierarchy2"/>
    <dgm:cxn modelId="{FF7F415A-1B42-41BA-8730-51655D5DFE69}" type="presParOf" srcId="{2745D3F3-16C3-49CF-8BCD-4924256DE6B4}" destId="{09D97ACC-8A26-470D-BE65-284DA472FDA6}" srcOrd="1" destOrd="0" presId="urn:microsoft.com/office/officeart/2005/8/layout/hierarchy2"/>
    <dgm:cxn modelId="{D00863D0-1EF6-4940-8074-2DDE0139F0FF}" type="presParOf" srcId="{09D97ACC-8A26-470D-BE65-284DA472FDA6}" destId="{B0C927DF-1C17-4464-8001-712C22D69E9C}" srcOrd="0" destOrd="0" presId="urn:microsoft.com/office/officeart/2005/8/layout/hierarchy2"/>
    <dgm:cxn modelId="{DF0857B1-5159-4EA1-A75C-54D411A8E2AB}" type="presParOf" srcId="{09D97ACC-8A26-470D-BE65-284DA472FDA6}" destId="{4BAB5512-8AC3-49FE-A861-0983EE20790D}" srcOrd="1" destOrd="0" presId="urn:microsoft.com/office/officeart/2005/8/layout/hierarchy2"/>
    <dgm:cxn modelId="{89B8A994-966F-46A9-BAE7-95138C890D6E}" type="presParOf" srcId="{2745D3F3-16C3-49CF-8BCD-4924256DE6B4}" destId="{3AAEB23C-9235-408A-9F7F-E7738A5A9D3C}" srcOrd="2" destOrd="0" presId="urn:microsoft.com/office/officeart/2005/8/layout/hierarchy2"/>
    <dgm:cxn modelId="{78731D67-7CE4-41A1-A52D-F412F67E64AD}" type="presParOf" srcId="{3AAEB23C-9235-408A-9F7F-E7738A5A9D3C}" destId="{0BC69488-1759-459E-A306-3EA59E89CDCB}" srcOrd="0" destOrd="0" presId="urn:microsoft.com/office/officeart/2005/8/layout/hierarchy2"/>
    <dgm:cxn modelId="{98F1331C-94A2-444A-80F3-47AF60AE9479}" type="presParOf" srcId="{2745D3F3-16C3-49CF-8BCD-4924256DE6B4}" destId="{6FBB39E5-4CDD-4EB0-A9BC-54088415A5FF}" srcOrd="3" destOrd="0" presId="urn:microsoft.com/office/officeart/2005/8/layout/hierarchy2"/>
    <dgm:cxn modelId="{473DFBE9-AFD6-4429-B807-8CA3046AC640}" type="presParOf" srcId="{6FBB39E5-4CDD-4EB0-A9BC-54088415A5FF}" destId="{19152831-D2FD-4205-8C31-77AB54691503}" srcOrd="0" destOrd="0" presId="urn:microsoft.com/office/officeart/2005/8/layout/hierarchy2"/>
    <dgm:cxn modelId="{22CB94BB-F8C3-4F9D-BE9C-3303185A5F70}" type="presParOf" srcId="{6FBB39E5-4CDD-4EB0-A9BC-54088415A5FF}" destId="{696170CD-E2E5-470F-98A2-00B92C24C6AD}" srcOrd="1" destOrd="0" presId="urn:microsoft.com/office/officeart/2005/8/layout/hierarchy2"/>
    <dgm:cxn modelId="{594EAA0B-9E32-4FF2-89AF-0C08AC157B0A}" type="presParOf" srcId="{2745D3F3-16C3-49CF-8BCD-4924256DE6B4}" destId="{032D94F1-D203-458C-A8B3-1668C9811933}" srcOrd="4" destOrd="0" presId="urn:microsoft.com/office/officeart/2005/8/layout/hierarchy2"/>
    <dgm:cxn modelId="{229185FC-B8AB-467E-A720-2FD4A02F239A}" type="presParOf" srcId="{032D94F1-D203-458C-A8B3-1668C9811933}" destId="{5D67B293-4FE2-42EB-95C2-628DD1A84AFE}" srcOrd="0" destOrd="0" presId="urn:microsoft.com/office/officeart/2005/8/layout/hierarchy2"/>
    <dgm:cxn modelId="{D853CAF3-3DE8-4F62-9AF7-D9D384BC7F92}" type="presParOf" srcId="{2745D3F3-16C3-49CF-8BCD-4924256DE6B4}" destId="{974C2E60-3A0D-4A00-9263-DACE8C1DA066}" srcOrd="5" destOrd="0" presId="urn:microsoft.com/office/officeart/2005/8/layout/hierarchy2"/>
    <dgm:cxn modelId="{E2689FB0-2DB4-4252-999E-154DB4DEB7B1}" type="presParOf" srcId="{974C2E60-3A0D-4A00-9263-DACE8C1DA066}" destId="{651A15E4-3885-4B24-A86A-6A626CD1F338}" srcOrd="0" destOrd="0" presId="urn:microsoft.com/office/officeart/2005/8/layout/hierarchy2"/>
    <dgm:cxn modelId="{A3D6F7B3-AB52-4FED-AF59-CC99C0C0A1F2}" type="presParOf" srcId="{974C2E60-3A0D-4A00-9263-DACE8C1DA066}" destId="{4CC30C87-DBDA-40B8-B55D-711F22E8BD26}" srcOrd="1" destOrd="0" presId="urn:microsoft.com/office/officeart/2005/8/layout/hierarchy2"/>
    <dgm:cxn modelId="{CDF73398-84AC-495F-8825-1B4489F4FCE0}" type="presParOf" srcId="{345EC569-F88B-4315-9DDD-D045589BBFEB}" destId="{C6CF05DE-413D-4341-9D2B-AB04D4D132CF}" srcOrd="2" destOrd="0" presId="urn:microsoft.com/office/officeart/2005/8/layout/hierarchy2"/>
    <dgm:cxn modelId="{29DC7A2F-4906-438F-B7F8-3E40FC24E4DA}" type="presParOf" srcId="{C6CF05DE-413D-4341-9D2B-AB04D4D132CF}" destId="{4CD2E544-475D-4E2D-9E69-52A23DDF37B8}" srcOrd="0" destOrd="0" presId="urn:microsoft.com/office/officeart/2005/8/layout/hierarchy2"/>
    <dgm:cxn modelId="{D31A6EBC-E675-4943-8366-35D2EFFEADB1}" type="presParOf" srcId="{345EC569-F88B-4315-9DDD-D045589BBFEB}" destId="{EDA1BB1D-3915-4BF9-A1DC-FB50A9462A9D}" srcOrd="3" destOrd="0" presId="urn:microsoft.com/office/officeart/2005/8/layout/hierarchy2"/>
    <dgm:cxn modelId="{D8A7DBCA-90D6-4E28-8751-998CC460F3EB}" type="presParOf" srcId="{EDA1BB1D-3915-4BF9-A1DC-FB50A9462A9D}" destId="{8AF610A3-1177-4005-8E3D-39C4EB0A6C4D}" srcOrd="0" destOrd="0" presId="urn:microsoft.com/office/officeart/2005/8/layout/hierarchy2"/>
    <dgm:cxn modelId="{FA05DF66-1208-441E-9C3B-8DB2FB3C83DF}" type="presParOf" srcId="{EDA1BB1D-3915-4BF9-A1DC-FB50A9462A9D}" destId="{693602A5-5804-4C5A-8F48-98774FBF1D44}" srcOrd="1" destOrd="0" presId="urn:microsoft.com/office/officeart/2005/8/layout/hierarchy2"/>
    <dgm:cxn modelId="{89D10D4A-10DB-4D70-A957-0A894EA253FB}" type="presParOf" srcId="{693602A5-5804-4C5A-8F48-98774FBF1D44}" destId="{4D200293-E1B4-4797-B371-06CCA5816F23}" srcOrd="0" destOrd="0" presId="urn:microsoft.com/office/officeart/2005/8/layout/hierarchy2"/>
    <dgm:cxn modelId="{C358CFDF-709D-429C-BB59-625BD4F5E5AB}" type="presParOf" srcId="{4D200293-E1B4-4797-B371-06CCA5816F23}" destId="{55862C07-996B-4389-A2A8-0C728BFFDBA8}" srcOrd="0" destOrd="0" presId="urn:microsoft.com/office/officeart/2005/8/layout/hierarchy2"/>
    <dgm:cxn modelId="{E3D79359-7B75-4FA2-9C8D-D67B50CC0315}" type="presParOf" srcId="{693602A5-5804-4C5A-8F48-98774FBF1D44}" destId="{11D5713A-37CE-400F-8861-6A1761ED83B6}" srcOrd="1" destOrd="0" presId="urn:microsoft.com/office/officeart/2005/8/layout/hierarchy2"/>
    <dgm:cxn modelId="{92E0DEC0-2CA8-4122-BA0B-C41D5A53DD7E}" type="presParOf" srcId="{11D5713A-37CE-400F-8861-6A1761ED83B6}" destId="{25E88479-DABD-433A-87D5-E1BCFE1222AB}" srcOrd="0" destOrd="0" presId="urn:microsoft.com/office/officeart/2005/8/layout/hierarchy2"/>
    <dgm:cxn modelId="{4154D1A6-A81B-497E-B2CA-7E12015F47FF}" type="presParOf" srcId="{11D5713A-37CE-400F-8861-6A1761ED83B6}" destId="{2E8B751D-028B-47C9-BE13-0E83E190A061}" srcOrd="1" destOrd="0" presId="urn:microsoft.com/office/officeart/2005/8/layout/hierarchy2"/>
    <dgm:cxn modelId="{D98A5363-A4FB-4911-9577-F8660740D0D3}" type="presParOf" srcId="{693602A5-5804-4C5A-8F48-98774FBF1D44}" destId="{E6C480CA-9AB1-4B24-9702-5A6CFB2579F0}" srcOrd="2" destOrd="0" presId="urn:microsoft.com/office/officeart/2005/8/layout/hierarchy2"/>
    <dgm:cxn modelId="{C8A6D414-1F05-4C0E-82D3-9E2665EE5849}" type="presParOf" srcId="{E6C480CA-9AB1-4B24-9702-5A6CFB2579F0}" destId="{A5E39F01-C71A-448B-BAA0-1C1A16A0D873}" srcOrd="0" destOrd="0" presId="urn:microsoft.com/office/officeart/2005/8/layout/hierarchy2"/>
    <dgm:cxn modelId="{D537038F-6ECF-41D2-A2F5-F5BCB395D2EB}" type="presParOf" srcId="{693602A5-5804-4C5A-8F48-98774FBF1D44}" destId="{4D751D98-46D9-48DE-824F-A96CDF1DF167}" srcOrd="3" destOrd="0" presId="urn:microsoft.com/office/officeart/2005/8/layout/hierarchy2"/>
    <dgm:cxn modelId="{D1F08550-4BEE-4634-AEE5-09F5C0D8B43B}" type="presParOf" srcId="{4D751D98-46D9-48DE-824F-A96CDF1DF167}" destId="{718AB36E-B20E-4430-AB55-D0DCB37D4A93}" srcOrd="0" destOrd="0" presId="urn:microsoft.com/office/officeart/2005/8/layout/hierarchy2"/>
    <dgm:cxn modelId="{97BBF8FD-B1D6-4FE2-8D81-37B00C73CE52}" type="presParOf" srcId="{4D751D98-46D9-48DE-824F-A96CDF1DF167}" destId="{E9D0C976-FFDE-409F-9F1C-F8C81D9AE44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5131F48-EDF0-41FE-B862-02DB011C733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7B2336-6947-4E96-AB12-8FB99AA75D1F}">
      <dgm:prSet phldrT="[Text]"/>
      <dgm:spPr/>
      <dgm:t>
        <a:bodyPr/>
        <a:lstStyle/>
        <a:p>
          <a:r>
            <a:rPr lang="en-US" dirty="0"/>
            <a:t>Common LLIE Metrics</a:t>
          </a:r>
        </a:p>
      </dgm:t>
    </dgm:pt>
    <dgm:pt modelId="{6CC5ED38-A16C-4A2F-ADD7-0994EED42156}" type="parTrans" cxnId="{235E6769-CDD5-476D-9E7E-140790B84F77}">
      <dgm:prSet/>
      <dgm:spPr/>
      <dgm:t>
        <a:bodyPr/>
        <a:lstStyle/>
        <a:p>
          <a:endParaRPr lang="en-US"/>
        </a:p>
      </dgm:t>
    </dgm:pt>
    <dgm:pt modelId="{2A04D0F0-3E96-4F0A-A32F-17889552533E}" type="sibTrans" cxnId="{235E6769-CDD5-476D-9E7E-140790B84F77}">
      <dgm:prSet/>
      <dgm:spPr/>
      <dgm:t>
        <a:bodyPr/>
        <a:lstStyle/>
        <a:p>
          <a:endParaRPr lang="en-US"/>
        </a:p>
      </dgm:t>
    </dgm:pt>
    <dgm:pt modelId="{116FE42B-1BDC-431E-88E3-3F078F91DAE6}">
      <dgm:prSet phldrT="[Text]"/>
      <dgm:spPr/>
      <dgm:t>
        <a:bodyPr/>
        <a:lstStyle/>
        <a:p>
          <a:r>
            <a:rPr lang="en-US" dirty="0"/>
            <a:t>Supervised</a:t>
          </a:r>
        </a:p>
      </dgm:t>
    </dgm:pt>
    <dgm:pt modelId="{0A9FD447-43DA-4AED-9861-41CF3E08E80C}" type="parTrans" cxnId="{14A36EEA-4B64-4E4E-A11F-A53191DF1D77}">
      <dgm:prSet/>
      <dgm:spPr/>
      <dgm:t>
        <a:bodyPr/>
        <a:lstStyle/>
        <a:p>
          <a:endParaRPr lang="en-US"/>
        </a:p>
      </dgm:t>
    </dgm:pt>
    <dgm:pt modelId="{15FAE6FD-B006-4CFF-82F5-62B494E5ED04}" type="sibTrans" cxnId="{14A36EEA-4B64-4E4E-A11F-A53191DF1D77}">
      <dgm:prSet/>
      <dgm:spPr/>
      <dgm:t>
        <a:bodyPr/>
        <a:lstStyle/>
        <a:p>
          <a:endParaRPr lang="en-US"/>
        </a:p>
      </dgm:t>
    </dgm:pt>
    <dgm:pt modelId="{D9161200-0317-457B-A14E-AE4A2B4BBED7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PSNR</a:t>
          </a:r>
        </a:p>
      </dgm:t>
    </dgm:pt>
    <dgm:pt modelId="{0745879F-6578-49F3-83F9-CA7A223C2B96}" type="parTrans" cxnId="{2B593F13-D4EF-4537-99A8-FB7A8DFB5696}">
      <dgm:prSet/>
      <dgm:spPr/>
      <dgm:t>
        <a:bodyPr/>
        <a:lstStyle/>
        <a:p>
          <a:endParaRPr lang="en-US"/>
        </a:p>
      </dgm:t>
    </dgm:pt>
    <dgm:pt modelId="{196DCD04-4AB8-4CB0-BE8D-E8289F9C0555}" type="sibTrans" cxnId="{2B593F13-D4EF-4537-99A8-FB7A8DFB5696}">
      <dgm:prSet/>
      <dgm:spPr/>
      <dgm:t>
        <a:bodyPr/>
        <a:lstStyle/>
        <a:p>
          <a:endParaRPr lang="en-US"/>
        </a:p>
      </dgm:t>
    </dgm:pt>
    <dgm:pt modelId="{C2E00E07-6050-45E0-9C6A-6008B0D860FC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SSIM</a:t>
          </a:r>
        </a:p>
      </dgm:t>
    </dgm:pt>
    <dgm:pt modelId="{D9BCA0A7-1EFB-4771-A654-0E384005F6DD}" type="parTrans" cxnId="{903C70F1-0E0E-4382-AEFF-4488BAB2A674}">
      <dgm:prSet/>
      <dgm:spPr/>
      <dgm:t>
        <a:bodyPr/>
        <a:lstStyle/>
        <a:p>
          <a:endParaRPr lang="en-US"/>
        </a:p>
      </dgm:t>
    </dgm:pt>
    <dgm:pt modelId="{377012FB-D1CF-4DBD-B79D-1FEBBC1B9027}" type="sibTrans" cxnId="{903C70F1-0E0E-4382-AEFF-4488BAB2A674}">
      <dgm:prSet/>
      <dgm:spPr/>
      <dgm:t>
        <a:bodyPr/>
        <a:lstStyle/>
        <a:p>
          <a:endParaRPr lang="en-US"/>
        </a:p>
      </dgm:t>
    </dgm:pt>
    <dgm:pt modelId="{4582A6EE-CCA8-4D8E-86E8-4397F51A32C8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54B2FE63-35C6-483D-9E47-FEBFB1FD09ED}" type="parTrans" cxnId="{75FFC9F0-D4EB-4ED6-9114-7CCB66ED156B}">
      <dgm:prSet/>
      <dgm:spPr/>
      <dgm:t>
        <a:bodyPr/>
        <a:lstStyle/>
        <a:p>
          <a:endParaRPr lang="en-US"/>
        </a:p>
      </dgm:t>
    </dgm:pt>
    <dgm:pt modelId="{FE108874-E259-40E8-98DB-019ABC3C9778}" type="sibTrans" cxnId="{75FFC9F0-D4EB-4ED6-9114-7CCB66ED156B}">
      <dgm:prSet/>
      <dgm:spPr/>
      <dgm:t>
        <a:bodyPr/>
        <a:lstStyle/>
        <a:p>
          <a:endParaRPr lang="en-US"/>
        </a:p>
      </dgm:t>
    </dgm:pt>
    <dgm:pt modelId="{CA4579CE-5E6C-4724-83D6-F36E6409E4F5}">
      <dgm:prSet phldrT="[Text]"/>
      <dgm:spPr/>
      <dgm:t>
        <a:bodyPr/>
        <a:lstStyle/>
        <a:p>
          <a:r>
            <a:rPr lang="en-US" dirty="0"/>
            <a:t>NIQE</a:t>
          </a:r>
        </a:p>
      </dgm:t>
    </dgm:pt>
    <dgm:pt modelId="{00CF0096-28DF-4E5C-972C-FE9682A44677}" type="parTrans" cxnId="{CEAAEB5E-1DCB-4023-BF55-78C57D54FCEA}">
      <dgm:prSet/>
      <dgm:spPr/>
      <dgm:t>
        <a:bodyPr/>
        <a:lstStyle/>
        <a:p>
          <a:endParaRPr lang="en-US"/>
        </a:p>
      </dgm:t>
    </dgm:pt>
    <dgm:pt modelId="{1DF4EE75-26E5-47C1-A4EE-3178F0573C82}" type="sibTrans" cxnId="{CEAAEB5E-1DCB-4023-BF55-78C57D54FCEA}">
      <dgm:prSet/>
      <dgm:spPr/>
      <dgm:t>
        <a:bodyPr/>
        <a:lstStyle/>
        <a:p>
          <a:endParaRPr lang="en-US"/>
        </a:p>
      </dgm:t>
    </dgm:pt>
    <dgm:pt modelId="{251880D6-1608-4432-B0C0-4185FD522939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LPIPS</a:t>
          </a:r>
        </a:p>
      </dgm:t>
    </dgm:pt>
    <dgm:pt modelId="{276A5D1E-618A-49C4-937D-0AE7CD387FEF}" type="parTrans" cxnId="{ED30C7C1-1042-42B0-83FB-96CA9A6E1F5F}">
      <dgm:prSet/>
      <dgm:spPr/>
      <dgm:t>
        <a:bodyPr/>
        <a:lstStyle/>
        <a:p>
          <a:endParaRPr lang="en-US"/>
        </a:p>
      </dgm:t>
    </dgm:pt>
    <dgm:pt modelId="{DFD87EA4-557B-483C-A333-F36E07A0EFD2}" type="sibTrans" cxnId="{ED30C7C1-1042-42B0-83FB-96CA9A6E1F5F}">
      <dgm:prSet/>
      <dgm:spPr/>
      <dgm:t>
        <a:bodyPr/>
        <a:lstStyle/>
        <a:p>
          <a:endParaRPr lang="en-US"/>
        </a:p>
      </dgm:t>
    </dgm:pt>
    <dgm:pt modelId="{D4A4F1FA-D9E6-47D8-AD6B-28C29AE98B9E}">
      <dgm:prSet phldrT="[Text]"/>
      <dgm:spPr/>
      <dgm:t>
        <a:bodyPr/>
        <a:lstStyle/>
        <a:p>
          <a:r>
            <a:rPr lang="en-US" dirty="0"/>
            <a:t>PI</a:t>
          </a:r>
        </a:p>
      </dgm:t>
    </dgm:pt>
    <dgm:pt modelId="{8C6017F0-7936-4BFF-BF75-7A1E8A467DDF}" type="parTrans" cxnId="{B2C73ED3-AE91-4D1E-AAEE-EC0652E93DC7}">
      <dgm:prSet/>
      <dgm:spPr/>
      <dgm:t>
        <a:bodyPr/>
        <a:lstStyle/>
        <a:p>
          <a:endParaRPr lang="en-US"/>
        </a:p>
      </dgm:t>
    </dgm:pt>
    <dgm:pt modelId="{574CEF30-CBFD-42F5-952B-EFD1858A554B}" type="sibTrans" cxnId="{B2C73ED3-AE91-4D1E-AAEE-EC0652E93DC7}">
      <dgm:prSet/>
      <dgm:spPr/>
      <dgm:t>
        <a:bodyPr/>
        <a:lstStyle/>
        <a:p>
          <a:endParaRPr lang="en-US"/>
        </a:p>
      </dgm:t>
    </dgm:pt>
    <dgm:pt modelId="{265056AB-7A41-4578-8D0F-D6A503DF6C70}" type="pres">
      <dgm:prSet presAssocID="{15131F48-EDF0-41FE-B862-02DB011C733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C89461E-DDFD-459D-93C5-54BB1DD6EB1E}" type="pres">
      <dgm:prSet presAssocID="{B37B2336-6947-4E96-AB12-8FB99AA75D1F}" presName="root1" presStyleCnt="0"/>
      <dgm:spPr/>
    </dgm:pt>
    <dgm:pt modelId="{F3BADE98-09EB-425E-8E92-C147940CF21D}" type="pres">
      <dgm:prSet presAssocID="{B37B2336-6947-4E96-AB12-8FB99AA75D1F}" presName="LevelOneTextNode" presStyleLbl="node0" presStyleIdx="0" presStyleCnt="1" custScaleX="173793">
        <dgm:presLayoutVars>
          <dgm:chPref val="3"/>
        </dgm:presLayoutVars>
      </dgm:prSet>
      <dgm:spPr/>
    </dgm:pt>
    <dgm:pt modelId="{345EC569-F88B-4315-9DDD-D045589BBFEB}" type="pres">
      <dgm:prSet presAssocID="{B37B2336-6947-4E96-AB12-8FB99AA75D1F}" presName="level2hierChild" presStyleCnt="0"/>
      <dgm:spPr/>
    </dgm:pt>
    <dgm:pt modelId="{3F3E3F55-94B9-40CE-8ECF-98A96F268706}" type="pres">
      <dgm:prSet presAssocID="{0A9FD447-43DA-4AED-9861-41CF3E08E80C}" presName="conn2-1" presStyleLbl="parChTrans1D2" presStyleIdx="0" presStyleCnt="2"/>
      <dgm:spPr/>
    </dgm:pt>
    <dgm:pt modelId="{AF416EC6-A9A1-4EF1-9264-C12E9B0115DA}" type="pres">
      <dgm:prSet presAssocID="{0A9FD447-43DA-4AED-9861-41CF3E08E80C}" presName="connTx" presStyleLbl="parChTrans1D2" presStyleIdx="0" presStyleCnt="2"/>
      <dgm:spPr/>
    </dgm:pt>
    <dgm:pt modelId="{140209F0-C7A2-4B64-971A-8862B1E4D68D}" type="pres">
      <dgm:prSet presAssocID="{116FE42B-1BDC-431E-88E3-3F078F91DAE6}" presName="root2" presStyleCnt="0"/>
      <dgm:spPr/>
    </dgm:pt>
    <dgm:pt modelId="{CFF61D23-EE44-4521-A35A-5F4A55535A72}" type="pres">
      <dgm:prSet presAssocID="{116FE42B-1BDC-431E-88E3-3F078F91DAE6}" presName="LevelTwoTextNode" presStyleLbl="node2" presStyleIdx="0" presStyleCnt="2">
        <dgm:presLayoutVars>
          <dgm:chPref val="3"/>
        </dgm:presLayoutVars>
      </dgm:prSet>
      <dgm:spPr/>
    </dgm:pt>
    <dgm:pt modelId="{2745D3F3-16C3-49CF-8BCD-4924256DE6B4}" type="pres">
      <dgm:prSet presAssocID="{116FE42B-1BDC-431E-88E3-3F078F91DAE6}" presName="level3hierChild" presStyleCnt="0"/>
      <dgm:spPr/>
    </dgm:pt>
    <dgm:pt modelId="{8FC55360-0BE9-4382-8631-1C515B03870C}" type="pres">
      <dgm:prSet presAssocID="{0745879F-6578-49F3-83F9-CA7A223C2B96}" presName="conn2-1" presStyleLbl="parChTrans1D3" presStyleIdx="0" presStyleCnt="5"/>
      <dgm:spPr/>
    </dgm:pt>
    <dgm:pt modelId="{15404C8A-FDD3-4627-B440-E9F8043C154B}" type="pres">
      <dgm:prSet presAssocID="{0745879F-6578-49F3-83F9-CA7A223C2B96}" presName="connTx" presStyleLbl="parChTrans1D3" presStyleIdx="0" presStyleCnt="5"/>
      <dgm:spPr/>
    </dgm:pt>
    <dgm:pt modelId="{09D97ACC-8A26-470D-BE65-284DA472FDA6}" type="pres">
      <dgm:prSet presAssocID="{D9161200-0317-457B-A14E-AE4A2B4BBED7}" presName="root2" presStyleCnt="0"/>
      <dgm:spPr/>
    </dgm:pt>
    <dgm:pt modelId="{B0C927DF-1C17-4464-8001-712C22D69E9C}" type="pres">
      <dgm:prSet presAssocID="{D9161200-0317-457B-A14E-AE4A2B4BBED7}" presName="LevelTwoTextNode" presStyleLbl="node3" presStyleIdx="0" presStyleCnt="5">
        <dgm:presLayoutVars>
          <dgm:chPref val="3"/>
        </dgm:presLayoutVars>
      </dgm:prSet>
      <dgm:spPr/>
    </dgm:pt>
    <dgm:pt modelId="{4BAB5512-8AC3-49FE-A861-0983EE20790D}" type="pres">
      <dgm:prSet presAssocID="{D9161200-0317-457B-A14E-AE4A2B4BBED7}" presName="level3hierChild" presStyleCnt="0"/>
      <dgm:spPr/>
    </dgm:pt>
    <dgm:pt modelId="{3AAEB23C-9235-408A-9F7F-E7738A5A9D3C}" type="pres">
      <dgm:prSet presAssocID="{D9BCA0A7-1EFB-4771-A654-0E384005F6DD}" presName="conn2-1" presStyleLbl="parChTrans1D3" presStyleIdx="1" presStyleCnt="5"/>
      <dgm:spPr/>
    </dgm:pt>
    <dgm:pt modelId="{0BC69488-1759-459E-A306-3EA59E89CDCB}" type="pres">
      <dgm:prSet presAssocID="{D9BCA0A7-1EFB-4771-A654-0E384005F6DD}" presName="connTx" presStyleLbl="parChTrans1D3" presStyleIdx="1" presStyleCnt="5"/>
      <dgm:spPr/>
    </dgm:pt>
    <dgm:pt modelId="{6FBB39E5-4CDD-4EB0-A9BC-54088415A5FF}" type="pres">
      <dgm:prSet presAssocID="{C2E00E07-6050-45E0-9C6A-6008B0D860FC}" presName="root2" presStyleCnt="0"/>
      <dgm:spPr/>
    </dgm:pt>
    <dgm:pt modelId="{19152831-D2FD-4205-8C31-77AB54691503}" type="pres">
      <dgm:prSet presAssocID="{C2E00E07-6050-45E0-9C6A-6008B0D860FC}" presName="LevelTwoTextNode" presStyleLbl="node3" presStyleIdx="1" presStyleCnt="5">
        <dgm:presLayoutVars>
          <dgm:chPref val="3"/>
        </dgm:presLayoutVars>
      </dgm:prSet>
      <dgm:spPr/>
    </dgm:pt>
    <dgm:pt modelId="{696170CD-E2E5-470F-98A2-00B92C24C6AD}" type="pres">
      <dgm:prSet presAssocID="{C2E00E07-6050-45E0-9C6A-6008B0D860FC}" presName="level3hierChild" presStyleCnt="0"/>
      <dgm:spPr/>
    </dgm:pt>
    <dgm:pt modelId="{032D94F1-D203-458C-A8B3-1668C9811933}" type="pres">
      <dgm:prSet presAssocID="{276A5D1E-618A-49C4-937D-0AE7CD387FEF}" presName="conn2-1" presStyleLbl="parChTrans1D3" presStyleIdx="2" presStyleCnt="5"/>
      <dgm:spPr/>
    </dgm:pt>
    <dgm:pt modelId="{5D67B293-4FE2-42EB-95C2-628DD1A84AFE}" type="pres">
      <dgm:prSet presAssocID="{276A5D1E-618A-49C4-937D-0AE7CD387FEF}" presName="connTx" presStyleLbl="parChTrans1D3" presStyleIdx="2" presStyleCnt="5"/>
      <dgm:spPr/>
    </dgm:pt>
    <dgm:pt modelId="{974C2E60-3A0D-4A00-9263-DACE8C1DA066}" type="pres">
      <dgm:prSet presAssocID="{251880D6-1608-4432-B0C0-4185FD522939}" presName="root2" presStyleCnt="0"/>
      <dgm:spPr/>
    </dgm:pt>
    <dgm:pt modelId="{651A15E4-3885-4B24-A86A-6A626CD1F338}" type="pres">
      <dgm:prSet presAssocID="{251880D6-1608-4432-B0C0-4185FD522939}" presName="LevelTwoTextNode" presStyleLbl="node3" presStyleIdx="2" presStyleCnt="5">
        <dgm:presLayoutVars>
          <dgm:chPref val="3"/>
        </dgm:presLayoutVars>
      </dgm:prSet>
      <dgm:spPr/>
    </dgm:pt>
    <dgm:pt modelId="{4CC30C87-DBDA-40B8-B55D-711F22E8BD26}" type="pres">
      <dgm:prSet presAssocID="{251880D6-1608-4432-B0C0-4185FD522939}" presName="level3hierChild" presStyleCnt="0"/>
      <dgm:spPr/>
    </dgm:pt>
    <dgm:pt modelId="{C6CF05DE-413D-4341-9D2B-AB04D4D132CF}" type="pres">
      <dgm:prSet presAssocID="{54B2FE63-35C6-483D-9E47-FEBFB1FD09ED}" presName="conn2-1" presStyleLbl="parChTrans1D2" presStyleIdx="1" presStyleCnt="2"/>
      <dgm:spPr/>
    </dgm:pt>
    <dgm:pt modelId="{4CD2E544-475D-4E2D-9E69-52A23DDF37B8}" type="pres">
      <dgm:prSet presAssocID="{54B2FE63-35C6-483D-9E47-FEBFB1FD09ED}" presName="connTx" presStyleLbl="parChTrans1D2" presStyleIdx="1" presStyleCnt="2"/>
      <dgm:spPr/>
    </dgm:pt>
    <dgm:pt modelId="{EDA1BB1D-3915-4BF9-A1DC-FB50A9462A9D}" type="pres">
      <dgm:prSet presAssocID="{4582A6EE-CCA8-4D8E-86E8-4397F51A32C8}" presName="root2" presStyleCnt="0"/>
      <dgm:spPr/>
    </dgm:pt>
    <dgm:pt modelId="{8AF610A3-1177-4005-8E3D-39C4EB0A6C4D}" type="pres">
      <dgm:prSet presAssocID="{4582A6EE-CCA8-4D8E-86E8-4397F51A32C8}" presName="LevelTwoTextNode" presStyleLbl="node2" presStyleIdx="1" presStyleCnt="2">
        <dgm:presLayoutVars>
          <dgm:chPref val="3"/>
        </dgm:presLayoutVars>
      </dgm:prSet>
      <dgm:spPr/>
    </dgm:pt>
    <dgm:pt modelId="{693602A5-5804-4C5A-8F48-98774FBF1D44}" type="pres">
      <dgm:prSet presAssocID="{4582A6EE-CCA8-4D8E-86E8-4397F51A32C8}" presName="level3hierChild" presStyleCnt="0"/>
      <dgm:spPr/>
    </dgm:pt>
    <dgm:pt modelId="{4D200293-E1B4-4797-B371-06CCA5816F23}" type="pres">
      <dgm:prSet presAssocID="{00CF0096-28DF-4E5C-972C-FE9682A44677}" presName="conn2-1" presStyleLbl="parChTrans1D3" presStyleIdx="3" presStyleCnt="5"/>
      <dgm:spPr/>
    </dgm:pt>
    <dgm:pt modelId="{55862C07-996B-4389-A2A8-0C728BFFDBA8}" type="pres">
      <dgm:prSet presAssocID="{00CF0096-28DF-4E5C-972C-FE9682A44677}" presName="connTx" presStyleLbl="parChTrans1D3" presStyleIdx="3" presStyleCnt="5"/>
      <dgm:spPr/>
    </dgm:pt>
    <dgm:pt modelId="{11D5713A-37CE-400F-8861-6A1761ED83B6}" type="pres">
      <dgm:prSet presAssocID="{CA4579CE-5E6C-4724-83D6-F36E6409E4F5}" presName="root2" presStyleCnt="0"/>
      <dgm:spPr/>
    </dgm:pt>
    <dgm:pt modelId="{25E88479-DABD-433A-87D5-E1BCFE1222AB}" type="pres">
      <dgm:prSet presAssocID="{CA4579CE-5E6C-4724-83D6-F36E6409E4F5}" presName="LevelTwoTextNode" presStyleLbl="node3" presStyleIdx="3" presStyleCnt="5">
        <dgm:presLayoutVars>
          <dgm:chPref val="3"/>
        </dgm:presLayoutVars>
      </dgm:prSet>
      <dgm:spPr/>
    </dgm:pt>
    <dgm:pt modelId="{2E8B751D-028B-47C9-BE13-0E83E190A061}" type="pres">
      <dgm:prSet presAssocID="{CA4579CE-5E6C-4724-83D6-F36E6409E4F5}" presName="level3hierChild" presStyleCnt="0"/>
      <dgm:spPr/>
    </dgm:pt>
    <dgm:pt modelId="{E6C480CA-9AB1-4B24-9702-5A6CFB2579F0}" type="pres">
      <dgm:prSet presAssocID="{8C6017F0-7936-4BFF-BF75-7A1E8A467DDF}" presName="conn2-1" presStyleLbl="parChTrans1D3" presStyleIdx="4" presStyleCnt="5"/>
      <dgm:spPr/>
    </dgm:pt>
    <dgm:pt modelId="{A5E39F01-C71A-448B-BAA0-1C1A16A0D873}" type="pres">
      <dgm:prSet presAssocID="{8C6017F0-7936-4BFF-BF75-7A1E8A467DDF}" presName="connTx" presStyleLbl="parChTrans1D3" presStyleIdx="4" presStyleCnt="5"/>
      <dgm:spPr/>
    </dgm:pt>
    <dgm:pt modelId="{4D751D98-46D9-48DE-824F-A96CDF1DF167}" type="pres">
      <dgm:prSet presAssocID="{D4A4F1FA-D9E6-47D8-AD6B-28C29AE98B9E}" presName="root2" presStyleCnt="0"/>
      <dgm:spPr/>
    </dgm:pt>
    <dgm:pt modelId="{718AB36E-B20E-4430-AB55-D0DCB37D4A93}" type="pres">
      <dgm:prSet presAssocID="{D4A4F1FA-D9E6-47D8-AD6B-28C29AE98B9E}" presName="LevelTwoTextNode" presStyleLbl="node3" presStyleIdx="4" presStyleCnt="5">
        <dgm:presLayoutVars>
          <dgm:chPref val="3"/>
        </dgm:presLayoutVars>
      </dgm:prSet>
      <dgm:spPr/>
    </dgm:pt>
    <dgm:pt modelId="{E9D0C976-FFDE-409F-9F1C-F8C81D9AE440}" type="pres">
      <dgm:prSet presAssocID="{D4A4F1FA-D9E6-47D8-AD6B-28C29AE98B9E}" presName="level3hierChild" presStyleCnt="0"/>
      <dgm:spPr/>
    </dgm:pt>
  </dgm:ptLst>
  <dgm:cxnLst>
    <dgm:cxn modelId="{09E8AF0D-E49A-4BCE-92C6-CC2C9325F32D}" type="presOf" srcId="{8C6017F0-7936-4BFF-BF75-7A1E8A467DDF}" destId="{E6C480CA-9AB1-4B24-9702-5A6CFB2579F0}" srcOrd="0" destOrd="0" presId="urn:microsoft.com/office/officeart/2005/8/layout/hierarchy2"/>
    <dgm:cxn modelId="{2B593F13-D4EF-4537-99A8-FB7A8DFB5696}" srcId="{116FE42B-1BDC-431E-88E3-3F078F91DAE6}" destId="{D9161200-0317-457B-A14E-AE4A2B4BBED7}" srcOrd="0" destOrd="0" parTransId="{0745879F-6578-49F3-83F9-CA7A223C2B96}" sibTransId="{196DCD04-4AB8-4CB0-BE8D-E8289F9C0555}"/>
    <dgm:cxn modelId="{168D842F-AB75-4992-8C07-575E17808C30}" type="presOf" srcId="{276A5D1E-618A-49C4-937D-0AE7CD387FEF}" destId="{5D67B293-4FE2-42EB-95C2-628DD1A84AFE}" srcOrd="1" destOrd="0" presId="urn:microsoft.com/office/officeart/2005/8/layout/hierarchy2"/>
    <dgm:cxn modelId="{7C790734-FE03-447A-BA3A-CDB10AD78253}" type="presOf" srcId="{C2E00E07-6050-45E0-9C6A-6008B0D860FC}" destId="{19152831-D2FD-4205-8C31-77AB54691503}" srcOrd="0" destOrd="0" presId="urn:microsoft.com/office/officeart/2005/8/layout/hierarchy2"/>
    <dgm:cxn modelId="{751CD836-02E9-4A88-BC44-BF01DC1A3550}" type="presOf" srcId="{00CF0096-28DF-4E5C-972C-FE9682A44677}" destId="{4D200293-E1B4-4797-B371-06CCA5816F23}" srcOrd="0" destOrd="0" presId="urn:microsoft.com/office/officeart/2005/8/layout/hierarchy2"/>
    <dgm:cxn modelId="{73463239-67AA-4D07-8C1B-A8A6FA9F213E}" type="presOf" srcId="{CA4579CE-5E6C-4724-83D6-F36E6409E4F5}" destId="{25E88479-DABD-433A-87D5-E1BCFE1222AB}" srcOrd="0" destOrd="0" presId="urn:microsoft.com/office/officeart/2005/8/layout/hierarchy2"/>
    <dgm:cxn modelId="{7B27C85C-3F7F-42A6-8018-89A53137772A}" type="presOf" srcId="{0745879F-6578-49F3-83F9-CA7A223C2B96}" destId="{8FC55360-0BE9-4382-8631-1C515B03870C}" srcOrd="0" destOrd="0" presId="urn:microsoft.com/office/officeart/2005/8/layout/hierarchy2"/>
    <dgm:cxn modelId="{CEAAEB5E-1DCB-4023-BF55-78C57D54FCEA}" srcId="{4582A6EE-CCA8-4D8E-86E8-4397F51A32C8}" destId="{CA4579CE-5E6C-4724-83D6-F36E6409E4F5}" srcOrd="0" destOrd="0" parTransId="{00CF0096-28DF-4E5C-972C-FE9682A44677}" sibTransId="{1DF4EE75-26E5-47C1-A4EE-3178F0573C82}"/>
    <dgm:cxn modelId="{235E6769-CDD5-476D-9E7E-140790B84F77}" srcId="{15131F48-EDF0-41FE-B862-02DB011C7337}" destId="{B37B2336-6947-4E96-AB12-8FB99AA75D1F}" srcOrd="0" destOrd="0" parTransId="{6CC5ED38-A16C-4A2F-ADD7-0994EED42156}" sibTransId="{2A04D0F0-3E96-4F0A-A32F-17889552533E}"/>
    <dgm:cxn modelId="{CB00956F-4E5E-4CFE-BEA8-8641736C2C8D}" type="presOf" srcId="{0A9FD447-43DA-4AED-9861-41CF3E08E80C}" destId="{3F3E3F55-94B9-40CE-8ECF-98A96F268706}" srcOrd="0" destOrd="0" presId="urn:microsoft.com/office/officeart/2005/8/layout/hierarchy2"/>
    <dgm:cxn modelId="{D605EC71-5CFC-401B-A0FD-A200C219AA8F}" type="presOf" srcId="{D9BCA0A7-1EFB-4771-A654-0E384005F6DD}" destId="{0BC69488-1759-459E-A306-3EA59E89CDCB}" srcOrd="1" destOrd="0" presId="urn:microsoft.com/office/officeart/2005/8/layout/hierarchy2"/>
    <dgm:cxn modelId="{0B182F72-FB8F-42A9-8C7E-9CF692C73B9F}" type="presOf" srcId="{D9161200-0317-457B-A14E-AE4A2B4BBED7}" destId="{B0C927DF-1C17-4464-8001-712C22D69E9C}" srcOrd="0" destOrd="0" presId="urn:microsoft.com/office/officeart/2005/8/layout/hierarchy2"/>
    <dgm:cxn modelId="{FA0C6181-FA29-4F35-9DC0-F28C06D5BD69}" type="presOf" srcId="{54B2FE63-35C6-483D-9E47-FEBFB1FD09ED}" destId="{4CD2E544-475D-4E2D-9E69-52A23DDF37B8}" srcOrd="1" destOrd="0" presId="urn:microsoft.com/office/officeart/2005/8/layout/hierarchy2"/>
    <dgm:cxn modelId="{6F12EE81-1EBA-4D17-8346-D9215C2D6D11}" type="presOf" srcId="{251880D6-1608-4432-B0C0-4185FD522939}" destId="{651A15E4-3885-4B24-A86A-6A626CD1F338}" srcOrd="0" destOrd="0" presId="urn:microsoft.com/office/officeart/2005/8/layout/hierarchy2"/>
    <dgm:cxn modelId="{78C7AC87-2B00-40BF-8D70-CA7EA4CC5118}" type="presOf" srcId="{276A5D1E-618A-49C4-937D-0AE7CD387FEF}" destId="{032D94F1-D203-458C-A8B3-1668C9811933}" srcOrd="0" destOrd="0" presId="urn:microsoft.com/office/officeart/2005/8/layout/hierarchy2"/>
    <dgm:cxn modelId="{E6BAFD8B-F40D-4DCA-93C6-E6579540EC8E}" type="presOf" srcId="{0A9FD447-43DA-4AED-9861-41CF3E08E80C}" destId="{AF416EC6-A9A1-4EF1-9264-C12E9B0115DA}" srcOrd="1" destOrd="0" presId="urn:microsoft.com/office/officeart/2005/8/layout/hierarchy2"/>
    <dgm:cxn modelId="{0E2838B0-3FDD-4C2A-9E7E-F8D1CC306159}" type="presOf" srcId="{54B2FE63-35C6-483D-9E47-FEBFB1FD09ED}" destId="{C6CF05DE-413D-4341-9D2B-AB04D4D132CF}" srcOrd="0" destOrd="0" presId="urn:microsoft.com/office/officeart/2005/8/layout/hierarchy2"/>
    <dgm:cxn modelId="{6847ECB6-79F6-4543-81FE-43D33F531DE0}" type="presOf" srcId="{D4A4F1FA-D9E6-47D8-AD6B-28C29AE98B9E}" destId="{718AB36E-B20E-4430-AB55-D0DCB37D4A93}" srcOrd="0" destOrd="0" presId="urn:microsoft.com/office/officeart/2005/8/layout/hierarchy2"/>
    <dgm:cxn modelId="{730FFEBB-4D07-4CEF-9FC0-10501C1EAFBA}" type="presOf" srcId="{116FE42B-1BDC-431E-88E3-3F078F91DAE6}" destId="{CFF61D23-EE44-4521-A35A-5F4A55535A72}" srcOrd="0" destOrd="0" presId="urn:microsoft.com/office/officeart/2005/8/layout/hierarchy2"/>
    <dgm:cxn modelId="{ED30C7C1-1042-42B0-83FB-96CA9A6E1F5F}" srcId="{116FE42B-1BDC-431E-88E3-3F078F91DAE6}" destId="{251880D6-1608-4432-B0C0-4185FD522939}" srcOrd="2" destOrd="0" parTransId="{276A5D1E-618A-49C4-937D-0AE7CD387FEF}" sibTransId="{DFD87EA4-557B-483C-A333-F36E07A0EFD2}"/>
    <dgm:cxn modelId="{3B4C81C7-1C9E-473D-80DA-155BBB7DC7A6}" type="presOf" srcId="{0745879F-6578-49F3-83F9-CA7A223C2B96}" destId="{15404C8A-FDD3-4627-B440-E9F8043C154B}" srcOrd="1" destOrd="0" presId="urn:microsoft.com/office/officeart/2005/8/layout/hierarchy2"/>
    <dgm:cxn modelId="{B2C73ED3-AE91-4D1E-AAEE-EC0652E93DC7}" srcId="{4582A6EE-CCA8-4D8E-86E8-4397F51A32C8}" destId="{D4A4F1FA-D9E6-47D8-AD6B-28C29AE98B9E}" srcOrd="1" destOrd="0" parTransId="{8C6017F0-7936-4BFF-BF75-7A1E8A467DDF}" sibTransId="{574CEF30-CBFD-42F5-952B-EFD1858A554B}"/>
    <dgm:cxn modelId="{C91848D7-7DF1-4CB3-813A-24A03437D0DB}" type="presOf" srcId="{B37B2336-6947-4E96-AB12-8FB99AA75D1F}" destId="{F3BADE98-09EB-425E-8E92-C147940CF21D}" srcOrd="0" destOrd="0" presId="urn:microsoft.com/office/officeart/2005/8/layout/hierarchy2"/>
    <dgm:cxn modelId="{0A9973E2-86B0-4864-B01C-BCF22DD17F46}" type="presOf" srcId="{4582A6EE-CCA8-4D8E-86E8-4397F51A32C8}" destId="{8AF610A3-1177-4005-8E3D-39C4EB0A6C4D}" srcOrd="0" destOrd="0" presId="urn:microsoft.com/office/officeart/2005/8/layout/hierarchy2"/>
    <dgm:cxn modelId="{14A36EEA-4B64-4E4E-A11F-A53191DF1D77}" srcId="{B37B2336-6947-4E96-AB12-8FB99AA75D1F}" destId="{116FE42B-1BDC-431E-88E3-3F078F91DAE6}" srcOrd="0" destOrd="0" parTransId="{0A9FD447-43DA-4AED-9861-41CF3E08E80C}" sibTransId="{15FAE6FD-B006-4CFF-82F5-62B494E5ED04}"/>
    <dgm:cxn modelId="{75FFC9F0-D4EB-4ED6-9114-7CCB66ED156B}" srcId="{B37B2336-6947-4E96-AB12-8FB99AA75D1F}" destId="{4582A6EE-CCA8-4D8E-86E8-4397F51A32C8}" srcOrd="1" destOrd="0" parTransId="{54B2FE63-35C6-483D-9E47-FEBFB1FD09ED}" sibTransId="{FE108874-E259-40E8-98DB-019ABC3C9778}"/>
    <dgm:cxn modelId="{903C70F1-0E0E-4382-AEFF-4488BAB2A674}" srcId="{116FE42B-1BDC-431E-88E3-3F078F91DAE6}" destId="{C2E00E07-6050-45E0-9C6A-6008B0D860FC}" srcOrd="1" destOrd="0" parTransId="{D9BCA0A7-1EFB-4771-A654-0E384005F6DD}" sibTransId="{377012FB-D1CF-4DBD-B79D-1FEBBC1B9027}"/>
    <dgm:cxn modelId="{501410F5-8F30-40D0-B12D-072C1EABAEFB}" type="presOf" srcId="{D9BCA0A7-1EFB-4771-A654-0E384005F6DD}" destId="{3AAEB23C-9235-408A-9F7F-E7738A5A9D3C}" srcOrd="0" destOrd="0" presId="urn:microsoft.com/office/officeart/2005/8/layout/hierarchy2"/>
    <dgm:cxn modelId="{418116F6-D40F-46AC-9ED9-6C1F76E544C7}" type="presOf" srcId="{8C6017F0-7936-4BFF-BF75-7A1E8A467DDF}" destId="{A5E39F01-C71A-448B-BAA0-1C1A16A0D873}" srcOrd="1" destOrd="0" presId="urn:microsoft.com/office/officeart/2005/8/layout/hierarchy2"/>
    <dgm:cxn modelId="{D5192DF9-DCDF-4C56-94E5-BEB61B76384F}" type="presOf" srcId="{15131F48-EDF0-41FE-B862-02DB011C7337}" destId="{265056AB-7A41-4578-8D0F-D6A503DF6C70}" srcOrd="0" destOrd="0" presId="urn:microsoft.com/office/officeart/2005/8/layout/hierarchy2"/>
    <dgm:cxn modelId="{980F87FB-BA60-435A-A508-48461560724B}" type="presOf" srcId="{00CF0096-28DF-4E5C-972C-FE9682A44677}" destId="{55862C07-996B-4389-A2A8-0C728BFFDBA8}" srcOrd="1" destOrd="0" presId="urn:microsoft.com/office/officeart/2005/8/layout/hierarchy2"/>
    <dgm:cxn modelId="{D4B4010A-6B68-479F-BFA5-C320461F003B}" type="presParOf" srcId="{265056AB-7A41-4578-8D0F-D6A503DF6C70}" destId="{9C89461E-DDFD-459D-93C5-54BB1DD6EB1E}" srcOrd="0" destOrd="0" presId="urn:microsoft.com/office/officeart/2005/8/layout/hierarchy2"/>
    <dgm:cxn modelId="{4570FD46-FA51-4EB1-A4CF-DE04428DFC01}" type="presParOf" srcId="{9C89461E-DDFD-459D-93C5-54BB1DD6EB1E}" destId="{F3BADE98-09EB-425E-8E92-C147940CF21D}" srcOrd="0" destOrd="0" presId="urn:microsoft.com/office/officeart/2005/8/layout/hierarchy2"/>
    <dgm:cxn modelId="{76A3FEF9-A93A-4F60-9BD4-E2A32959346B}" type="presParOf" srcId="{9C89461E-DDFD-459D-93C5-54BB1DD6EB1E}" destId="{345EC569-F88B-4315-9DDD-D045589BBFEB}" srcOrd="1" destOrd="0" presId="urn:microsoft.com/office/officeart/2005/8/layout/hierarchy2"/>
    <dgm:cxn modelId="{2CE17E3A-1E3A-4125-A945-D6CE7B0C473D}" type="presParOf" srcId="{345EC569-F88B-4315-9DDD-D045589BBFEB}" destId="{3F3E3F55-94B9-40CE-8ECF-98A96F268706}" srcOrd="0" destOrd="0" presId="urn:microsoft.com/office/officeart/2005/8/layout/hierarchy2"/>
    <dgm:cxn modelId="{78E9888B-4FB2-4CDB-84E3-432E9C63CE0A}" type="presParOf" srcId="{3F3E3F55-94B9-40CE-8ECF-98A96F268706}" destId="{AF416EC6-A9A1-4EF1-9264-C12E9B0115DA}" srcOrd="0" destOrd="0" presId="urn:microsoft.com/office/officeart/2005/8/layout/hierarchy2"/>
    <dgm:cxn modelId="{67278792-7CCC-4A27-8169-5B8A3875F984}" type="presParOf" srcId="{345EC569-F88B-4315-9DDD-D045589BBFEB}" destId="{140209F0-C7A2-4B64-971A-8862B1E4D68D}" srcOrd="1" destOrd="0" presId="urn:microsoft.com/office/officeart/2005/8/layout/hierarchy2"/>
    <dgm:cxn modelId="{A961C566-0492-4426-A1EE-E3619585FE1F}" type="presParOf" srcId="{140209F0-C7A2-4B64-971A-8862B1E4D68D}" destId="{CFF61D23-EE44-4521-A35A-5F4A55535A72}" srcOrd="0" destOrd="0" presId="urn:microsoft.com/office/officeart/2005/8/layout/hierarchy2"/>
    <dgm:cxn modelId="{6C527F9A-1C4B-427A-8010-E0BCF052272B}" type="presParOf" srcId="{140209F0-C7A2-4B64-971A-8862B1E4D68D}" destId="{2745D3F3-16C3-49CF-8BCD-4924256DE6B4}" srcOrd="1" destOrd="0" presId="urn:microsoft.com/office/officeart/2005/8/layout/hierarchy2"/>
    <dgm:cxn modelId="{EDD96DB6-6910-4CE8-94C2-6028831FD6AA}" type="presParOf" srcId="{2745D3F3-16C3-49CF-8BCD-4924256DE6B4}" destId="{8FC55360-0BE9-4382-8631-1C515B03870C}" srcOrd="0" destOrd="0" presId="urn:microsoft.com/office/officeart/2005/8/layout/hierarchy2"/>
    <dgm:cxn modelId="{94A9E9B2-B148-43B2-8299-89B07BD5CE85}" type="presParOf" srcId="{8FC55360-0BE9-4382-8631-1C515B03870C}" destId="{15404C8A-FDD3-4627-B440-E9F8043C154B}" srcOrd="0" destOrd="0" presId="urn:microsoft.com/office/officeart/2005/8/layout/hierarchy2"/>
    <dgm:cxn modelId="{FF7F415A-1B42-41BA-8730-51655D5DFE69}" type="presParOf" srcId="{2745D3F3-16C3-49CF-8BCD-4924256DE6B4}" destId="{09D97ACC-8A26-470D-BE65-284DA472FDA6}" srcOrd="1" destOrd="0" presId="urn:microsoft.com/office/officeart/2005/8/layout/hierarchy2"/>
    <dgm:cxn modelId="{D00863D0-1EF6-4940-8074-2DDE0139F0FF}" type="presParOf" srcId="{09D97ACC-8A26-470D-BE65-284DA472FDA6}" destId="{B0C927DF-1C17-4464-8001-712C22D69E9C}" srcOrd="0" destOrd="0" presId="urn:microsoft.com/office/officeart/2005/8/layout/hierarchy2"/>
    <dgm:cxn modelId="{DF0857B1-5159-4EA1-A75C-54D411A8E2AB}" type="presParOf" srcId="{09D97ACC-8A26-470D-BE65-284DA472FDA6}" destId="{4BAB5512-8AC3-49FE-A861-0983EE20790D}" srcOrd="1" destOrd="0" presId="urn:microsoft.com/office/officeart/2005/8/layout/hierarchy2"/>
    <dgm:cxn modelId="{89B8A994-966F-46A9-BAE7-95138C890D6E}" type="presParOf" srcId="{2745D3F3-16C3-49CF-8BCD-4924256DE6B4}" destId="{3AAEB23C-9235-408A-9F7F-E7738A5A9D3C}" srcOrd="2" destOrd="0" presId="urn:microsoft.com/office/officeart/2005/8/layout/hierarchy2"/>
    <dgm:cxn modelId="{78731D67-7CE4-41A1-A52D-F412F67E64AD}" type="presParOf" srcId="{3AAEB23C-9235-408A-9F7F-E7738A5A9D3C}" destId="{0BC69488-1759-459E-A306-3EA59E89CDCB}" srcOrd="0" destOrd="0" presId="urn:microsoft.com/office/officeart/2005/8/layout/hierarchy2"/>
    <dgm:cxn modelId="{98F1331C-94A2-444A-80F3-47AF60AE9479}" type="presParOf" srcId="{2745D3F3-16C3-49CF-8BCD-4924256DE6B4}" destId="{6FBB39E5-4CDD-4EB0-A9BC-54088415A5FF}" srcOrd="3" destOrd="0" presId="urn:microsoft.com/office/officeart/2005/8/layout/hierarchy2"/>
    <dgm:cxn modelId="{473DFBE9-AFD6-4429-B807-8CA3046AC640}" type="presParOf" srcId="{6FBB39E5-4CDD-4EB0-A9BC-54088415A5FF}" destId="{19152831-D2FD-4205-8C31-77AB54691503}" srcOrd="0" destOrd="0" presId="urn:microsoft.com/office/officeart/2005/8/layout/hierarchy2"/>
    <dgm:cxn modelId="{22CB94BB-F8C3-4F9D-BE9C-3303185A5F70}" type="presParOf" srcId="{6FBB39E5-4CDD-4EB0-A9BC-54088415A5FF}" destId="{696170CD-E2E5-470F-98A2-00B92C24C6AD}" srcOrd="1" destOrd="0" presId="urn:microsoft.com/office/officeart/2005/8/layout/hierarchy2"/>
    <dgm:cxn modelId="{594EAA0B-9E32-4FF2-89AF-0C08AC157B0A}" type="presParOf" srcId="{2745D3F3-16C3-49CF-8BCD-4924256DE6B4}" destId="{032D94F1-D203-458C-A8B3-1668C9811933}" srcOrd="4" destOrd="0" presId="urn:microsoft.com/office/officeart/2005/8/layout/hierarchy2"/>
    <dgm:cxn modelId="{229185FC-B8AB-467E-A720-2FD4A02F239A}" type="presParOf" srcId="{032D94F1-D203-458C-A8B3-1668C9811933}" destId="{5D67B293-4FE2-42EB-95C2-628DD1A84AFE}" srcOrd="0" destOrd="0" presId="urn:microsoft.com/office/officeart/2005/8/layout/hierarchy2"/>
    <dgm:cxn modelId="{D853CAF3-3DE8-4F62-9AF7-D9D384BC7F92}" type="presParOf" srcId="{2745D3F3-16C3-49CF-8BCD-4924256DE6B4}" destId="{974C2E60-3A0D-4A00-9263-DACE8C1DA066}" srcOrd="5" destOrd="0" presId="urn:microsoft.com/office/officeart/2005/8/layout/hierarchy2"/>
    <dgm:cxn modelId="{E2689FB0-2DB4-4252-999E-154DB4DEB7B1}" type="presParOf" srcId="{974C2E60-3A0D-4A00-9263-DACE8C1DA066}" destId="{651A15E4-3885-4B24-A86A-6A626CD1F338}" srcOrd="0" destOrd="0" presId="urn:microsoft.com/office/officeart/2005/8/layout/hierarchy2"/>
    <dgm:cxn modelId="{A3D6F7B3-AB52-4FED-AF59-CC99C0C0A1F2}" type="presParOf" srcId="{974C2E60-3A0D-4A00-9263-DACE8C1DA066}" destId="{4CC30C87-DBDA-40B8-B55D-711F22E8BD26}" srcOrd="1" destOrd="0" presId="urn:microsoft.com/office/officeart/2005/8/layout/hierarchy2"/>
    <dgm:cxn modelId="{CDF73398-84AC-495F-8825-1B4489F4FCE0}" type="presParOf" srcId="{345EC569-F88B-4315-9DDD-D045589BBFEB}" destId="{C6CF05DE-413D-4341-9D2B-AB04D4D132CF}" srcOrd="2" destOrd="0" presId="urn:microsoft.com/office/officeart/2005/8/layout/hierarchy2"/>
    <dgm:cxn modelId="{29DC7A2F-4906-438F-B7F8-3E40FC24E4DA}" type="presParOf" srcId="{C6CF05DE-413D-4341-9D2B-AB04D4D132CF}" destId="{4CD2E544-475D-4E2D-9E69-52A23DDF37B8}" srcOrd="0" destOrd="0" presId="urn:microsoft.com/office/officeart/2005/8/layout/hierarchy2"/>
    <dgm:cxn modelId="{D31A6EBC-E675-4943-8366-35D2EFFEADB1}" type="presParOf" srcId="{345EC569-F88B-4315-9DDD-D045589BBFEB}" destId="{EDA1BB1D-3915-4BF9-A1DC-FB50A9462A9D}" srcOrd="3" destOrd="0" presId="urn:microsoft.com/office/officeart/2005/8/layout/hierarchy2"/>
    <dgm:cxn modelId="{D8A7DBCA-90D6-4E28-8751-998CC460F3EB}" type="presParOf" srcId="{EDA1BB1D-3915-4BF9-A1DC-FB50A9462A9D}" destId="{8AF610A3-1177-4005-8E3D-39C4EB0A6C4D}" srcOrd="0" destOrd="0" presId="urn:microsoft.com/office/officeart/2005/8/layout/hierarchy2"/>
    <dgm:cxn modelId="{FA05DF66-1208-441E-9C3B-8DB2FB3C83DF}" type="presParOf" srcId="{EDA1BB1D-3915-4BF9-A1DC-FB50A9462A9D}" destId="{693602A5-5804-4C5A-8F48-98774FBF1D44}" srcOrd="1" destOrd="0" presId="urn:microsoft.com/office/officeart/2005/8/layout/hierarchy2"/>
    <dgm:cxn modelId="{89D10D4A-10DB-4D70-A957-0A894EA253FB}" type="presParOf" srcId="{693602A5-5804-4C5A-8F48-98774FBF1D44}" destId="{4D200293-E1B4-4797-B371-06CCA5816F23}" srcOrd="0" destOrd="0" presId="urn:microsoft.com/office/officeart/2005/8/layout/hierarchy2"/>
    <dgm:cxn modelId="{C358CFDF-709D-429C-BB59-625BD4F5E5AB}" type="presParOf" srcId="{4D200293-E1B4-4797-B371-06CCA5816F23}" destId="{55862C07-996B-4389-A2A8-0C728BFFDBA8}" srcOrd="0" destOrd="0" presId="urn:microsoft.com/office/officeart/2005/8/layout/hierarchy2"/>
    <dgm:cxn modelId="{E3D79359-7B75-4FA2-9C8D-D67B50CC0315}" type="presParOf" srcId="{693602A5-5804-4C5A-8F48-98774FBF1D44}" destId="{11D5713A-37CE-400F-8861-6A1761ED83B6}" srcOrd="1" destOrd="0" presId="urn:microsoft.com/office/officeart/2005/8/layout/hierarchy2"/>
    <dgm:cxn modelId="{92E0DEC0-2CA8-4122-BA0B-C41D5A53DD7E}" type="presParOf" srcId="{11D5713A-37CE-400F-8861-6A1761ED83B6}" destId="{25E88479-DABD-433A-87D5-E1BCFE1222AB}" srcOrd="0" destOrd="0" presId="urn:microsoft.com/office/officeart/2005/8/layout/hierarchy2"/>
    <dgm:cxn modelId="{4154D1A6-A81B-497E-B2CA-7E12015F47FF}" type="presParOf" srcId="{11D5713A-37CE-400F-8861-6A1761ED83B6}" destId="{2E8B751D-028B-47C9-BE13-0E83E190A061}" srcOrd="1" destOrd="0" presId="urn:microsoft.com/office/officeart/2005/8/layout/hierarchy2"/>
    <dgm:cxn modelId="{D98A5363-A4FB-4911-9577-F8660740D0D3}" type="presParOf" srcId="{693602A5-5804-4C5A-8F48-98774FBF1D44}" destId="{E6C480CA-9AB1-4B24-9702-5A6CFB2579F0}" srcOrd="2" destOrd="0" presId="urn:microsoft.com/office/officeart/2005/8/layout/hierarchy2"/>
    <dgm:cxn modelId="{C8A6D414-1F05-4C0E-82D3-9E2665EE5849}" type="presParOf" srcId="{E6C480CA-9AB1-4B24-9702-5A6CFB2579F0}" destId="{A5E39F01-C71A-448B-BAA0-1C1A16A0D873}" srcOrd="0" destOrd="0" presId="urn:microsoft.com/office/officeart/2005/8/layout/hierarchy2"/>
    <dgm:cxn modelId="{D537038F-6ECF-41D2-A2F5-F5BCB395D2EB}" type="presParOf" srcId="{693602A5-5804-4C5A-8F48-98774FBF1D44}" destId="{4D751D98-46D9-48DE-824F-A96CDF1DF167}" srcOrd="3" destOrd="0" presId="urn:microsoft.com/office/officeart/2005/8/layout/hierarchy2"/>
    <dgm:cxn modelId="{D1F08550-4BEE-4634-AEE5-09F5C0D8B43B}" type="presParOf" srcId="{4D751D98-46D9-48DE-824F-A96CDF1DF167}" destId="{718AB36E-B20E-4430-AB55-D0DCB37D4A93}" srcOrd="0" destOrd="0" presId="urn:microsoft.com/office/officeart/2005/8/layout/hierarchy2"/>
    <dgm:cxn modelId="{97BBF8FD-B1D6-4FE2-8D81-37B00C73CE52}" type="presParOf" srcId="{4D751D98-46D9-48DE-824F-A96CDF1DF167}" destId="{E9D0C976-FFDE-409F-9F1C-F8C81D9AE44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5131F48-EDF0-41FE-B862-02DB011C733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7B2336-6947-4E96-AB12-8FB99AA75D1F}">
      <dgm:prSet phldrT="[Text]"/>
      <dgm:spPr/>
      <dgm:t>
        <a:bodyPr/>
        <a:lstStyle/>
        <a:p>
          <a:r>
            <a:rPr lang="en-US" dirty="0"/>
            <a:t>Common LLIE Metrics</a:t>
          </a:r>
        </a:p>
      </dgm:t>
    </dgm:pt>
    <dgm:pt modelId="{6CC5ED38-A16C-4A2F-ADD7-0994EED42156}" type="parTrans" cxnId="{235E6769-CDD5-476D-9E7E-140790B84F77}">
      <dgm:prSet/>
      <dgm:spPr/>
      <dgm:t>
        <a:bodyPr/>
        <a:lstStyle/>
        <a:p>
          <a:endParaRPr lang="en-US"/>
        </a:p>
      </dgm:t>
    </dgm:pt>
    <dgm:pt modelId="{2A04D0F0-3E96-4F0A-A32F-17889552533E}" type="sibTrans" cxnId="{235E6769-CDD5-476D-9E7E-140790B84F77}">
      <dgm:prSet/>
      <dgm:spPr/>
      <dgm:t>
        <a:bodyPr/>
        <a:lstStyle/>
        <a:p>
          <a:endParaRPr lang="en-US"/>
        </a:p>
      </dgm:t>
    </dgm:pt>
    <dgm:pt modelId="{116FE42B-1BDC-431E-88E3-3F078F91DAE6}">
      <dgm:prSet phldrT="[Text]"/>
      <dgm:spPr/>
      <dgm:t>
        <a:bodyPr/>
        <a:lstStyle/>
        <a:p>
          <a:r>
            <a:rPr lang="en-US" dirty="0"/>
            <a:t>Supervised</a:t>
          </a:r>
        </a:p>
      </dgm:t>
    </dgm:pt>
    <dgm:pt modelId="{0A9FD447-43DA-4AED-9861-41CF3E08E80C}" type="parTrans" cxnId="{14A36EEA-4B64-4E4E-A11F-A53191DF1D77}">
      <dgm:prSet/>
      <dgm:spPr/>
      <dgm:t>
        <a:bodyPr/>
        <a:lstStyle/>
        <a:p>
          <a:endParaRPr lang="en-US"/>
        </a:p>
      </dgm:t>
    </dgm:pt>
    <dgm:pt modelId="{15FAE6FD-B006-4CFF-82F5-62B494E5ED04}" type="sibTrans" cxnId="{14A36EEA-4B64-4E4E-A11F-A53191DF1D77}">
      <dgm:prSet/>
      <dgm:spPr/>
      <dgm:t>
        <a:bodyPr/>
        <a:lstStyle/>
        <a:p>
          <a:endParaRPr lang="en-US"/>
        </a:p>
      </dgm:t>
    </dgm:pt>
    <dgm:pt modelId="{D9161200-0317-457B-A14E-AE4A2B4BBED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PSNR</a:t>
          </a:r>
        </a:p>
      </dgm:t>
    </dgm:pt>
    <dgm:pt modelId="{0745879F-6578-49F3-83F9-CA7A223C2B96}" type="parTrans" cxnId="{2B593F13-D4EF-4537-99A8-FB7A8DFB5696}">
      <dgm:prSet/>
      <dgm:spPr/>
      <dgm:t>
        <a:bodyPr/>
        <a:lstStyle/>
        <a:p>
          <a:endParaRPr lang="en-US"/>
        </a:p>
      </dgm:t>
    </dgm:pt>
    <dgm:pt modelId="{196DCD04-4AB8-4CB0-BE8D-E8289F9C0555}" type="sibTrans" cxnId="{2B593F13-D4EF-4537-99A8-FB7A8DFB5696}">
      <dgm:prSet/>
      <dgm:spPr/>
      <dgm:t>
        <a:bodyPr/>
        <a:lstStyle/>
        <a:p>
          <a:endParaRPr lang="en-US"/>
        </a:p>
      </dgm:t>
    </dgm:pt>
    <dgm:pt modelId="{C2E00E07-6050-45E0-9C6A-6008B0D860FC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SSIM</a:t>
          </a:r>
        </a:p>
      </dgm:t>
    </dgm:pt>
    <dgm:pt modelId="{D9BCA0A7-1EFB-4771-A654-0E384005F6DD}" type="parTrans" cxnId="{903C70F1-0E0E-4382-AEFF-4488BAB2A674}">
      <dgm:prSet/>
      <dgm:spPr/>
      <dgm:t>
        <a:bodyPr/>
        <a:lstStyle/>
        <a:p>
          <a:endParaRPr lang="en-US"/>
        </a:p>
      </dgm:t>
    </dgm:pt>
    <dgm:pt modelId="{377012FB-D1CF-4DBD-B79D-1FEBBC1B9027}" type="sibTrans" cxnId="{903C70F1-0E0E-4382-AEFF-4488BAB2A674}">
      <dgm:prSet/>
      <dgm:spPr/>
      <dgm:t>
        <a:bodyPr/>
        <a:lstStyle/>
        <a:p>
          <a:endParaRPr lang="en-US"/>
        </a:p>
      </dgm:t>
    </dgm:pt>
    <dgm:pt modelId="{4582A6EE-CCA8-4D8E-86E8-4397F51A32C8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54B2FE63-35C6-483D-9E47-FEBFB1FD09ED}" type="parTrans" cxnId="{75FFC9F0-D4EB-4ED6-9114-7CCB66ED156B}">
      <dgm:prSet/>
      <dgm:spPr/>
      <dgm:t>
        <a:bodyPr/>
        <a:lstStyle/>
        <a:p>
          <a:endParaRPr lang="en-US"/>
        </a:p>
      </dgm:t>
    </dgm:pt>
    <dgm:pt modelId="{FE108874-E259-40E8-98DB-019ABC3C9778}" type="sibTrans" cxnId="{75FFC9F0-D4EB-4ED6-9114-7CCB66ED156B}">
      <dgm:prSet/>
      <dgm:spPr/>
      <dgm:t>
        <a:bodyPr/>
        <a:lstStyle/>
        <a:p>
          <a:endParaRPr lang="en-US"/>
        </a:p>
      </dgm:t>
    </dgm:pt>
    <dgm:pt modelId="{CA4579CE-5E6C-4724-83D6-F36E6409E4F5}">
      <dgm:prSet phldrT="[Text]"/>
      <dgm:spPr/>
      <dgm:t>
        <a:bodyPr/>
        <a:lstStyle/>
        <a:p>
          <a:r>
            <a:rPr lang="en-US" dirty="0"/>
            <a:t>NIQE</a:t>
          </a:r>
        </a:p>
      </dgm:t>
    </dgm:pt>
    <dgm:pt modelId="{00CF0096-28DF-4E5C-972C-FE9682A44677}" type="parTrans" cxnId="{CEAAEB5E-1DCB-4023-BF55-78C57D54FCEA}">
      <dgm:prSet/>
      <dgm:spPr/>
      <dgm:t>
        <a:bodyPr/>
        <a:lstStyle/>
        <a:p>
          <a:endParaRPr lang="en-US"/>
        </a:p>
      </dgm:t>
    </dgm:pt>
    <dgm:pt modelId="{1DF4EE75-26E5-47C1-A4EE-3178F0573C82}" type="sibTrans" cxnId="{CEAAEB5E-1DCB-4023-BF55-78C57D54FCEA}">
      <dgm:prSet/>
      <dgm:spPr/>
      <dgm:t>
        <a:bodyPr/>
        <a:lstStyle/>
        <a:p>
          <a:endParaRPr lang="en-US"/>
        </a:p>
      </dgm:t>
    </dgm:pt>
    <dgm:pt modelId="{251880D6-1608-4432-B0C0-4185FD522939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LPIPS</a:t>
          </a:r>
        </a:p>
      </dgm:t>
    </dgm:pt>
    <dgm:pt modelId="{276A5D1E-618A-49C4-937D-0AE7CD387FEF}" type="parTrans" cxnId="{ED30C7C1-1042-42B0-83FB-96CA9A6E1F5F}">
      <dgm:prSet/>
      <dgm:spPr/>
      <dgm:t>
        <a:bodyPr/>
        <a:lstStyle/>
        <a:p>
          <a:endParaRPr lang="en-US"/>
        </a:p>
      </dgm:t>
    </dgm:pt>
    <dgm:pt modelId="{DFD87EA4-557B-483C-A333-F36E07A0EFD2}" type="sibTrans" cxnId="{ED30C7C1-1042-42B0-83FB-96CA9A6E1F5F}">
      <dgm:prSet/>
      <dgm:spPr/>
      <dgm:t>
        <a:bodyPr/>
        <a:lstStyle/>
        <a:p>
          <a:endParaRPr lang="en-US"/>
        </a:p>
      </dgm:t>
    </dgm:pt>
    <dgm:pt modelId="{D4A4F1FA-D9E6-47D8-AD6B-28C29AE98B9E}">
      <dgm:prSet phldrT="[Text]"/>
      <dgm:spPr/>
      <dgm:t>
        <a:bodyPr/>
        <a:lstStyle/>
        <a:p>
          <a:r>
            <a:rPr lang="en-US" dirty="0"/>
            <a:t>PI</a:t>
          </a:r>
        </a:p>
      </dgm:t>
    </dgm:pt>
    <dgm:pt modelId="{8C6017F0-7936-4BFF-BF75-7A1E8A467DDF}" type="parTrans" cxnId="{B2C73ED3-AE91-4D1E-AAEE-EC0652E93DC7}">
      <dgm:prSet/>
      <dgm:spPr/>
      <dgm:t>
        <a:bodyPr/>
        <a:lstStyle/>
        <a:p>
          <a:endParaRPr lang="en-US"/>
        </a:p>
      </dgm:t>
    </dgm:pt>
    <dgm:pt modelId="{574CEF30-CBFD-42F5-952B-EFD1858A554B}" type="sibTrans" cxnId="{B2C73ED3-AE91-4D1E-AAEE-EC0652E93DC7}">
      <dgm:prSet/>
      <dgm:spPr/>
      <dgm:t>
        <a:bodyPr/>
        <a:lstStyle/>
        <a:p>
          <a:endParaRPr lang="en-US"/>
        </a:p>
      </dgm:t>
    </dgm:pt>
    <dgm:pt modelId="{265056AB-7A41-4578-8D0F-D6A503DF6C70}" type="pres">
      <dgm:prSet presAssocID="{15131F48-EDF0-41FE-B862-02DB011C733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C89461E-DDFD-459D-93C5-54BB1DD6EB1E}" type="pres">
      <dgm:prSet presAssocID="{B37B2336-6947-4E96-AB12-8FB99AA75D1F}" presName="root1" presStyleCnt="0"/>
      <dgm:spPr/>
    </dgm:pt>
    <dgm:pt modelId="{F3BADE98-09EB-425E-8E92-C147940CF21D}" type="pres">
      <dgm:prSet presAssocID="{B37B2336-6947-4E96-AB12-8FB99AA75D1F}" presName="LevelOneTextNode" presStyleLbl="node0" presStyleIdx="0" presStyleCnt="1" custScaleX="173793">
        <dgm:presLayoutVars>
          <dgm:chPref val="3"/>
        </dgm:presLayoutVars>
      </dgm:prSet>
      <dgm:spPr/>
    </dgm:pt>
    <dgm:pt modelId="{345EC569-F88B-4315-9DDD-D045589BBFEB}" type="pres">
      <dgm:prSet presAssocID="{B37B2336-6947-4E96-AB12-8FB99AA75D1F}" presName="level2hierChild" presStyleCnt="0"/>
      <dgm:spPr/>
    </dgm:pt>
    <dgm:pt modelId="{3F3E3F55-94B9-40CE-8ECF-98A96F268706}" type="pres">
      <dgm:prSet presAssocID="{0A9FD447-43DA-4AED-9861-41CF3E08E80C}" presName="conn2-1" presStyleLbl="parChTrans1D2" presStyleIdx="0" presStyleCnt="2"/>
      <dgm:spPr/>
    </dgm:pt>
    <dgm:pt modelId="{AF416EC6-A9A1-4EF1-9264-C12E9B0115DA}" type="pres">
      <dgm:prSet presAssocID="{0A9FD447-43DA-4AED-9861-41CF3E08E80C}" presName="connTx" presStyleLbl="parChTrans1D2" presStyleIdx="0" presStyleCnt="2"/>
      <dgm:spPr/>
    </dgm:pt>
    <dgm:pt modelId="{140209F0-C7A2-4B64-971A-8862B1E4D68D}" type="pres">
      <dgm:prSet presAssocID="{116FE42B-1BDC-431E-88E3-3F078F91DAE6}" presName="root2" presStyleCnt="0"/>
      <dgm:spPr/>
    </dgm:pt>
    <dgm:pt modelId="{CFF61D23-EE44-4521-A35A-5F4A55535A72}" type="pres">
      <dgm:prSet presAssocID="{116FE42B-1BDC-431E-88E3-3F078F91DAE6}" presName="LevelTwoTextNode" presStyleLbl="node2" presStyleIdx="0" presStyleCnt="2">
        <dgm:presLayoutVars>
          <dgm:chPref val="3"/>
        </dgm:presLayoutVars>
      </dgm:prSet>
      <dgm:spPr/>
    </dgm:pt>
    <dgm:pt modelId="{2745D3F3-16C3-49CF-8BCD-4924256DE6B4}" type="pres">
      <dgm:prSet presAssocID="{116FE42B-1BDC-431E-88E3-3F078F91DAE6}" presName="level3hierChild" presStyleCnt="0"/>
      <dgm:spPr/>
    </dgm:pt>
    <dgm:pt modelId="{8FC55360-0BE9-4382-8631-1C515B03870C}" type="pres">
      <dgm:prSet presAssocID="{0745879F-6578-49F3-83F9-CA7A223C2B96}" presName="conn2-1" presStyleLbl="parChTrans1D3" presStyleIdx="0" presStyleCnt="5"/>
      <dgm:spPr/>
    </dgm:pt>
    <dgm:pt modelId="{15404C8A-FDD3-4627-B440-E9F8043C154B}" type="pres">
      <dgm:prSet presAssocID="{0745879F-6578-49F3-83F9-CA7A223C2B96}" presName="connTx" presStyleLbl="parChTrans1D3" presStyleIdx="0" presStyleCnt="5"/>
      <dgm:spPr/>
    </dgm:pt>
    <dgm:pt modelId="{09D97ACC-8A26-470D-BE65-284DA472FDA6}" type="pres">
      <dgm:prSet presAssocID="{D9161200-0317-457B-A14E-AE4A2B4BBED7}" presName="root2" presStyleCnt="0"/>
      <dgm:spPr/>
    </dgm:pt>
    <dgm:pt modelId="{B0C927DF-1C17-4464-8001-712C22D69E9C}" type="pres">
      <dgm:prSet presAssocID="{D9161200-0317-457B-A14E-AE4A2B4BBED7}" presName="LevelTwoTextNode" presStyleLbl="node3" presStyleIdx="0" presStyleCnt="5">
        <dgm:presLayoutVars>
          <dgm:chPref val="3"/>
        </dgm:presLayoutVars>
      </dgm:prSet>
      <dgm:spPr/>
    </dgm:pt>
    <dgm:pt modelId="{4BAB5512-8AC3-49FE-A861-0983EE20790D}" type="pres">
      <dgm:prSet presAssocID="{D9161200-0317-457B-A14E-AE4A2B4BBED7}" presName="level3hierChild" presStyleCnt="0"/>
      <dgm:spPr/>
    </dgm:pt>
    <dgm:pt modelId="{3AAEB23C-9235-408A-9F7F-E7738A5A9D3C}" type="pres">
      <dgm:prSet presAssocID="{D9BCA0A7-1EFB-4771-A654-0E384005F6DD}" presName="conn2-1" presStyleLbl="parChTrans1D3" presStyleIdx="1" presStyleCnt="5"/>
      <dgm:spPr/>
    </dgm:pt>
    <dgm:pt modelId="{0BC69488-1759-459E-A306-3EA59E89CDCB}" type="pres">
      <dgm:prSet presAssocID="{D9BCA0A7-1EFB-4771-A654-0E384005F6DD}" presName="connTx" presStyleLbl="parChTrans1D3" presStyleIdx="1" presStyleCnt="5"/>
      <dgm:spPr/>
    </dgm:pt>
    <dgm:pt modelId="{6FBB39E5-4CDD-4EB0-A9BC-54088415A5FF}" type="pres">
      <dgm:prSet presAssocID="{C2E00E07-6050-45E0-9C6A-6008B0D860FC}" presName="root2" presStyleCnt="0"/>
      <dgm:spPr/>
    </dgm:pt>
    <dgm:pt modelId="{19152831-D2FD-4205-8C31-77AB54691503}" type="pres">
      <dgm:prSet presAssocID="{C2E00E07-6050-45E0-9C6A-6008B0D860FC}" presName="LevelTwoTextNode" presStyleLbl="node3" presStyleIdx="1" presStyleCnt="5">
        <dgm:presLayoutVars>
          <dgm:chPref val="3"/>
        </dgm:presLayoutVars>
      </dgm:prSet>
      <dgm:spPr/>
    </dgm:pt>
    <dgm:pt modelId="{696170CD-E2E5-470F-98A2-00B92C24C6AD}" type="pres">
      <dgm:prSet presAssocID="{C2E00E07-6050-45E0-9C6A-6008B0D860FC}" presName="level3hierChild" presStyleCnt="0"/>
      <dgm:spPr/>
    </dgm:pt>
    <dgm:pt modelId="{032D94F1-D203-458C-A8B3-1668C9811933}" type="pres">
      <dgm:prSet presAssocID="{276A5D1E-618A-49C4-937D-0AE7CD387FEF}" presName="conn2-1" presStyleLbl="parChTrans1D3" presStyleIdx="2" presStyleCnt="5"/>
      <dgm:spPr/>
    </dgm:pt>
    <dgm:pt modelId="{5D67B293-4FE2-42EB-95C2-628DD1A84AFE}" type="pres">
      <dgm:prSet presAssocID="{276A5D1E-618A-49C4-937D-0AE7CD387FEF}" presName="connTx" presStyleLbl="parChTrans1D3" presStyleIdx="2" presStyleCnt="5"/>
      <dgm:spPr/>
    </dgm:pt>
    <dgm:pt modelId="{974C2E60-3A0D-4A00-9263-DACE8C1DA066}" type="pres">
      <dgm:prSet presAssocID="{251880D6-1608-4432-B0C0-4185FD522939}" presName="root2" presStyleCnt="0"/>
      <dgm:spPr/>
    </dgm:pt>
    <dgm:pt modelId="{651A15E4-3885-4B24-A86A-6A626CD1F338}" type="pres">
      <dgm:prSet presAssocID="{251880D6-1608-4432-B0C0-4185FD522939}" presName="LevelTwoTextNode" presStyleLbl="node3" presStyleIdx="2" presStyleCnt="5">
        <dgm:presLayoutVars>
          <dgm:chPref val="3"/>
        </dgm:presLayoutVars>
      </dgm:prSet>
      <dgm:spPr/>
    </dgm:pt>
    <dgm:pt modelId="{4CC30C87-DBDA-40B8-B55D-711F22E8BD26}" type="pres">
      <dgm:prSet presAssocID="{251880D6-1608-4432-B0C0-4185FD522939}" presName="level3hierChild" presStyleCnt="0"/>
      <dgm:spPr/>
    </dgm:pt>
    <dgm:pt modelId="{C6CF05DE-413D-4341-9D2B-AB04D4D132CF}" type="pres">
      <dgm:prSet presAssocID="{54B2FE63-35C6-483D-9E47-FEBFB1FD09ED}" presName="conn2-1" presStyleLbl="parChTrans1D2" presStyleIdx="1" presStyleCnt="2"/>
      <dgm:spPr/>
    </dgm:pt>
    <dgm:pt modelId="{4CD2E544-475D-4E2D-9E69-52A23DDF37B8}" type="pres">
      <dgm:prSet presAssocID="{54B2FE63-35C6-483D-9E47-FEBFB1FD09ED}" presName="connTx" presStyleLbl="parChTrans1D2" presStyleIdx="1" presStyleCnt="2"/>
      <dgm:spPr/>
    </dgm:pt>
    <dgm:pt modelId="{EDA1BB1D-3915-4BF9-A1DC-FB50A9462A9D}" type="pres">
      <dgm:prSet presAssocID="{4582A6EE-CCA8-4D8E-86E8-4397F51A32C8}" presName="root2" presStyleCnt="0"/>
      <dgm:spPr/>
    </dgm:pt>
    <dgm:pt modelId="{8AF610A3-1177-4005-8E3D-39C4EB0A6C4D}" type="pres">
      <dgm:prSet presAssocID="{4582A6EE-CCA8-4D8E-86E8-4397F51A32C8}" presName="LevelTwoTextNode" presStyleLbl="node2" presStyleIdx="1" presStyleCnt="2">
        <dgm:presLayoutVars>
          <dgm:chPref val="3"/>
        </dgm:presLayoutVars>
      </dgm:prSet>
      <dgm:spPr/>
    </dgm:pt>
    <dgm:pt modelId="{693602A5-5804-4C5A-8F48-98774FBF1D44}" type="pres">
      <dgm:prSet presAssocID="{4582A6EE-CCA8-4D8E-86E8-4397F51A32C8}" presName="level3hierChild" presStyleCnt="0"/>
      <dgm:spPr/>
    </dgm:pt>
    <dgm:pt modelId="{4D200293-E1B4-4797-B371-06CCA5816F23}" type="pres">
      <dgm:prSet presAssocID="{00CF0096-28DF-4E5C-972C-FE9682A44677}" presName="conn2-1" presStyleLbl="parChTrans1D3" presStyleIdx="3" presStyleCnt="5"/>
      <dgm:spPr/>
    </dgm:pt>
    <dgm:pt modelId="{55862C07-996B-4389-A2A8-0C728BFFDBA8}" type="pres">
      <dgm:prSet presAssocID="{00CF0096-28DF-4E5C-972C-FE9682A44677}" presName="connTx" presStyleLbl="parChTrans1D3" presStyleIdx="3" presStyleCnt="5"/>
      <dgm:spPr/>
    </dgm:pt>
    <dgm:pt modelId="{11D5713A-37CE-400F-8861-6A1761ED83B6}" type="pres">
      <dgm:prSet presAssocID="{CA4579CE-5E6C-4724-83D6-F36E6409E4F5}" presName="root2" presStyleCnt="0"/>
      <dgm:spPr/>
    </dgm:pt>
    <dgm:pt modelId="{25E88479-DABD-433A-87D5-E1BCFE1222AB}" type="pres">
      <dgm:prSet presAssocID="{CA4579CE-5E6C-4724-83D6-F36E6409E4F5}" presName="LevelTwoTextNode" presStyleLbl="node3" presStyleIdx="3" presStyleCnt="5">
        <dgm:presLayoutVars>
          <dgm:chPref val="3"/>
        </dgm:presLayoutVars>
      </dgm:prSet>
      <dgm:spPr/>
    </dgm:pt>
    <dgm:pt modelId="{2E8B751D-028B-47C9-BE13-0E83E190A061}" type="pres">
      <dgm:prSet presAssocID="{CA4579CE-5E6C-4724-83D6-F36E6409E4F5}" presName="level3hierChild" presStyleCnt="0"/>
      <dgm:spPr/>
    </dgm:pt>
    <dgm:pt modelId="{E6C480CA-9AB1-4B24-9702-5A6CFB2579F0}" type="pres">
      <dgm:prSet presAssocID="{8C6017F0-7936-4BFF-BF75-7A1E8A467DDF}" presName="conn2-1" presStyleLbl="parChTrans1D3" presStyleIdx="4" presStyleCnt="5"/>
      <dgm:spPr/>
    </dgm:pt>
    <dgm:pt modelId="{A5E39F01-C71A-448B-BAA0-1C1A16A0D873}" type="pres">
      <dgm:prSet presAssocID="{8C6017F0-7936-4BFF-BF75-7A1E8A467DDF}" presName="connTx" presStyleLbl="parChTrans1D3" presStyleIdx="4" presStyleCnt="5"/>
      <dgm:spPr/>
    </dgm:pt>
    <dgm:pt modelId="{4D751D98-46D9-48DE-824F-A96CDF1DF167}" type="pres">
      <dgm:prSet presAssocID="{D4A4F1FA-D9E6-47D8-AD6B-28C29AE98B9E}" presName="root2" presStyleCnt="0"/>
      <dgm:spPr/>
    </dgm:pt>
    <dgm:pt modelId="{718AB36E-B20E-4430-AB55-D0DCB37D4A93}" type="pres">
      <dgm:prSet presAssocID="{D4A4F1FA-D9E6-47D8-AD6B-28C29AE98B9E}" presName="LevelTwoTextNode" presStyleLbl="node3" presStyleIdx="4" presStyleCnt="5">
        <dgm:presLayoutVars>
          <dgm:chPref val="3"/>
        </dgm:presLayoutVars>
      </dgm:prSet>
      <dgm:spPr/>
    </dgm:pt>
    <dgm:pt modelId="{E9D0C976-FFDE-409F-9F1C-F8C81D9AE440}" type="pres">
      <dgm:prSet presAssocID="{D4A4F1FA-D9E6-47D8-AD6B-28C29AE98B9E}" presName="level3hierChild" presStyleCnt="0"/>
      <dgm:spPr/>
    </dgm:pt>
  </dgm:ptLst>
  <dgm:cxnLst>
    <dgm:cxn modelId="{09E8AF0D-E49A-4BCE-92C6-CC2C9325F32D}" type="presOf" srcId="{8C6017F0-7936-4BFF-BF75-7A1E8A467DDF}" destId="{E6C480CA-9AB1-4B24-9702-5A6CFB2579F0}" srcOrd="0" destOrd="0" presId="urn:microsoft.com/office/officeart/2005/8/layout/hierarchy2"/>
    <dgm:cxn modelId="{2B593F13-D4EF-4537-99A8-FB7A8DFB5696}" srcId="{116FE42B-1BDC-431E-88E3-3F078F91DAE6}" destId="{D9161200-0317-457B-A14E-AE4A2B4BBED7}" srcOrd="0" destOrd="0" parTransId="{0745879F-6578-49F3-83F9-CA7A223C2B96}" sibTransId="{196DCD04-4AB8-4CB0-BE8D-E8289F9C0555}"/>
    <dgm:cxn modelId="{168D842F-AB75-4992-8C07-575E17808C30}" type="presOf" srcId="{276A5D1E-618A-49C4-937D-0AE7CD387FEF}" destId="{5D67B293-4FE2-42EB-95C2-628DD1A84AFE}" srcOrd="1" destOrd="0" presId="urn:microsoft.com/office/officeart/2005/8/layout/hierarchy2"/>
    <dgm:cxn modelId="{7C790734-FE03-447A-BA3A-CDB10AD78253}" type="presOf" srcId="{C2E00E07-6050-45E0-9C6A-6008B0D860FC}" destId="{19152831-D2FD-4205-8C31-77AB54691503}" srcOrd="0" destOrd="0" presId="urn:microsoft.com/office/officeart/2005/8/layout/hierarchy2"/>
    <dgm:cxn modelId="{751CD836-02E9-4A88-BC44-BF01DC1A3550}" type="presOf" srcId="{00CF0096-28DF-4E5C-972C-FE9682A44677}" destId="{4D200293-E1B4-4797-B371-06CCA5816F23}" srcOrd="0" destOrd="0" presId="urn:microsoft.com/office/officeart/2005/8/layout/hierarchy2"/>
    <dgm:cxn modelId="{73463239-67AA-4D07-8C1B-A8A6FA9F213E}" type="presOf" srcId="{CA4579CE-5E6C-4724-83D6-F36E6409E4F5}" destId="{25E88479-DABD-433A-87D5-E1BCFE1222AB}" srcOrd="0" destOrd="0" presId="urn:microsoft.com/office/officeart/2005/8/layout/hierarchy2"/>
    <dgm:cxn modelId="{7B27C85C-3F7F-42A6-8018-89A53137772A}" type="presOf" srcId="{0745879F-6578-49F3-83F9-CA7A223C2B96}" destId="{8FC55360-0BE9-4382-8631-1C515B03870C}" srcOrd="0" destOrd="0" presId="urn:microsoft.com/office/officeart/2005/8/layout/hierarchy2"/>
    <dgm:cxn modelId="{CEAAEB5E-1DCB-4023-BF55-78C57D54FCEA}" srcId="{4582A6EE-CCA8-4D8E-86E8-4397F51A32C8}" destId="{CA4579CE-5E6C-4724-83D6-F36E6409E4F5}" srcOrd="0" destOrd="0" parTransId="{00CF0096-28DF-4E5C-972C-FE9682A44677}" sibTransId="{1DF4EE75-26E5-47C1-A4EE-3178F0573C82}"/>
    <dgm:cxn modelId="{235E6769-CDD5-476D-9E7E-140790B84F77}" srcId="{15131F48-EDF0-41FE-B862-02DB011C7337}" destId="{B37B2336-6947-4E96-AB12-8FB99AA75D1F}" srcOrd="0" destOrd="0" parTransId="{6CC5ED38-A16C-4A2F-ADD7-0994EED42156}" sibTransId="{2A04D0F0-3E96-4F0A-A32F-17889552533E}"/>
    <dgm:cxn modelId="{CB00956F-4E5E-4CFE-BEA8-8641736C2C8D}" type="presOf" srcId="{0A9FD447-43DA-4AED-9861-41CF3E08E80C}" destId="{3F3E3F55-94B9-40CE-8ECF-98A96F268706}" srcOrd="0" destOrd="0" presId="urn:microsoft.com/office/officeart/2005/8/layout/hierarchy2"/>
    <dgm:cxn modelId="{D605EC71-5CFC-401B-A0FD-A200C219AA8F}" type="presOf" srcId="{D9BCA0A7-1EFB-4771-A654-0E384005F6DD}" destId="{0BC69488-1759-459E-A306-3EA59E89CDCB}" srcOrd="1" destOrd="0" presId="urn:microsoft.com/office/officeart/2005/8/layout/hierarchy2"/>
    <dgm:cxn modelId="{0B182F72-FB8F-42A9-8C7E-9CF692C73B9F}" type="presOf" srcId="{D9161200-0317-457B-A14E-AE4A2B4BBED7}" destId="{B0C927DF-1C17-4464-8001-712C22D69E9C}" srcOrd="0" destOrd="0" presId="urn:microsoft.com/office/officeart/2005/8/layout/hierarchy2"/>
    <dgm:cxn modelId="{FA0C6181-FA29-4F35-9DC0-F28C06D5BD69}" type="presOf" srcId="{54B2FE63-35C6-483D-9E47-FEBFB1FD09ED}" destId="{4CD2E544-475D-4E2D-9E69-52A23DDF37B8}" srcOrd="1" destOrd="0" presId="urn:microsoft.com/office/officeart/2005/8/layout/hierarchy2"/>
    <dgm:cxn modelId="{6F12EE81-1EBA-4D17-8346-D9215C2D6D11}" type="presOf" srcId="{251880D6-1608-4432-B0C0-4185FD522939}" destId="{651A15E4-3885-4B24-A86A-6A626CD1F338}" srcOrd="0" destOrd="0" presId="urn:microsoft.com/office/officeart/2005/8/layout/hierarchy2"/>
    <dgm:cxn modelId="{78C7AC87-2B00-40BF-8D70-CA7EA4CC5118}" type="presOf" srcId="{276A5D1E-618A-49C4-937D-0AE7CD387FEF}" destId="{032D94F1-D203-458C-A8B3-1668C9811933}" srcOrd="0" destOrd="0" presId="urn:microsoft.com/office/officeart/2005/8/layout/hierarchy2"/>
    <dgm:cxn modelId="{E6BAFD8B-F40D-4DCA-93C6-E6579540EC8E}" type="presOf" srcId="{0A9FD447-43DA-4AED-9861-41CF3E08E80C}" destId="{AF416EC6-A9A1-4EF1-9264-C12E9B0115DA}" srcOrd="1" destOrd="0" presId="urn:microsoft.com/office/officeart/2005/8/layout/hierarchy2"/>
    <dgm:cxn modelId="{0E2838B0-3FDD-4C2A-9E7E-F8D1CC306159}" type="presOf" srcId="{54B2FE63-35C6-483D-9E47-FEBFB1FD09ED}" destId="{C6CF05DE-413D-4341-9D2B-AB04D4D132CF}" srcOrd="0" destOrd="0" presId="urn:microsoft.com/office/officeart/2005/8/layout/hierarchy2"/>
    <dgm:cxn modelId="{6847ECB6-79F6-4543-81FE-43D33F531DE0}" type="presOf" srcId="{D4A4F1FA-D9E6-47D8-AD6B-28C29AE98B9E}" destId="{718AB36E-B20E-4430-AB55-D0DCB37D4A93}" srcOrd="0" destOrd="0" presId="urn:microsoft.com/office/officeart/2005/8/layout/hierarchy2"/>
    <dgm:cxn modelId="{730FFEBB-4D07-4CEF-9FC0-10501C1EAFBA}" type="presOf" srcId="{116FE42B-1BDC-431E-88E3-3F078F91DAE6}" destId="{CFF61D23-EE44-4521-A35A-5F4A55535A72}" srcOrd="0" destOrd="0" presId="urn:microsoft.com/office/officeart/2005/8/layout/hierarchy2"/>
    <dgm:cxn modelId="{ED30C7C1-1042-42B0-83FB-96CA9A6E1F5F}" srcId="{116FE42B-1BDC-431E-88E3-3F078F91DAE6}" destId="{251880D6-1608-4432-B0C0-4185FD522939}" srcOrd="2" destOrd="0" parTransId="{276A5D1E-618A-49C4-937D-0AE7CD387FEF}" sibTransId="{DFD87EA4-557B-483C-A333-F36E07A0EFD2}"/>
    <dgm:cxn modelId="{3B4C81C7-1C9E-473D-80DA-155BBB7DC7A6}" type="presOf" srcId="{0745879F-6578-49F3-83F9-CA7A223C2B96}" destId="{15404C8A-FDD3-4627-B440-E9F8043C154B}" srcOrd="1" destOrd="0" presId="urn:microsoft.com/office/officeart/2005/8/layout/hierarchy2"/>
    <dgm:cxn modelId="{B2C73ED3-AE91-4D1E-AAEE-EC0652E93DC7}" srcId="{4582A6EE-CCA8-4D8E-86E8-4397F51A32C8}" destId="{D4A4F1FA-D9E6-47D8-AD6B-28C29AE98B9E}" srcOrd="1" destOrd="0" parTransId="{8C6017F0-7936-4BFF-BF75-7A1E8A467DDF}" sibTransId="{574CEF30-CBFD-42F5-952B-EFD1858A554B}"/>
    <dgm:cxn modelId="{C91848D7-7DF1-4CB3-813A-24A03437D0DB}" type="presOf" srcId="{B37B2336-6947-4E96-AB12-8FB99AA75D1F}" destId="{F3BADE98-09EB-425E-8E92-C147940CF21D}" srcOrd="0" destOrd="0" presId="urn:microsoft.com/office/officeart/2005/8/layout/hierarchy2"/>
    <dgm:cxn modelId="{0A9973E2-86B0-4864-B01C-BCF22DD17F46}" type="presOf" srcId="{4582A6EE-CCA8-4D8E-86E8-4397F51A32C8}" destId="{8AF610A3-1177-4005-8E3D-39C4EB0A6C4D}" srcOrd="0" destOrd="0" presId="urn:microsoft.com/office/officeart/2005/8/layout/hierarchy2"/>
    <dgm:cxn modelId="{14A36EEA-4B64-4E4E-A11F-A53191DF1D77}" srcId="{B37B2336-6947-4E96-AB12-8FB99AA75D1F}" destId="{116FE42B-1BDC-431E-88E3-3F078F91DAE6}" srcOrd="0" destOrd="0" parTransId="{0A9FD447-43DA-4AED-9861-41CF3E08E80C}" sibTransId="{15FAE6FD-B006-4CFF-82F5-62B494E5ED04}"/>
    <dgm:cxn modelId="{75FFC9F0-D4EB-4ED6-9114-7CCB66ED156B}" srcId="{B37B2336-6947-4E96-AB12-8FB99AA75D1F}" destId="{4582A6EE-CCA8-4D8E-86E8-4397F51A32C8}" srcOrd="1" destOrd="0" parTransId="{54B2FE63-35C6-483D-9E47-FEBFB1FD09ED}" sibTransId="{FE108874-E259-40E8-98DB-019ABC3C9778}"/>
    <dgm:cxn modelId="{903C70F1-0E0E-4382-AEFF-4488BAB2A674}" srcId="{116FE42B-1BDC-431E-88E3-3F078F91DAE6}" destId="{C2E00E07-6050-45E0-9C6A-6008B0D860FC}" srcOrd="1" destOrd="0" parTransId="{D9BCA0A7-1EFB-4771-A654-0E384005F6DD}" sibTransId="{377012FB-D1CF-4DBD-B79D-1FEBBC1B9027}"/>
    <dgm:cxn modelId="{501410F5-8F30-40D0-B12D-072C1EABAEFB}" type="presOf" srcId="{D9BCA0A7-1EFB-4771-A654-0E384005F6DD}" destId="{3AAEB23C-9235-408A-9F7F-E7738A5A9D3C}" srcOrd="0" destOrd="0" presId="urn:microsoft.com/office/officeart/2005/8/layout/hierarchy2"/>
    <dgm:cxn modelId="{418116F6-D40F-46AC-9ED9-6C1F76E544C7}" type="presOf" srcId="{8C6017F0-7936-4BFF-BF75-7A1E8A467DDF}" destId="{A5E39F01-C71A-448B-BAA0-1C1A16A0D873}" srcOrd="1" destOrd="0" presId="urn:microsoft.com/office/officeart/2005/8/layout/hierarchy2"/>
    <dgm:cxn modelId="{D5192DF9-DCDF-4C56-94E5-BEB61B76384F}" type="presOf" srcId="{15131F48-EDF0-41FE-B862-02DB011C7337}" destId="{265056AB-7A41-4578-8D0F-D6A503DF6C70}" srcOrd="0" destOrd="0" presId="urn:microsoft.com/office/officeart/2005/8/layout/hierarchy2"/>
    <dgm:cxn modelId="{980F87FB-BA60-435A-A508-48461560724B}" type="presOf" srcId="{00CF0096-28DF-4E5C-972C-FE9682A44677}" destId="{55862C07-996B-4389-A2A8-0C728BFFDBA8}" srcOrd="1" destOrd="0" presId="urn:microsoft.com/office/officeart/2005/8/layout/hierarchy2"/>
    <dgm:cxn modelId="{D4B4010A-6B68-479F-BFA5-C320461F003B}" type="presParOf" srcId="{265056AB-7A41-4578-8D0F-D6A503DF6C70}" destId="{9C89461E-DDFD-459D-93C5-54BB1DD6EB1E}" srcOrd="0" destOrd="0" presId="urn:microsoft.com/office/officeart/2005/8/layout/hierarchy2"/>
    <dgm:cxn modelId="{4570FD46-FA51-4EB1-A4CF-DE04428DFC01}" type="presParOf" srcId="{9C89461E-DDFD-459D-93C5-54BB1DD6EB1E}" destId="{F3BADE98-09EB-425E-8E92-C147940CF21D}" srcOrd="0" destOrd="0" presId="urn:microsoft.com/office/officeart/2005/8/layout/hierarchy2"/>
    <dgm:cxn modelId="{76A3FEF9-A93A-4F60-9BD4-E2A32959346B}" type="presParOf" srcId="{9C89461E-DDFD-459D-93C5-54BB1DD6EB1E}" destId="{345EC569-F88B-4315-9DDD-D045589BBFEB}" srcOrd="1" destOrd="0" presId="urn:microsoft.com/office/officeart/2005/8/layout/hierarchy2"/>
    <dgm:cxn modelId="{2CE17E3A-1E3A-4125-A945-D6CE7B0C473D}" type="presParOf" srcId="{345EC569-F88B-4315-9DDD-D045589BBFEB}" destId="{3F3E3F55-94B9-40CE-8ECF-98A96F268706}" srcOrd="0" destOrd="0" presId="urn:microsoft.com/office/officeart/2005/8/layout/hierarchy2"/>
    <dgm:cxn modelId="{78E9888B-4FB2-4CDB-84E3-432E9C63CE0A}" type="presParOf" srcId="{3F3E3F55-94B9-40CE-8ECF-98A96F268706}" destId="{AF416EC6-A9A1-4EF1-9264-C12E9B0115DA}" srcOrd="0" destOrd="0" presId="urn:microsoft.com/office/officeart/2005/8/layout/hierarchy2"/>
    <dgm:cxn modelId="{67278792-7CCC-4A27-8169-5B8A3875F984}" type="presParOf" srcId="{345EC569-F88B-4315-9DDD-D045589BBFEB}" destId="{140209F0-C7A2-4B64-971A-8862B1E4D68D}" srcOrd="1" destOrd="0" presId="urn:microsoft.com/office/officeart/2005/8/layout/hierarchy2"/>
    <dgm:cxn modelId="{A961C566-0492-4426-A1EE-E3619585FE1F}" type="presParOf" srcId="{140209F0-C7A2-4B64-971A-8862B1E4D68D}" destId="{CFF61D23-EE44-4521-A35A-5F4A55535A72}" srcOrd="0" destOrd="0" presId="urn:microsoft.com/office/officeart/2005/8/layout/hierarchy2"/>
    <dgm:cxn modelId="{6C527F9A-1C4B-427A-8010-E0BCF052272B}" type="presParOf" srcId="{140209F0-C7A2-4B64-971A-8862B1E4D68D}" destId="{2745D3F3-16C3-49CF-8BCD-4924256DE6B4}" srcOrd="1" destOrd="0" presId="urn:microsoft.com/office/officeart/2005/8/layout/hierarchy2"/>
    <dgm:cxn modelId="{EDD96DB6-6910-4CE8-94C2-6028831FD6AA}" type="presParOf" srcId="{2745D3F3-16C3-49CF-8BCD-4924256DE6B4}" destId="{8FC55360-0BE9-4382-8631-1C515B03870C}" srcOrd="0" destOrd="0" presId="urn:microsoft.com/office/officeart/2005/8/layout/hierarchy2"/>
    <dgm:cxn modelId="{94A9E9B2-B148-43B2-8299-89B07BD5CE85}" type="presParOf" srcId="{8FC55360-0BE9-4382-8631-1C515B03870C}" destId="{15404C8A-FDD3-4627-B440-E9F8043C154B}" srcOrd="0" destOrd="0" presId="urn:microsoft.com/office/officeart/2005/8/layout/hierarchy2"/>
    <dgm:cxn modelId="{FF7F415A-1B42-41BA-8730-51655D5DFE69}" type="presParOf" srcId="{2745D3F3-16C3-49CF-8BCD-4924256DE6B4}" destId="{09D97ACC-8A26-470D-BE65-284DA472FDA6}" srcOrd="1" destOrd="0" presId="urn:microsoft.com/office/officeart/2005/8/layout/hierarchy2"/>
    <dgm:cxn modelId="{D00863D0-1EF6-4940-8074-2DDE0139F0FF}" type="presParOf" srcId="{09D97ACC-8A26-470D-BE65-284DA472FDA6}" destId="{B0C927DF-1C17-4464-8001-712C22D69E9C}" srcOrd="0" destOrd="0" presId="urn:microsoft.com/office/officeart/2005/8/layout/hierarchy2"/>
    <dgm:cxn modelId="{DF0857B1-5159-4EA1-A75C-54D411A8E2AB}" type="presParOf" srcId="{09D97ACC-8A26-470D-BE65-284DA472FDA6}" destId="{4BAB5512-8AC3-49FE-A861-0983EE20790D}" srcOrd="1" destOrd="0" presId="urn:microsoft.com/office/officeart/2005/8/layout/hierarchy2"/>
    <dgm:cxn modelId="{89B8A994-966F-46A9-BAE7-95138C890D6E}" type="presParOf" srcId="{2745D3F3-16C3-49CF-8BCD-4924256DE6B4}" destId="{3AAEB23C-9235-408A-9F7F-E7738A5A9D3C}" srcOrd="2" destOrd="0" presId="urn:microsoft.com/office/officeart/2005/8/layout/hierarchy2"/>
    <dgm:cxn modelId="{78731D67-7CE4-41A1-A52D-F412F67E64AD}" type="presParOf" srcId="{3AAEB23C-9235-408A-9F7F-E7738A5A9D3C}" destId="{0BC69488-1759-459E-A306-3EA59E89CDCB}" srcOrd="0" destOrd="0" presId="urn:microsoft.com/office/officeart/2005/8/layout/hierarchy2"/>
    <dgm:cxn modelId="{98F1331C-94A2-444A-80F3-47AF60AE9479}" type="presParOf" srcId="{2745D3F3-16C3-49CF-8BCD-4924256DE6B4}" destId="{6FBB39E5-4CDD-4EB0-A9BC-54088415A5FF}" srcOrd="3" destOrd="0" presId="urn:microsoft.com/office/officeart/2005/8/layout/hierarchy2"/>
    <dgm:cxn modelId="{473DFBE9-AFD6-4429-B807-8CA3046AC640}" type="presParOf" srcId="{6FBB39E5-4CDD-4EB0-A9BC-54088415A5FF}" destId="{19152831-D2FD-4205-8C31-77AB54691503}" srcOrd="0" destOrd="0" presId="urn:microsoft.com/office/officeart/2005/8/layout/hierarchy2"/>
    <dgm:cxn modelId="{22CB94BB-F8C3-4F9D-BE9C-3303185A5F70}" type="presParOf" srcId="{6FBB39E5-4CDD-4EB0-A9BC-54088415A5FF}" destId="{696170CD-E2E5-470F-98A2-00B92C24C6AD}" srcOrd="1" destOrd="0" presId="urn:microsoft.com/office/officeart/2005/8/layout/hierarchy2"/>
    <dgm:cxn modelId="{594EAA0B-9E32-4FF2-89AF-0C08AC157B0A}" type="presParOf" srcId="{2745D3F3-16C3-49CF-8BCD-4924256DE6B4}" destId="{032D94F1-D203-458C-A8B3-1668C9811933}" srcOrd="4" destOrd="0" presId="urn:microsoft.com/office/officeart/2005/8/layout/hierarchy2"/>
    <dgm:cxn modelId="{229185FC-B8AB-467E-A720-2FD4A02F239A}" type="presParOf" srcId="{032D94F1-D203-458C-A8B3-1668C9811933}" destId="{5D67B293-4FE2-42EB-95C2-628DD1A84AFE}" srcOrd="0" destOrd="0" presId="urn:microsoft.com/office/officeart/2005/8/layout/hierarchy2"/>
    <dgm:cxn modelId="{D853CAF3-3DE8-4F62-9AF7-D9D384BC7F92}" type="presParOf" srcId="{2745D3F3-16C3-49CF-8BCD-4924256DE6B4}" destId="{974C2E60-3A0D-4A00-9263-DACE8C1DA066}" srcOrd="5" destOrd="0" presId="urn:microsoft.com/office/officeart/2005/8/layout/hierarchy2"/>
    <dgm:cxn modelId="{E2689FB0-2DB4-4252-999E-154DB4DEB7B1}" type="presParOf" srcId="{974C2E60-3A0D-4A00-9263-DACE8C1DA066}" destId="{651A15E4-3885-4B24-A86A-6A626CD1F338}" srcOrd="0" destOrd="0" presId="urn:microsoft.com/office/officeart/2005/8/layout/hierarchy2"/>
    <dgm:cxn modelId="{A3D6F7B3-AB52-4FED-AF59-CC99C0C0A1F2}" type="presParOf" srcId="{974C2E60-3A0D-4A00-9263-DACE8C1DA066}" destId="{4CC30C87-DBDA-40B8-B55D-711F22E8BD26}" srcOrd="1" destOrd="0" presId="urn:microsoft.com/office/officeart/2005/8/layout/hierarchy2"/>
    <dgm:cxn modelId="{CDF73398-84AC-495F-8825-1B4489F4FCE0}" type="presParOf" srcId="{345EC569-F88B-4315-9DDD-D045589BBFEB}" destId="{C6CF05DE-413D-4341-9D2B-AB04D4D132CF}" srcOrd="2" destOrd="0" presId="urn:microsoft.com/office/officeart/2005/8/layout/hierarchy2"/>
    <dgm:cxn modelId="{29DC7A2F-4906-438F-B7F8-3E40FC24E4DA}" type="presParOf" srcId="{C6CF05DE-413D-4341-9D2B-AB04D4D132CF}" destId="{4CD2E544-475D-4E2D-9E69-52A23DDF37B8}" srcOrd="0" destOrd="0" presId="urn:microsoft.com/office/officeart/2005/8/layout/hierarchy2"/>
    <dgm:cxn modelId="{D31A6EBC-E675-4943-8366-35D2EFFEADB1}" type="presParOf" srcId="{345EC569-F88B-4315-9DDD-D045589BBFEB}" destId="{EDA1BB1D-3915-4BF9-A1DC-FB50A9462A9D}" srcOrd="3" destOrd="0" presId="urn:microsoft.com/office/officeart/2005/8/layout/hierarchy2"/>
    <dgm:cxn modelId="{D8A7DBCA-90D6-4E28-8751-998CC460F3EB}" type="presParOf" srcId="{EDA1BB1D-3915-4BF9-A1DC-FB50A9462A9D}" destId="{8AF610A3-1177-4005-8E3D-39C4EB0A6C4D}" srcOrd="0" destOrd="0" presId="urn:microsoft.com/office/officeart/2005/8/layout/hierarchy2"/>
    <dgm:cxn modelId="{FA05DF66-1208-441E-9C3B-8DB2FB3C83DF}" type="presParOf" srcId="{EDA1BB1D-3915-4BF9-A1DC-FB50A9462A9D}" destId="{693602A5-5804-4C5A-8F48-98774FBF1D44}" srcOrd="1" destOrd="0" presId="urn:microsoft.com/office/officeart/2005/8/layout/hierarchy2"/>
    <dgm:cxn modelId="{89D10D4A-10DB-4D70-A957-0A894EA253FB}" type="presParOf" srcId="{693602A5-5804-4C5A-8F48-98774FBF1D44}" destId="{4D200293-E1B4-4797-B371-06CCA5816F23}" srcOrd="0" destOrd="0" presId="urn:microsoft.com/office/officeart/2005/8/layout/hierarchy2"/>
    <dgm:cxn modelId="{C358CFDF-709D-429C-BB59-625BD4F5E5AB}" type="presParOf" srcId="{4D200293-E1B4-4797-B371-06CCA5816F23}" destId="{55862C07-996B-4389-A2A8-0C728BFFDBA8}" srcOrd="0" destOrd="0" presId="urn:microsoft.com/office/officeart/2005/8/layout/hierarchy2"/>
    <dgm:cxn modelId="{E3D79359-7B75-4FA2-9C8D-D67B50CC0315}" type="presParOf" srcId="{693602A5-5804-4C5A-8F48-98774FBF1D44}" destId="{11D5713A-37CE-400F-8861-6A1761ED83B6}" srcOrd="1" destOrd="0" presId="urn:microsoft.com/office/officeart/2005/8/layout/hierarchy2"/>
    <dgm:cxn modelId="{92E0DEC0-2CA8-4122-BA0B-C41D5A53DD7E}" type="presParOf" srcId="{11D5713A-37CE-400F-8861-6A1761ED83B6}" destId="{25E88479-DABD-433A-87D5-E1BCFE1222AB}" srcOrd="0" destOrd="0" presId="urn:microsoft.com/office/officeart/2005/8/layout/hierarchy2"/>
    <dgm:cxn modelId="{4154D1A6-A81B-497E-B2CA-7E12015F47FF}" type="presParOf" srcId="{11D5713A-37CE-400F-8861-6A1761ED83B6}" destId="{2E8B751D-028B-47C9-BE13-0E83E190A061}" srcOrd="1" destOrd="0" presId="urn:microsoft.com/office/officeart/2005/8/layout/hierarchy2"/>
    <dgm:cxn modelId="{D98A5363-A4FB-4911-9577-F8660740D0D3}" type="presParOf" srcId="{693602A5-5804-4C5A-8F48-98774FBF1D44}" destId="{E6C480CA-9AB1-4B24-9702-5A6CFB2579F0}" srcOrd="2" destOrd="0" presId="urn:microsoft.com/office/officeart/2005/8/layout/hierarchy2"/>
    <dgm:cxn modelId="{C8A6D414-1F05-4C0E-82D3-9E2665EE5849}" type="presParOf" srcId="{E6C480CA-9AB1-4B24-9702-5A6CFB2579F0}" destId="{A5E39F01-C71A-448B-BAA0-1C1A16A0D873}" srcOrd="0" destOrd="0" presId="urn:microsoft.com/office/officeart/2005/8/layout/hierarchy2"/>
    <dgm:cxn modelId="{D537038F-6ECF-41D2-A2F5-F5BCB395D2EB}" type="presParOf" srcId="{693602A5-5804-4C5A-8F48-98774FBF1D44}" destId="{4D751D98-46D9-48DE-824F-A96CDF1DF167}" srcOrd="3" destOrd="0" presId="urn:microsoft.com/office/officeart/2005/8/layout/hierarchy2"/>
    <dgm:cxn modelId="{D1F08550-4BEE-4634-AEE5-09F5C0D8B43B}" type="presParOf" srcId="{4D751D98-46D9-48DE-824F-A96CDF1DF167}" destId="{718AB36E-B20E-4430-AB55-D0DCB37D4A93}" srcOrd="0" destOrd="0" presId="urn:microsoft.com/office/officeart/2005/8/layout/hierarchy2"/>
    <dgm:cxn modelId="{97BBF8FD-B1D6-4FE2-8D81-37B00C73CE52}" type="presParOf" srcId="{4D751D98-46D9-48DE-824F-A96CDF1DF167}" destId="{E9D0C976-FFDE-409F-9F1C-F8C81D9AE44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5131F48-EDF0-41FE-B862-02DB011C733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7B2336-6947-4E96-AB12-8FB99AA75D1F}">
      <dgm:prSet phldrT="[Text]"/>
      <dgm:spPr/>
      <dgm:t>
        <a:bodyPr/>
        <a:lstStyle/>
        <a:p>
          <a:r>
            <a:rPr lang="en-US" dirty="0"/>
            <a:t>Common LLIE Metrics</a:t>
          </a:r>
        </a:p>
      </dgm:t>
    </dgm:pt>
    <dgm:pt modelId="{6CC5ED38-A16C-4A2F-ADD7-0994EED42156}" type="parTrans" cxnId="{235E6769-CDD5-476D-9E7E-140790B84F77}">
      <dgm:prSet/>
      <dgm:spPr/>
      <dgm:t>
        <a:bodyPr/>
        <a:lstStyle/>
        <a:p>
          <a:endParaRPr lang="en-US"/>
        </a:p>
      </dgm:t>
    </dgm:pt>
    <dgm:pt modelId="{2A04D0F0-3E96-4F0A-A32F-17889552533E}" type="sibTrans" cxnId="{235E6769-CDD5-476D-9E7E-140790B84F77}">
      <dgm:prSet/>
      <dgm:spPr/>
      <dgm:t>
        <a:bodyPr/>
        <a:lstStyle/>
        <a:p>
          <a:endParaRPr lang="en-US"/>
        </a:p>
      </dgm:t>
    </dgm:pt>
    <dgm:pt modelId="{116FE42B-1BDC-431E-88E3-3F078F91DAE6}">
      <dgm:prSet phldrT="[Text]"/>
      <dgm:spPr/>
      <dgm:t>
        <a:bodyPr/>
        <a:lstStyle/>
        <a:p>
          <a:r>
            <a:rPr lang="en-US" dirty="0"/>
            <a:t>Supervised</a:t>
          </a:r>
        </a:p>
      </dgm:t>
    </dgm:pt>
    <dgm:pt modelId="{0A9FD447-43DA-4AED-9861-41CF3E08E80C}" type="parTrans" cxnId="{14A36EEA-4B64-4E4E-A11F-A53191DF1D77}">
      <dgm:prSet/>
      <dgm:spPr/>
      <dgm:t>
        <a:bodyPr/>
        <a:lstStyle/>
        <a:p>
          <a:endParaRPr lang="en-US"/>
        </a:p>
      </dgm:t>
    </dgm:pt>
    <dgm:pt modelId="{15FAE6FD-B006-4CFF-82F5-62B494E5ED04}" type="sibTrans" cxnId="{14A36EEA-4B64-4E4E-A11F-A53191DF1D77}">
      <dgm:prSet/>
      <dgm:spPr/>
      <dgm:t>
        <a:bodyPr/>
        <a:lstStyle/>
        <a:p>
          <a:endParaRPr lang="en-US"/>
        </a:p>
      </dgm:t>
    </dgm:pt>
    <dgm:pt modelId="{D9161200-0317-457B-A14E-AE4A2B4BBED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PSNR</a:t>
          </a:r>
        </a:p>
      </dgm:t>
    </dgm:pt>
    <dgm:pt modelId="{0745879F-6578-49F3-83F9-CA7A223C2B96}" type="parTrans" cxnId="{2B593F13-D4EF-4537-99A8-FB7A8DFB5696}">
      <dgm:prSet/>
      <dgm:spPr/>
      <dgm:t>
        <a:bodyPr/>
        <a:lstStyle/>
        <a:p>
          <a:endParaRPr lang="en-US"/>
        </a:p>
      </dgm:t>
    </dgm:pt>
    <dgm:pt modelId="{196DCD04-4AB8-4CB0-BE8D-E8289F9C0555}" type="sibTrans" cxnId="{2B593F13-D4EF-4537-99A8-FB7A8DFB5696}">
      <dgm:prSet/>
      <dgm:spPr/>
      <dgm:t>
        <a:bodyPr/>
        <a:lstStyle/>
        <a:p>
          <a:endParaRPr lang="en-US"/>
        </a:p>
      </dgm:t>
    </dgm:pt>
    <dgm:pt modelId="{C2E00E07-6050-45E0-9C6A-6008B0D860FC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SSIM</a:t>
          </a:r>
        </a:p>
      </dgm:t>
    </dgm:pt>
    <dgm:pt modelId="{D9BCA0A7-1EFB-4771-A654-0E384005F6DD}" type="parTrans" cxnId="{903C70F1-0E0E-4382-AEFF-4488BAB2A674}">
      <dgm:prSet/>
      <dgm:spPr/>
      <dgm:t>
        <a:bodyPr/>
        <a:lstStyle/>
        <a:p>
          <a:endParaRPr lang="en-US"/>
        </a:p>
      </dgm:t>
    </dgm:pt>
    <dgm:pt modelId="{377012FB-D1CF-4DBD-B79D-1FEBBC1B9027}" type="sibTrans" cxnId="{903C70F1-0E0E-4382-AEFF-4488BAB2A674}">
      <dgm:prSet/>
      <dgm:spPr/>
      <dgm:t>
        <a:bodyPr/>
        <a:lstStyle/>
        <a:p>
          <a:endParaRPr lang="en-US"/>
        </a:p>
      </dgm:t>
    </dgm:pt>
    <dgm:pt modelId="{4582A6EE-CCA8-4D8E-86E8-4397F51A32C8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54B2FE63-35C6-483D-9E47-FEBFB1FD09ED}" type="parTrans" cxnId="{75FFC9F0-D4EB-4ED6-9114-7CCB66ED156B}">
      <dgm:prSet/>
      <dgm:spPr/>
      <dgm:t>
        <a:bodyPr/>
        <a:lstStyle/>
        <a:p>
          <a:endParaRPr lang="en-US"/>
        </a:p>
      </dgm:t>
    </dgm:pt>
    <dgm:pt modelId="{FE108874-E259-40E8-98DB-019ABC3C9778}" type="sibTrans" cxnId="{75FFC9F0-D4EB-4ED6-9114-7CCB66ED156B}">
      <dgm:prSet/>
      <dgm:spPr/>
      <dgm:t>
        <a:bodyPr/>
        <a:lstStyle/>
        <a:p>
          <a:endParaRPr lang="en-US"/>
        </a:p>
      </dgm:t>
    </dgm:pt>
    <dgm:pt modelId="{CA4579CE-5E6C-4724-83D6-F36E6409E4F5}">
      <dgm:prSet phldrT="[Text]"/>
      <dgm:spPr/>
      <dgm:t>
        <a:bodyPr/>
        <a:lstStyle/>
        <a:p>
          <a:r>
            <a:rPr lang="en-US" dirty="0"/>
            <a:t>NIQE</a:t>
          </a:r>
        </a:p>
      </dgm:t>
    </dgm:pt>
    <dgm:pt modelId="{00CF0096-28DF-4E5C-972C-FE9682A44677}" type="parTrans" cxnId="{CEAAEB5E-1DCB-4023-BF55-78C57D54FCEA}">
      <dgm:prSet/>
      <dgm:spPr/>
      <dgm:t>
        <a:bodyPr/>
        <a:lstStyle/>
        <a:p>
          <a:endParaRPr lang="en-US"/>
        </a:p>
      </dgm:t>
    </dgm:pt>
    <dgm:pt modelId="{1DF4EE75-26E5-47C1-A4EE-3178F0573C82}" type="sibTrans" cxnId="{CEAAEB5E-1DCB-4023-BF55-78C57D54FCEA}">
      <dgm:prSet/>
      <dgm:spPr/>
      <dgm:t>
        <a:bodyPr/>
        <a:lstStyle/>
        <a:p>
          <a:endParaRPr lang="en-US"/>
        </a:p>
      </dgm:t>
    </dgm:pt>
    <dgm:pt modelId="{251880D6-1608-4432-B0C0-4185FD522939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LPIPS</a:t>
          </a:r>
        </a:p>
      </dgm:t>
    </dgm:pt>
    <dgm:pt modelId="{276A5D1E-618A-49C4-937D-0AE7CD387FEF}" type="parTrans" cxnId="{ED30C7C1-1042-42B0-83FB-96CA9A6E1F5F}">
      <dgm:prSet/>
      <dgm:spPr/>
      <dgm:t>
        <a:bodyPr/>
        <a:lstStyle/>
        <a:p>
          <a:endParaRPr lang="en-US"/>
        </a:p>
      </dgm:t>
    </dgm:pt>
    <dgm:pt modelId="{DFD87EA4-557B-483C-A333-F36E07A0EFD2}" type="sibTrans" cxnId="{ED30C7C1-1042-42B0-83FB-96CA9A6E1F5F}">
      <dgm:prSet/>
      <dgm:spPr/>
      <dgm:t>
        <a:bodyPr/>
        <a:lstStyle/>
        <a:p>
          <a:endParaRPr lang="en-US"/>
        </a:p>
      </dgm:t>
    </dgm:pt>
    <dgm:pt modelId="{D4A4F1FA-D9E6-47D8-AD6B-28C29AE98B9E}">
      <dgm:prSet phldrT="[Text]"/>
      <dgm:spPr/>
      <dgm:t>
        <a:bodyPr/>
        <a:lstStyle/>
        <a:p>
          <a:r>
            <a:rPr lang="en-US" dirty="0"/>
            <a:t>PI</a:t>
          </a:r>
        </a:p>
      </dgm:t>
    </dgm:pt>
    <dgm:pt modelId="{8C6017F0-7936-4BFF-BF75-7A1E8A467DDF}" type="parTrans" cxnId="{B2C73ED3-AE91-4D1E-AAEE-EC0652E93DC7}">
      <dgm:prSet/>
      <dgm:spPr/>
      <dgm:t>
        <a:bodyPr/>
        <a:lstStyle/>
        <a:p>
          <a:endParaRPr lang="en-US"/>
        </a:p>
      </dgm:t>
    </dgm:pt>
    <dgm:pt modelId="{574CEF30-CBFD-42F5-952B-EFD1858A554B}" type="sibTrans" cxnId="{B2C73ED3-AE91-4D1E-AAEE-EC0652E93DC7}">
      <dgm:prSet/>
      <dgm:spPr/>
      <dgm:t>
        <a:bodyPr/>
        <a:lstStyle/>
        <a:p>
          <a:endParaRPr lang="en-US"/>
        </a:p>
      </dgm:t>
    </dgm:pt>
    <dgm:pt modelId="{265056AB-7A41-4578-8D0F-D6A503DF6C70}" type="pres">
      <dgm:prSet presAssocID="{15131F48-EDF0-41FE-B862-02DB011C733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C89461E-DDFD-459D-93C5-54BB1DD6EB1E}" type="pres">
      <dgm:prSet presAssocID="{B37B2336-6947-4E96-AB12-8FB99AA75D1F}" presName="root1" presStyleCnt="0"/>
      <dgm:spPr/>
    </dgm:pt>
    <dgm:pt modelId="{F3BADE98-09EB-425E-8E92-C147940CF21D}" type="pres">
      <dgm:prSet presAssocID="{B37B2336-6947-4E96-AB12-8FB99AA75D1F}" presName="LevelOneTextNode" presStyleLbl="node0" presStyleIdx="0" presStyleCnt="1" custScaleX="173793">
        <dgm:presLayoutVars>
          <dgm:chPref val="3"/>
        </dgm:presLayoutVars>
      </dgm:prSet>
      <dgm:spPr/>
    </dgm:pt>
    <dgm:pt modelId="{345EC569-F88B-4315-9DDD-D045589BBFEB}" type="pres">
      <dgm:prSet presAssocID="{B37B2336-6947-4E96-AB12-8FB99AA75D1F}" presName="level2hierChild" presStyleCnt="0"/>
      <dgm:spPr/>
    </dgm:pt>
    <dgm:pt modelId="{3F3E3F55-94B9-40CE-8ECF-98A96F268706}" type="pres">
      <dgm:prSet presAssocID="{0A9FD447-43DA-4AED-9861-41CF3E08E80C}" presName="conn2-1" presStyleLbl="parChTrans1D2" presStyleIdx="0" presStyleCnt="2"/>
      <dgm:spPr/>
    </dgm:pt>
    <dgm:pt modelId="{AF416EC6-A9A1-4EF1-9264-C12E9B0115DA}" type="pres">
      <dgm:prSet presAssocID="{0A9FD447-43DA-4AED-9861-41CF3E08E80C}" presName="connTx" presStyleLbl="parChTrans1D2" presStyleIdx="0" presStyleCnt="2"/>
      <dgm:spPr/>
    </dgm:pt>
    <dgm:pt modelId="{140209F0-C7A2-4B64-971A-8862B1E4D68D}" type="pres">
      <dgm:prSet presAssocID="{116FE42B-1BDC-431E-88E3-3F078F91DAE6}" presName="root2" presStyleCnt="0"/>
      <dgm:spPr/>
    </dgm:pt>
    <dgm:pt modelId="{CFF61D23-EE44-4521-A35A-5F4A55535A72}" type="pres">
      <dgm:prSet presAssocID="{116FE42B-1BDC-431E-88E3-3F078F91DAE6}" presName="LevelTwoTextNode" presStyleLbl="node2" presStyleIdx="0" presStyleCnt="2">
        <dgm:presLayoutVars>
          <dgm:chPref val="3"/>
        </dgm:presLayoutVars>
      </dgm:prSet>
      <dgm:spPr/>
    </dgm:pt>
    <dgm:pt modelId="{2745D3F3-16C3-49CF-8BCD-4924256DE6B4}" type="pres">
      <dgm:prSet presAssocID="{116FE42B-1BDC-431E-88E3-3F078F91DAE6}" presName="level3hierChild" presStyleCnt="0"/>
      <dgm:spPr/>
    </dgm:pt>
    <dgm:pt modelId="{8FC55360-0BE9-4382-8631-1C515B03870C}" type="pres">
      <dgm:prSet presAssocID="{0745879F-6578-49F3-83F9-CA7A223C2B96}" presName="conn2-1" presStyleLbl="parChTrans1D3" presStyleIdx="0" presStyleCnt="5"/>
      <dgm:spPr/>
    </dgm:pt>
    <dgm:pt modelId="{15404C8A-FDD3-4627-B440-E9F8043C154B}" type="pres">
      <dgm:prSet presAssocID="{0745879F-6578-49F3-83F9-CA7A223C2B96}" presName="connTx" presStyleLbl="parChTrans1D3" presStyleIdx="0" presStyleCnt="5"/>
      <dgm:spPr/>
    </dgm:pt>
    <dgm:pt modelId="{09D97ACC-8A26-470D-BE65-284DA472FDA6}" type="pres">
      <dgm:prSet presAssocID="{D9161200-0317-457B-A14E-AE4A2B4BBED7}" presName="root2" presStyleCnt="0"/>
      <dgm:spPr/>
    </dgm:pt>
    <dgm:pt modelId="{B0C927DF-1C17-4464-8001-712C22D69E9C}" type="pres">
      <dgm:prSet presAssocID="{D9161200-0317-457B-A14E-AE4A2B4BBED7}" presName="LevelTwoTextNode" presStyleLbl="node3" presStyleIdx="0" presStyleCnt="5">
        <dgm:presLayoutVars>
          <dgm:chPref val="3"/>
        </dgm:presLayoutVars>
      </dgm:prSet>
      <dgm:spPr/>
    </dgm:pt>
    <dgm:pt modelId="{4BAB5512-8AC3-49FE-A861-0983EE20790D}" type="pres">
      <dgm:prSet presAssocID="{D9161200-0317-457B-A14E-AE4A2B4BBED7}" presName="level3hierChild" presStyleCnt="0"/>
      <dgm:spPr/>
    </dgm:pt>
    <dgm:pt modelId="{3AAEB23C-9235-408A-9F7F-E7738A5A9D3C}" type="pres">
      <dgm:prSet presAssocID="{D9BCA0A7-1EFB-4771-A654-0E384005F6DD}" presName="conn2-1" presStyleLbl="parChTrans1D3" presStyleIdx="1" presStyleCnt="5"/>
      <dgm:spPr/>
    </dgm:pt>
    <dgm:pt modelId="{0BC69488-1759-459E-A306-3EA59E89CDCB}" type="pres">
      <dgm:prSet presAssocID="{D9BCA0A7-1EFB-4771-A654-0E384005F6DD}" presName="connTx" presStyleLbl="parChTrans1D3" presStyleIdx="1" presStyleCnt="5"/>
      <dgm:spPr/>
    </dgm:pt>
    <dgm:pt modelId="{6FBB39E5-4CDD-4EB0-A9BC-54088415A5FF}" type="pres">
      <dgm:prSet presAssocID="{C2E00E07-6050-45E0-9C6A-6008B0D860FC}" presName="root2" presStyleCnt="0"/>
      <dgm:spPr/>
    </dgm:pt>
    <dgm:pt modelId="{19152831-D2FD-4205-8C31-77AB54691503}" type="pres">
      <dgm:prSet presAssocID="{C2E00E07-6050-45E0-9C6A-6008B0D860FC}" presName="LevelTwoTextNode" presStyleLbl="node3" presStyleIdx="1" presStyleCnt="5">
        <dgm:presLayoutVars>
          <dgm:chPref val="3"/>
        </dgm:presLayoutVars>
      </dgm:prSet>
      <dgm:spPr/>
    </dgm:pt>
    <dgm:pt modelId="{696170CD-E2E5-470F-98A2-00B92C24C6AD}" type="pres">
      <dgm:prSet presAssocID="{C2E00E07-6050-45E0-9C6A-6008B0D860FC}" presName="level3hierChild" presStyleCnt="0"/>
      <dgm:spPr/>
    </dgm:pt>
    <dgm:pt modelId="{032D94F1-D203-458C-A8B3-1668C9811933}" type="pres">
      <dgm:prSet presAssocID="{276A5D1E-618A-49C4-937D-0AE7CD387FEF}" presName="conn2-1" presStyleLbl="parChTrans1D3" presStyleIdx="2" presStyleCnt="5"/>
      <dgm:spPr/>
    </dgm:pt>
    <dgm:pt modelId="{5D67B293-4FE2-42EB-95C2-628DD1A84AFE}" type="pres">
      <dgm:prSet presAssocID="{276A5D1E-618A-49C4-937D-0AE7CD387FEF}" presName="connTx" presStyleLbl="parChTrans1D3" presStyleIdx="2" presStyleCnt="5"/>
      <dgm:spPr/>
    </dgm:pt>
    <dgm:pt modelId="{974C2E60-3A0D-4A00-9263-DACE8C1DA066}" type="pres">
      <dgm:prSet presAssocID="{251880D6-1608-4432-B0C0-4185FD522939}" presName="root2" presStyleCnt="0"/>
      <dgm:spPr/>
    </dgm:pt>
    <dgm:pt modelId="{651A15E4-3885-4B24-A86A-6A626CD1F338}" type="pres">
      <dgm:prSet presAssocID="{251880D6-1608-4432-B0C0-4185FD522939}" presName="LevelTwoTextNode" presStyleLbl="node3" presStyleIdx="2" presStyleCnt="5">
        <dgm:presLayoutVars>
          <dgm:chPref val="3"/>
        </dgm:presLayoutVars>
      </dgm:prSet>
      <dgm:spPr/>
    </dgm:pt>
    <dgm:pt modelId="{4CC30C87-DBDA-40B8-B55D-711F22E8BD26}" type="pres">
      <dgm:prSet presAssocID="{251880D6-1608-4432-B0C0-4185FD522939}" presName="level3hierChild" presStyleCnt="0"/>
      <dgm:spPr/>
    </dgm:pt>
    <dgm:pt modelId="{C6CF05DE-413D-4341-9D2B-AB04D4D132CF}" type="pres">
      <dgm:prSet presAssocID="{54B2FE63-35C6-483D-9E47-FEBFB1FD09ED}" presName="conn2-1" presStyleLbl="parChTrans1D2" presStyleIdx="1" presStyleCnt="2"/>
      <dgm:spPr/>
    </dgm:pt>
    <dgm:pt modelId="{4CD2E544-475D-4E2D-9E69-52A23DDF37B8}" type="pres">
      <dgm:prSet presAssocID="{54B2FE63-35C6-483D-9E47-FEBFB1FD09ED}" presName="connTx" presStyleLbl="parChTrans1D2" presStyleIdx="1" presStyleCnt="2"/>
      <dgm:spPr/>
    </dgm:pt>
    <dgm:pt modelId="{EDA1BB1D-3915-4BF9-A1DC-FB50A9462A9D}" type="pres">
      <dgm:prSet presAssocID="{4582A6EE-CCA8-4D8E-86E8-4397F51A32C8}" presName="root2" presStyleCnt="0"/>
      <dgm:spPr/>
    </dgm:pt>
    <dgm:pt modelId="{8AF610A3-1177-4005-8E3D-39C4EB0A6C4D}" type="pres">
      <dgm:prSet presAssocID="{4582A6EE-CCA8-4D8E-86E8-4397F51A32C8}" presName="LevelTwoTextNode" presStyleLbl="node2" presStyleIdx="1" presStyleCnt="2">
        <dgm:presLayoutVars>
          <dgm:chPref val="3"/>
        </dgm:presLayoutVars>
      </dgm:prSet>
      <dgm:spPr/>
    </dgm:pt>
    <dgm:pt modelId="{693602A5-5804-4C5A-8F48-98774FBF1D44}" type="pres">
      <dgm:prSet presAssocID="{4582A6EE-CCA8-4D8E-86E8-4397F51A32C8}" presName="level3hierChild" presStyleCnt="0"/>
      <dgm:spPr/>
    </dgm:pt>
    <dgm:pt modelId="{4D200293-E1B4-4797-B371-06CCA5816F23}" type="pres">
      <dgm:prSet presAssocID="{00CF0096-28DF-4E5C-972C-FE9682A44677}" presName="conn2-1" presStyleLbl="parChTrans1D3" presStyleIdx="3" presStyleCnt="5"/>
      <dgm:spPr/>
    </dgm:pt>
    <dgm:pt modelId="{55862C07-996B-4389-A2A8-0C728BFFDBA8}" type="pres">
      <dgm:prSet presAssocID="{00CF0096-28DF-4E5C-972C-FE9682A44677}" presName="connTx" presStyleLbl="parChTrans1D3" presStyleIdx="3" presStyleCnt="5"/>
      <dgm:spPr/>
    </dgm:pt>
    <dgm:pt modelId="{11D5713A-37CE-400F-8861-6A1761ED83B6}" type="pres">
      <dgm:prSet presAssocID="{CA4579CE-5E6C-4724-83D6-F36E6409E4F5}" presName="root2" presStyleCnt="0"/>
      <dgm:spPr/>
    </dgm:pt>
    <dgm:pt modelId="{25E88479-DABD-433A-87D5-E1BCFE1222AB}" type="pres">
      <dgm:prSet presAssocID="{CA4579CE-5E6C-4724-83D6-F36E6409E4F5}" presName="LevelTwoTextNode" presStyleLbl="node3" presStyleIdx="3" presStyleCnt="5">
        <dgm:presLayoutVars>
          <dgm:chPref val="3"/>
        </dgm:presLayoutVars>
      </dgm:prSet>
      <dgm:spPr/>
    </dgm:pt>
    <dgm:pt modelId="{2E8B751D-028B-47C9-BE13-0E83E190A061}" type="pres">
      <dgm:prSet presAssocID="{CA4579CE-5E6C-4724-83D6-F36E6409E4F5}" presName="level3hierChild" presStyleCnt="0"/>
      <dgm:spPr/>
    </dgm:pt>
    <dgm:pt modelId="{E6C480CA-9AB1-4B24-9702-5A6CFB2579F0}" type="pres">
      <dgm:prSet presAssocID="{8C6017F0-7936-4BFF-BF75-7A1E8A467DDF}" presName="conn2-1" presStyleLbl="parChTrans1D3" presStyleIdx="4" presStyleCnt="5"/>
      <dgm:spPr/>
    </dgm:pt>
    <dgm:pt modelId="{A5E39F01-C71A-448B-BAA0-1C1A16A0D873}" type="pres">
      <dgm:prSet presAssocID="{8C6017F0-7936-4BFF-BF75-7A1E8A467DDF}" presName="connTx" presStyleLbl="parChTrans1D3" presStyleIdx="4" presStyleCnt="5"/>
      <dgm:spPr/>
    </dgm:pt>
    <dgm:pt modelId="{4D751D98-46D9-48DE-824F-A96CDF1DF167}" type="pres">
      <dgm:prSet presAssocID="{D4A4F1FA-D9E6-47D8-AD6B-28C29AE98B9E}" presName="root2" presStyleCnt="0"/>
      <dgm:spPr/>
    </dgm:pt>
    <dgm:pt modelId="{718AB36E-B20E-4430-AB55-D0DCB37D4A93}" type="pres">
      <dgm:prSet presAssocID="{D4A4F1FA-D9E6-47D8-AD6B-28C29AE98B9E}" presName="LevelTwoTextNode" presStyleLbl="node3" presStyleIdx="4" presStyleCnt="5">
        <dgm:presLayoutVars>
          <dgm:chPref val="3"/>
        </dgm:presLayoutVars>
      </dgm:prSet>
      <dgm:spPr/>
    </dgm:pt>
    <dgm:pt modelId="{E9D0C976-FFDE-409F-9F1C-F8C81D9AE440}" type="pres">
      <dgm:prSet presAssocID="{D4A4F1FA-D9E6-47D8-AD6B-28C29AE98B9E}" presName="level3hierChild" presStyleCnt="0"/>
      <dgm:spPr/>
    </dgm:pt>
  </dgm:ptLst>
  <dgm:cxnLst>
    <dgm:cxn modelId="{09E8AF0D-E49A-4BCE-92C6-CC2C9325F32D}" type="presOf" srcId="{8C6017F0-7936-4BFF-BF75-7A1E8A467DDF}" destId="{E6C480CA-9AB1-4B24-9702-5A6CFB2579F0}" srcOrd="0" destOrd="0" presId="urn:microsoft.com/office/officeart/2005/8/layout/hierarchy2"/>
    <dgm:cxn modelId="{2B593F13-D4EF-4537-99A8-FB7A8DFB5696}" srcId="{116FE42B-1BDC-431E-88E3-3F078F91DAE6}" destId="{D9161200-0317-457B-A14E-AE4A2B4BBED7}" srcOrd="0" destOrd="0" parTransId="{0745879F-6578-49F3-83F9-CA7A223C2B96}" sibTransId="{196DCD04-4AB8-4CB0-BE8D-E8289F9C0555}"/>
    <dgm:cxn modelId="{168D842F-AB75-4992-8C07-575E17808C30}" type="presOf" srcId="{276A5D1E-618A-49C4-937D-0AE7CD387FEF}" destId="{5D67B293-4FE2-42EB-95C2-628DD1A84AFE}" srcOrd="1" destOrd="0" presId="urn:microsoft.com/office/officeart/2005/8/layout/hierarchy2"/>
    <dgm:cxn modelId="{7C790734-FE03-447A-BA3A-CDB10AD78253}" type="presOf" srcId="{C2E00E07-6050-45E0-9C6A-6008B0D860FC}" destId="{19152831-D2FD-4205-8C31-77AB54691503}" srcOrd="0" destOrd="0" presId="urn:microsoft.com/office/officeart/2005/8/layout/hierarchy2"/>
    <dgm:cxn modelId="{751CD836-02E9-4A88-BC44-BF01DC1A3550}" type="presOf" srcId="{00CF0096-28DF-4E5C-972C-FE9682A44677}" destId="{4D200293-E1B4-4797-B371-06CCA5816F23}" srcOrd="0" destOrd="0" presId="urn:microsoft.com/office/officeart/2005/8/layout/hierarchy2"/>
    <dgm:cxn modelId="{73463239-67AA-4D07-8C1B-A8A6FA9F213E}" type="presOf" srcId="{CA4579CE-5E6C-4724-83D6-F36E6409E4F5}" destId="{25E88479-DABD-433A-87D5-E1BCFE1222AB}" srcOrd="0" destOrd="0" presId="urn:microsoft.com/office/officeart/2005/8/layout/hierarchy2"/>
    <dgm:cxn modelId="{7B27C85C-3F7F-42A6-8018-89A53137772A}" type="presOf" srcId="{0745879F-6578-49F3-83F9-CA7A223C2B96}" destId="{8FC55360-0BE9-4382-8631-1C515B03870C}" srcOrd="0" destOrd="0" presId="urn:microsoft.com/office/officeart/2005/8/layout/hierarchy2"/>
    <dgm:cxn modelId="{CEAAEB5E-1DCB-4023-BF55-78C57D54FCEA}" srcId="{4582A6EE-CCA8-4D8E-86E8-4397F51A32C8}" destId="{CA4579CE-5E6C-4724-83D6-F36E6409E4F5}" srcOrd="0" destOrd="0" parTransId="{00CF0096-28DF-4E5C-972C-FE9682A44677}" sibTransId="{1DF4EE75-26E5-47C1-A4EE-3178F0573C82}"/>
    <dgm:cxn modelId="{235E6769-CDD5-476D-9E7E-140790B84F77}" srcId="{15131F48-EDF0-41FE-B862-02DB011C7337}" destId="{B37B2336-6947-4E96-AB12-8FB99AA75D1F}" srcOrd="0" destOrd="0" parTransId="{6CC5ED38-A16C-4A2F-ADD7-0994EED42156}" sibTransId="{2A04D0F0-3E96-4F0A-A32F-17889552533E}"/>
    <dgm:cxn modelId="{CB00956F-4E5E-4CFE-BEA8-8641736C2C8D}" type="presOf" srcId="{0A9FD447-43DA-4AED-9861-41CF3E08E80C}" destId="{3F3E3F55-94B9-40CE-8ECF-98A96F268706}" srcOrd="0" destOrd="0" presId="urn:microsoft.com/office/officeart/2005/8/layout/hierarchy2"/>
    <dgm:cxn modelId="{D605EC71-5CFC-401B-A0FD-A200C219AA8F}" type="presOf" srcId="{D9BCA0A7-1EFB-4771-A654-0E384005F6DD}" destId="{0BC69488-1759-459E-A306-3EA59E89CDCB}" srcOrd="1" destOrd="0" presId="urn:microsoft.com/office/officeart/2005/8/layout/hierarchy2"/>
    <dgm:cxn modelId="{0B182F72-FB8F-42A9-8C7E-9CF692C73B9F}" type="presOf" srcId="{D9161200-0317-457B-A14E-AE4A2B4BBED7}" destId="{B0C927DF-1C17-4464-8001-712C22D69E9C}" srcOrd="0" destOrd="0" presId="urn:microsoft.com/office/officeart/2005/8/layout/hierarchy2"/>
    <dgm:cxn modelId="{FA0C6181-FA29-4F35-9DC0-F28C06D5BD69}" type="presOf" srcId="{54B2FE63-35C6-483D-9E47-FEBFB1FD09ED}" destId="{4CD2E544-475D-4E2D-9E69-52A23DDF37B8}" srcOrd="1" destOrd="0" presId="urn:microsoft.com/office/officeart/2005/8/layout/hierarchy2"/>
    <dgm:cxn modelId="{6F12EE81-1EBA-4D17-8346-D9215C2D6D11}" type="presOf" srcId="{251880D6-1608-4432-B0C0-4185FD522939}" destId="{651A15E4-3885-4B24-A86A-6A626CD1F338}" srcOrd="0" destOrd="0" presId="urn:microsoft.com/office/officeart/2005/8/layout/hierarchy2"/>
    <dgm:cxn modelId="{78C7AC87-2B00-40BF-8D70-CA7EA4CC5118}" type="presOf" srcId="{276A5D1E-618A-49C4-937D-0AE7CD387FEF}" destId="{032D94F1-D203-458C-A8B3-1668C9811933}" srcOrd="0" destOrd="0" presId="urn:microsoft.com/office/officeart/2005/8/layout/hierarchy2"/>
    <dgm:cxn modelId="{E6BAFD8B-F40D-4DCA-93C6-E6579540EC8E}" type="presOf" srcId="{0A9FD447-43DA-4AED-9861-41CF3E08E80C}" destId="{AF416EC6-A9A1-4EF1-9264-C12E9B0115DA}" srcOrd="1" destOrd="0" presId="urn:microsoft.com/office/officeart/2005/8/layout/hierarchy2"/>
    <dgm:cxn modelId="{0E2838B0-3FDD-4C2A-9E7E-F8D1CC306159}" type="presOf" srcId="{54B2FE63-35C6-483D-9E47-FEBFB1FD09ED}" destId="{C6CF05DE-413D-4341-9D2B-AB04D4D132CF}" srcOrd="0" destOrd="0" presId="urn:microsoft.com/office/officeart/2005/8/layout/hierarchy2"/>
    <dgm:cxn modelId="{6847ECB6-79F6-4543-81FE-43D33F531DE0}" type="presOf" srcId="{D4A4F1FA-D9E6-47D8-AD6B-28C29AE98B9E}" destId="{718AB36E-B20E-4430-AB55-D0DCB37D4A93}" srcOrd="0" destOrd="0" presId="urn:microsoft.com/office/officeart/2005/8/layout/hierarchy2"/>
    <dgm:cxn modelId="{730FFEBB-4D07-4CEF-9FC0-10501C1EAFBA}" type="presOf" srcId="{116FE42B-1BDC-431E-88E3-3F078F91DAE6}" destId="{CFF61D23-EE44-4521-A35A-5F4A55535A72}" srcOrd="0" destOrd="0" presId="urn:microsoft.com/office/officeart/2005/8/layout/hierarchy2"/>
    <dgm:cxn modelId="{ED30C7C1-1042-42B0-83FB-96CA9A6E1F5F}" srcId="{116FE42B-1BDC-431E-88E3-3F078F91DAE6}" destId="{251880D6-1608-4432-B0C0-4185FD522939}" srcOrd="2" destOrd="0" parTransId="{276A5D1E-618A-49C4-937D-0AE7CD387FEF}" sibTransId="{DFD87EA4-557B-483C-A333-F36E07A0EFD2}"/>
    <dgm:cxn modelId="{3B4C81C7-1C9E-473D-80DA-155BBB7DC7A6}" type="presOf" srcId="{0745879F-6578-49F3-83F9-CA7A223C2B96}" destId="{15404C8A-FDD3-4627-B440-E9F8043C154B}" srcOrd="1" destOrd="0" presId="urn:microsoft.com/office/officeart/2005/8/layout/hierarchy2"/>
    <dgm:cxn modelId="{B2C73ED3-AE91-4D1E-AAEE-EC0652E93DC7}" srcId="{4582A6EE-CCA8-4D8E-86E8-4397F51A32C8}" destId="{D4A4F1FA-D9E6-47D8-AD6B-28C29AE98B9E}" srcOrd="1" destOrd="0" parTransId="{8C6017F0-7936-4BFF-BF75-7A1E8A467DDF}" sibTransId="{574CEF30-CBFD-42F5-952B-EFD1858A554B}"/>
    <dgm:cxn modelId="{C91848D7-7DF1-4CB3-813A-24A03437D0DB}" type="presOf" srcId="{B37B2336-6947-4E96-AB12-8FB99AA75D1F}" destId="{F3BADE98-09EB-425E-8E92-C147940CF21D}" srcOrd="0" destOrd="0" presId="urn:microsoft.com/office/officeart/2005/8/layout/hierarchy2"/>
    <dgm:cxn modelId="{0A9973E2-86B0-4864-B01C-BCF22DD17F46}" type="presOf" srcId="{4582A6EE-CCA8-4D8E-86E8-4397F51A32C8}" destId="{8AF610A3-1177-4005-8E3D-39C4EB0A6C4D}" srcOrd="0" destOrd="0" presId="urn:microsoft.com/office/officeart/2005/8/layout/hierarchy2"/>
    <dgm:cxn modelId="{14A36EEA-4B64-4E4E-A11F-A53191DF1D77}" srcId="{B37B2336-6947-4E96-AB12-8FB99AA75D1F}" destId="{116FE42B-1BDC-431E-88E3-3F078F91DAE6}" srcOrd="0" destOrd="0" parTransId="{0A9FD447-43DA-4AED-9861-41CF3E08E80C}" sibTransId="{15FAE6FD-B006-4CFF-82F5-62B494E5ED04}"/>
    <dgm:cxn modelId="{75FFC9F0-D4EB-4ED6-9114-7CCB66ED156B}" srcId="{B37B2336-6947-4E96-AB12-8FB99AA75D1F}" destId="{4582A6EE-CCA8-4D8E-86E8-4397F51A32C8}" srcOrd="1" destOrd="0" parTransId="{54B2FE63-35C6-483D-9E47-FEBFB1FD09ED}" sibTransId="{FE108874-E259-40E8-98DB-019ABC3C9778}"/>
    <dgm:cxn modelId="{903C70F1-0E0E-4382-AEFF-4488BAB2A674}" srcId="{116FE42B-1BDC-431E-88E3-3F078F91DAE6}" destId="{C2E00E07-6050-45E0-9C6A-6008B0D860FC}" srcOrd="1" destOrd="0" parTransId="{D9BCA0A7-1EFB-4771-A654-0E384005F6DD}" sibTransId="{377012FB-D1CF-4DBD-B79D-1FEBBC1B9027}"/>
    <dgm:cxn modelId="{501410F5-8F30-40D0-B12D-072C1EABAEFB}" type="presOf" srcId="{D9BCA0A7-1EFB-4771-A654-0E384005F6DD}" destId="{3AAEB23C-9235-408A-9F7F-E7738A5A9D3C}" srcOrd="0" destOrd="0" presId="urn:microsoft.com/office/officeart/2005/8/layout/hierarchy2"/>
    <dgm:cxn modelId="{418116F6-D40F-46AC-9ED9-6C1F76E544C7}" type="presOf" srcId="{8C6017F0-7936-4BFF-BF75-7A1E8A467DDF}" destId="{A5E39F01-C71A-448B-BAA0-1C1A16A0D873}" srcOrd="1" destOrd="0" presId="urn:microsoft.com/office/officeart/2005/8/layout/hierarchy2"/>
    <dgm:cxn modelId="{D5192DF9-DCDF-4C56-94E5-BEB61B76384F}" type="presOf" srcId="{15131F48-EDF0-41FE-B862-02DB011C7337}" destId="{265056AB-7A41-4578-8D0F-D6A503DF6C70}" srcOrd="0" destOrd="0" presId="urn:microsoft.com/office/officeart/2005/8/layout/hierarchy2"/>
    <dgm:cxn modelId="{980F87FB-BA60-435A-A508-48461560724B}" type="presOf" srcId="{00CF0096-28DF-4E5C-972C-FE9682A44677}" destId="{55862C07-996B-4389-A2A8-0C728BFFDBA8}" srcOrd="1" destOrd="0" presId="urn:microsoft.com/office/officeart/2005/8/layout/hierarchy2"/>
    <dgm:cxn modelId="{D4B4010A-6B68-479F-BFA5-C320461F003B}" type="presParOf" srcId="{265056AB-7A41-4578-8D0F-D6A503DF6C70}" destId="{9C89461E-DDFD-459D-93C5-54BB1DD6EB1E}" srcOrd="0" destOrd="0" presId="urn:microsoft.com/office/officeart/2005/8/layout/hierarchy2"/>
    <dgm:cxn modelId="{4570FD46-FA51-4EB1-A4CF-DE04428DFC01}" type="presParOf" srcId="{9C89461E-DDFD-459D-93C5-54BB1DD6EB1E}" destId="{F3BADE98-09EB-425E-8E92-C147940CF21D}" srcOrd="0" destOrd="0" presId="urn:microsoft.com/office/officeart/2005/8/layout/hierarchy2"/>
    <dgm:cxn modelId="{76A3FEF9-A93A-4F60-9BD4-E2A32959346B}" type="presParOf" srcId="{9C89461E-DDFD-459D-93C5-54BB1DD6EB1E}" destId="{345EC569-F88B-4315-9DDD-D045589BBFEB}" srcOrd="1" destOrd="0" presId="urn:microsoft.com/office/officeart/2005/8/layout/hierarchy2"/>
    <dgm:cxn modelId="{2CE17E3A-1E3A-4125-A945-D6CE7B0C473D}" type="presParOf" srcId="{345EC569-F88B-4315-9DDD-D045589BBFEB}" destId="{3F3E3F55-94B9-40CE-8ECF-98A96F268706}" srcOrd="0" destOrd="0" presId="urn:microsoft.com/office/officeart/2005/8/layout/hierarchy2"/>
    <dgm:cxn modelId="{78E9888B-4FB2-4CDB-84E3-432E9C63CE0A}" type="presParOf" srcId="{3F3E3F55-94B9-40CE-8ECF-98A96F268706}" destId="{AF416EC6-A9A1-4EF1-9264-C12E9B0115DA}" srcOrd="0" destOrd="0" presId="urn:microsoft.com/office/officeart/2005/8/layout/hierarchy2"/>
    <dgm:cxn modelId="{67278792-7CCC-4A27-8169-5B8A3875F984}" type="presParOf" srcId="{345EC569-F88B-4315-9DDD-D045589BBFEB}" destId="{140209F0-C7A2-4B64-971A-8862B1E4D68D}" srcOrd="1" destOrd="0" presId="urn:microsoft.com/office/officeart/2005/8/layout/hierarchy2"/>
    <dgm:cxn modelId="{A961C566-0492-4426-A1EE-E3619585FE1F}" type="presParOf" srcId="{140209F0-C7A2-4B64-971A-8862B1E4D68D}" destId="{CFF61D23-EE44-4521-A35A-5F4A55535A72}" srcOrd="0" destOrd="0" presId="urn:microsoft.com/office/officeart/2005/8/layout/hierarchy2"/>
    <dgm:cxn modelId="{6C527F9A-1C4B-427A-8010-E0BCF052272B}" type="presParOf" srcId="{140209F0-C7A2-4B64-971A-8862B1E4D68D}" destId="{2745D3F3-16C3-49CF-8BCD-4924256DE6B4}" srcOrd="1" destOrd="0" presId="urn:microsoft.com/office/officeart/2005/8/layout/hierarchy2"/>
    <dgm:cxn modelId="{EDD96DB6-6910-4CE8-94C2-6028831FD6AA}" type="presParOf" srcId="{2745D3F3-16C3-49CF-8BCD-4924256DE6B4}" destId="{8FC55360-0BE9-4382-8631-1C515B03870C}" srcOrd="0" destOrd="0" presId="urn:microsoft.com/office/officeart/2005/8/layout/hierarchy2"/>
    <dgm:cxn modelId="{94A9E9B2-B148-43B2-8299-89B07BD5CE85}" type="presParOf" srcId="{8FC55360-0BE9-4382-8631-1C515B03870C}" destId="{15404C8A-FDD3-4627-B440-E9F8043C154B}" srcOrd="0" destOrd="0" presId="urn:microsoft.com/office/officeart/2005/8/layout/hierarchy2"/>
    <dgm:cxn modelId="{FF7F415A-1B42-41BA-8730-51655D5DFE69}" type="presParOf" srcId="{2745D3F3-16C3-49CF-8BCD-4924256DE6B4}" destId="{09D97ACC-8A26-470D-BE65-284DA472FDA6}" srcOrd="1" destOrd="0" presId="urn:microsoft.com/office/officeart/2005/8/layout/hierarchy2"/>
    <dgm:cxn modelId="{D00863D0-1EF6-4940-8074-2DDE0139F0FF}" type="presParOf" srcId="{09D97ACC-8A26-470D-BE65-284DA472FDA6}" destId="{B0C927DF-1C17-4464-8001-712C22D69E9C}" srcOrd="0" destOrd="0" presId="urn:microsoft.com/office/officeart/2005/8/layout/hierarchy2"/>
    <dgm:cxn modelId="{DF0857B1-5159-4EA1-A75C-54D411A8E2AB}" type="presParOf" srcId="{09D97ACC-8A26-470D-BE65-284DA472FDA6}" destId="{4BAB5512-8AC3-49FE-A861-0983EE20790D}" srcOrd="1" destOrd="0" presId="urn:microsoft.com/office/officeart/2005/8/layout/hierarchy2"/>
    <dgm:cxn modelId="{89B8A994-966F-46A9-BAE7-95138C890D6E}" type="presParOf" srcId="{2745D3F3-16C3-49CF-8BCD-4924256DE6B4}" destId="{3AAEB23C-9235-408A-9F7F-E7738A5A9D3C}" srcOrd="2" destOrd="0" presId="urn:microsoft.com/office/officeart/2005/8/layout/hierarchy2"/>
    <dgm:cxn modelId="{78731D67-7CE4-41A1-A52D-F412F67E64AD}" type="presParOf" srcId="{3AAEB23C-9235-408A-9F7F-E7738A5A9D3C}" destId="{0BC69488-1759-459E-A306-3EA59E89CDCB}" srcOrd="0" destOrd="0" presId="urn:microsoft.com/office/officeart/2005/8/layout/hierarchy2"/>
    <dgm:cxn modelId="{98F1331C-94A2-444A-80F3-47AF60AE9479}" type="presParOf" srcId="{2745D3F3-16C3-49CF-8BCD-4924256DE6B4}" destId="{6FBB39E5-4CDD-4EB0-A9BC-54088415A5FF}" srcOrd="3" destOrd="0" presId="urn:microsoft.com/office/officeart/2005/8/layout/hierarchy2"/>
    <dgm:cxn modelId="{473DFBE9-AFD6-4429-B807-8CA3046AC640}" type="presParOf" srcId="{6FBB39E5-4CDD-4EB0-A9BC-54088415A5FF}" destId="{19152831-D2FD-4205-8C31-77AB54691503}" srcOrd="0" destOrd="0" presId="urn:microsoft.com/office/officeart/2005/8/layout/hierarchy2"/>
    <dgm:cxn modelId="{22CB94BB-F8C3-4F9D-BE9C-3303185A5F70}" type="presParOf" srcId="{6FBB39E5-4CDD-4EB0-A9BC-54088415A5FF}" destId="{696170CD-E2E5-470F-98A2-00B92C24C6AD}" srcOrd="1" destOrd="0" presId="urn:microsoft.com/office/officeart/2005/8/layout/hierarchy2"/>
    <dgm:cxn modelId="{594EAA0B-9E32-4FF2-89AF-0C08AC157B0A}" type="presParOf" srcId="{2745D3F3-16C3-49CF-8BCD-4924256DE6B4}" destId="{032D94F1-D203-458C-A8B3-1668C9811933}" srcOrd="4" destOrd="0" presId="urn:microsoft.com/office/officeart/2005/8/layout/hierarchy2"/>
    <dgm:cxn modelId="{229185FC-B8AB-467E-A720-2FD4A02F239A}" type="presParOf" srcId="{032D94F1-D203-458C-A8B3-1668C9811933}" destId="{5D67B293-4FE2-42EB-95C2-628DD1A84AFE}" srcOrd="0" destOrd="0" presId="urn:microsoft.com/office/officeart/2005/8/layout/hierarchy2"/>
    <dgm:cxn modelId="{D853CAF3-3DE8-4F62-9AF7-D9D384BC7F92}" type="presParOf" srcId="{2745D3F3-16C3-49CF-8BCD-4924256DE6B4}" destId="{974C2E60-3A0D-4A00-9263-DACE8C1DA066}" srcOrd="5" destOrd="0" presId="urn:microsoft.com/office/officeart/2005/8/layout/hierarchy2"/>
    <dgm:cxn modelId="{E2689FB0-2DB4-4252-999E-154DB4DEB7B1}" type="presParOf" srcId="{974C2E60-3A0D-4A00-9263-DACE8C1DA066}" destId="{651A15E4-3885-4B24-A86A-6A626CD1F338}" srcOrd="0" destOrd="0" presId="urn:microsoft.com/office/officeart/2005/8/layout/hierarchy2"/>
    <dgm:cxn modelId="{A3D6F7B3-AB52-4FED-AF59-CC99C0C0A1F2}" type="presParOf" srcId="{974C2E60-3A0D-4A00-9263-DACE8C1DA066}" destId="{4CC30C87-DBDA-40B8-B55D-711F22E8BD26}" srcOrd="1" destOrd="0" presId="urn:microsoft.com/office/officeart/2005/8/layout/hierarchy2"/>
    <dgm:cxn modelId="{CDF73398-84AC-495F-8825-1B4489F4FCE0}" type="presParOf" srcId="{345EC569-F88B-4315-9DDD-D045589BBFEB}" destId="{C6CF05DE-413D-4341-9D2B-AB04D4D132CF}" srcOrd="2" destOrd="0" presId="urn:microsoft.com/office/officeart/2005/8/layout/hierarchy2"/>
    <dgm:cxn modelId="{29DC7A2F-4906-438F-B7F8-3E40FC24E4DA}" type="presParOf" srcId="{C6CF05DE-413D-4341-9D2B-AB04D4D132CF}" destId="{4CD2E544-475D-4E2D-9E69-52A23DDF37B8}" srcOrd="0" destOrd="0" presId="urn:microsoft.com/office/officeart/2005/8/layout/hierarchy2"/>
    <dgm:cxn modelId="{D31A6EBC-E675-4943-8366-35D2EFFEADB1}" type="presParOf" srcId="{345EC569-F88B-4315-9DDD-D045589BBFEB}" destId="{EDA1BB1D-3915-4BF9-A1DC-FB50A9462A9D}" srcOrd="3" destOrd="0" presId="urn:microsoft.com/office/officeart/2005/8/layout/hierarchy2"/>
    <dgm:cxn modelId="{D8A7DBCA-90D6-4E28-8751-998CC460F3EB}" type="presParOf" srcId="{EDA1BB1D-3915-4BF9-A1DC-FB50A9462A9D}" destId="{8AF610A3-1177-4005-8E3D-39C4EB0A6C4D}" srcOrd="0" destOrd="0" presId="urn:microsoft.com/office/officeart/2005/8/layout/hierarchy2"/>
    <dgm:cxn modelId="{FA05DF66-1208-441E-9C3B-8DB2FB3C83DF}" type="presParOf" srcId="{EDA1BB1D-3915-4BF9-A1DC-FB50A9462A9D}" destId="{693602A5-5804-4C5A-8F48-98774FBF1D44}" srcOrd="1" destOrd="0" presId="urn:microsoft.com/office/officeart/2005/8/layout/hierarchy2"/>
    <dgm:cxn modelId="{89D10D4A-10DB-4D70-A957-0A894EA253FB}" type="presParOf" srcId="{693602A5-5804-4C5A-8F48-98774FBF1D44}" destId="{4D200293-E1B4-4797-B371-06CCA5816F23}" srcOrd="0" destOrd="0" presId="urn:microsoft.com/office/officeart/2005/8/layout/hierarchy2"/>
    <dgm:cxn modelId="{C358CFDF-709D-429C-BB59-625BD4F5E5AB}" type="presParOf" srcId="{4D200293-E1B4-4797-B371-06CCA5816F23}" destId="{55862C07-996B-4389-A2A8-0C728BFFDBA8}" srcOrd="0" destOrd="0" presId="urn:microsoft.com/office/officeart/2005/8/layout/hierarchy2"/>
    <dgm:cxn modelId="{E3D79359-7B75-4FA2-9C8D-D67B50CC0315}" type="presParOf" srcId="{693602A5-5804-4C5A-8F48-98774FBF1D44}" destId="{11D5713A-37CE-400F-8861-6A1761ED83B6}" srcOrd="1" destOrd="0" presId="urn:microsoft.com/office/officeart/2005/8/layout/hierarchy2"/>
    <dgm:cxn modelId="{92E0DEC0-2CA8-4122-BA0B-C41D5A53DD7E}" type="presParOf" srcId="{11D5713A-37CE-400F-8861-6A1761ED83B6}" destId="{25E88479-DABD-433A-87D5-E1BCFE1222AB}" srcOrd="0" destOrd="0" presId="urn:microsoft.com/office/officeart/2005/8/layout/hierarchy2"/>
    <dgm:cxn modelId="{4154D1A6-A81B-497E-B2CA-7E12015F47FF}" type="presParOf" srcId="{11D5713A-37CE-400F-8861-6A1761ED83B6}" destId="{2E8B751D-028B-47C9-BE13-0E83E190A061}" srcOrd="1" destOrd="0" presId="urn:microsoft.com/office/officeart/2005/8/layout/hierarchy2"/>
    <dgm:cxn modelId="{D98A5363-A4FB-4911-9577-F8660740D0D3}" type="presParOf" srcId="{693602A5-5804-4C5A-8F48-98774FBF1D44}" destId="{E6C480CA-9AB1-4B24-9702-5A6CFB2579F0}" srcOrd="2" destOrd="0" presId="urn:microsoft.com/office/officeart/2005/8/layout/hierarchy2"/>
    <dgm:cxn modelId="{C8A6D414-1F05-4C0E-82D3-9E2665EE5849}" type="presParOf" srcId="{E6C480CA-9AB1-4B24-9702-5A6CFB2579F0}" destId="{A5E39F01-C71A-448B-BAA0-1C1A16A0D873}" srcOrd="0" destOrd="0" presId="urn:microsoft.com/office/officeart/2005/8/layout/hierarchy2"/>
    <dgm:cxn modelId="{D537038F-6ECF-41D2-A2F5-F5BCB395D2EB}" type="presParOf" srcId="{693602A5-5804-4C5A-8F48-98774FBF1D44}" destId="{4D751D98-46D9-48DE-824F-A96CDF1DF167}" srcOrd="3" destOrd="0" presId="urn:microsoft.com/office/officeart/2005/8/layout/hierarchy2"/>
    <dgm:cxn modelId="{D1F08550-4BEE-4634-AEE5-09F5C0D8B43B}" type="presParOf" srcId="{4D751D98-46D9-48DE-824F-A96CDF1DF167}" destId="{718AB36E-B20E-4430-AB55-D0DCB37D4A93}" srcOrd="0" destOrd="0" presId="urn:microsoft.com/office/officeart/2005/8/layout/hierarchy2"/>
    <dgm:cxn modelId="{97BBF8FD-B1D6-4FE2-8D81-37B00C73CE52}" type="presParOf" srcId="{4D751D98-46D9-48DE-824F-A96CDF1DF167}" destId="{E9D0C976-FFDE-409F-9F1C-F8C81D9AE44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5131F48-EDF0-41FE-B862-02DB011C733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7B2336-6947-4E96-AB12-8FB99AA75D1F}">
      <dgm:prSet phldrT="[Text]"/>
      <dgm:spPr/>
      <dgm:t>
        <a:bodyPr/>
        <a:lstStyle/>
        <a:p>
          <a:r>
            <a:rPr lang="en-US" dirty="0"/>
            <a:t>Common LLIE Metrics</a:t>
          </a:r>
        </a:p>
      </dgm:t>
    </dgm:pt>
    <dgm:pt modelId="{6CC5ED38-A16C-4A2F-ADD7-0994EED42156}" type="parTrans" cxnId="{235E6769-CDD5-476D-9E7E-140790B84F77}">
      <dgm:prSet/>
      <dgm:spPr/>
      <dgm:t>
        <a:bodyPr/>
        <a:lstStyle/>
        <a:p>
          <a:endParaRPr lang="en-US"/>
        </a:p>
      </dgm:t>
    </dgm:pt>
    <dgm:pt modelId="{2A04D0F0-3E96-4F0A-A32F-17889552533E}" type="sibTrans" cxnId="{235E6769-CDD5-476D-9E7E-140790B84F77}">
      <dgm:prSet/>
      <dgm:spPr/>
      <dgm:t>
        <a:bodyPr/>
        <a:lstStyle/>
        <a:p>
          <a:endParaRPr lang="en-US"/>
        </a:p>
      </dgm:t>
    </dgm:pt>
    <dgm:pt modelId="{116FE42B-1BDC-431E-88E3-3F078F91DAE6}">
      <dgm:prSet phldrT="[Text]"/>
      <dgm:spPr/>
      <dgm:t>
        <a:bodyPr/>
        <a:lstStyle/>
        <a:p>
          <a:r>
            <a:rPr lang="en-US" dirty="0"/>
            <a:t>Supervised</a:t>
          </a:r>
        </a:p>
      </dgm:t>
    </dgm:pt>
    <dgm:pt modelId="{0A9FD447-43DA-4AED-9861-41CF3E08E80C}" type="parTrans" cxnId="{14A36EEA-4B64-4E4E-A11F-A53191DF1D77}">
      <dgm:prSet/>
      <dgm:spPr/>
      <dgm:t>
        <a:bodyPr/>
        <a:lstStyle/>
        <a:p>
          <a:endParaRPr lang="en-US"/>
        </a:p>
      </dgm:t>
    </dgm:pt>
    <dgm:pt modelId="{15FAE6FD-B006-4CFF-82F5-62B494E5ED04}" type="sibTrans" cxnId="{14A36EEA-4B64-4E4E-A11F-A53191DF1D77}">
      <dgm:prSet/>
      <dgm:spPr/>
      <dgm:t>
        <a:bodyPr/>
        <a:lstStyle/>
        <a:p>
          <a:endParaRPr lang="en-US"/>
        </a:p>
      </dgm:t>
    </dgm:pt>
    <dgm:pt modelId="{D9161200-0317-457B-A14E-AE4A2B4BBED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PSNR</a:t>
          </a:r>
        </a:p>
      </dgm:t>
    </dgm:pt>
    <dgm:pt modelId="{0745879F-6578-49F3-83F9-CA7A223C2B96}" type="parTrans" cxnId="{2B593F13-D4EF-4537-99A8-FB7A8DFB5696}">
      <dgm:prSet/>
      <dgm:spPr/>
      <dgm:t>
        <a:bodyPr/>
        <a:lstStyle/>
        <a:p>
          <a:endParaRPr lang="en-US"/>
        </a:p>
      </dgm:t>
    </dgm:pt>
    <dgm:pt modelId="{196DCD04-4AB8-4CB0-BE8D-E8289F9C0555}" type="sibTrans" cxnId="{2B593F13-D4EF-4537-99A8-FB7A8DFB5696}">
      <dgm:prSet/>
      <dgm:spPr/>
      <dgm:t>
        <a:bodyPr/>
        <a:lstStyle/>
        <a:p>
          <a:endParaRPr lang="en-US"/>
        </a:p>
      </dgm:t>
    </dgm:pt>
    <dgm:pt modelId="{C2E00E07-6050-45E0-9C6A-6008B0D860FC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SSIM</a:t>
          </a:r>
        </a:p>
      </dgm:t>
    </dgm:pt>
    <dgm:pt modelId="{D9BCA0A7-1EFB-4771-A654-0E384005F6DD}" type="parTrans" cxnId="{903C70F1-0E0E-4382-AEFF-4488BAB2A674}">
      <dgm:prSet/>
      <dgm:spPr/>
      <dgm:t>
        <a:bodyPr/>
        <a:lstStyle/>
        <a:p>
          <a:endParaRPr lang="en-US"/>
        </a:p>
      </dgm:t>
    </dgm:pt>
    <dgm:pt modelId="{377012FB-D1CF-4DBD-B79D-1FEBBC1B9027}" type="sibTrans" cxnId="{903C70F1-0E0E-4382-AEFF-4488BAB2A674}">
      <dgm:prSet/>
      <dgm:spPr/>
      <dgm:t>
        <a:bodyPr/>
        <a:lstStyle/>
        <a:p>
          <a:endParaRPr lang="en-US"/>
        </a:p>
      </dgm:t>
    </dgm:pt>
    <dgm:pt modelId="{4582A6EE-CCA8-4D8E-86E8-4397F51A32C8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54B2FE63-35C6-483D-9E47-FEBFB1FD09ED}" type="parTrans" cxnId="{75FFC9F0-D4EB-4ED6-9114-7CCB66ED156B}">
      <dgm:prSet/>
      <dgm:spPr/>
      <dgm:t>
        <a:bodyPr/>
        <a:lstStyle/>
        <a:p>
          <a:endParaRPr lang="en-US"/>
        </a:p>
      </dgm:t>
    </dgm:pt>
    <dgm:pt modelId="{FE108874-E259-40E8-98DB-019ABC3C9778}" type="sibTrans" cxnId="{75FFC9F0-D4EB-4ED6-9114-7CCB66ED156B}">
      <dgm:prSet/>
      <dgm:spPr/>
      <dgm:t>
        <a:bodyPr/>
        <a:lstStyle/>
        <a:p>
          <a:endParaRPr lang="en-US"/>
        </a:p>
      </dgm:t>
    </dgm:pt>
    <dgm:pt modelId="{CA4579CE-5E6C-4724-83D6-F36E6409E4F5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NIQE</a:t>
          </a:r>
        </a:p>
      </dgm:t>
    </dgm:pt>
    <dgm:pt modelId="{00CF0096-28DF-4E5C-972C-FE9682A44677}" type="parTrans" cxnId="{CEAAEB5E-1DCB-4023-BF55-78C57D54FCEA}">
      <dgm:prSet/>
      <dgm:spPr/>
      <dgm:t>
        <a:bodyPr/>
        <a:lstStyle/>
        <a:p>
          <a:endParaRPr lang="en-US"/>
        </a:p>
      </dgm:t>
    </dgm:pt>
    <dgm:pt modelId="{1DF4EE75-26E5-47C1-A4EE-3178F0573C82}" type="sibTrans" cxnId="{CEAAEB5E-1DCB-4023-BF55-78C57D54FCEA}">
      <dgm:prSet/>
      <dgm:spPr/>
      <dgm:t>
        <a:bodyPr/>
        <a:lstStyle/>
        <a:p>
          <a:endParaRPr lang="en-US"/>
        </a:p>
      </dgm:t>
    </dgm:pt>
    <dgm:pt modelId="{251880D6-1608-4432-B0C0-4185FD522939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LPIPS</a:t>
          </a:r>
        </a:p>
      </dgm:t>
    </dgm:pt>
    <dgm:pt modelId="{276A5D1E-618A-49C4-937D-0AE7CD387FEF}" type="parTrans" cxnId="{ED30C7C1-1042-42B0-83FB-96CA9A6E1F5F}">
      <dgm:prSet/>
      <dgm:spPr/>
      <dgm:t>
        <a:bodyPr/>
        <a:lstStyle/>
        <a:p>
          <a:endParaRPr lang="en-US"/>
        </a:p>
      </dgm:t>
    </dgm:pt>
    <dgm:pt modelId="{DFD87EA4-557B-483C-A333-F36E07A0EFD2}" type="sibTrans" cxnId="{ED30C7C1-1042-42B0-83FB-96CA9A6E1F5F}">
      <dgm:prSet/>
      <dgm:spPr/>
      <dgm:t>
        <a:bodyPr/>
        <a:lstStyle/>
        <a:p>
          <a:endParaRPr lang="en-US"/>
        </a:p>
      </dgm:t>
    </dgm:pt>
    <dgm:pt modelId="{D4A4F1FA-D9E6-47D8-AD6B-28C29AE98B9E}">
      <dgm:prSet phldrT="[Text]"/>
      <dgm:spPr/>
      <dgm:t>
        <a:bodyPr/>
        <a:lstStyle/>
        <a:p>
          <a:r>
            <a:rPr lang="en-US" dirty="0"/>
            <a:t>PI</a:t>
          </a:r>
        </a:p>
      </dgm:t>
    </dgm:pt>
    <dgm:pt modelId="{8C6017F0-7936-4BFF-BF75-7A1E8A467DDF}" type="parTrans" cxnId="{B2C73ED3-AE91-4D1E-AAEE-EC0652E93DC7}">
      <dgm:prSet/>
      <dgm:spPr/>
      <dgm:t>
        <a:bodyPr/>
        <a:lstStyle/>
        <a:p>
          <a:endParaRPr lang="en-US"/>
        </a:p>
      </dgm:t>
    </dgm:pt>
    <dgm:pt modelId="{574CEF30-CBFD-42F5-952B-EFD1858A554B}" type="sibTrans" cxnId="{B2C73ED3-AE91-4D1E-AAEE-EC0652E93DC7}">
      <dgm:prSet/>
      <dgm:spPr/>
      <dgm:t>
        <a:bodyPr/>
        <a:lstStyle/>
        <a:p>
          <a:endParaRPr lang="en-US"/>
        </a:p>
      </dgm:t>
    </dgm:pt>
    <dgm:pt modelId="{265056AB-7A41-4578-8D0F-D6A503DF6C70}" type="pres">
      <dgm:prSet presAssocID="{15131F48-EDF0-41FE-B862-02DB011C733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C89461E-DDFD-459D-93C5-54BB1DD6EB1E}" type="pres">
      <dgm:prSet presAssocID="{B37B2336-6947-4E96-AB12-8FB99AA75D1F}" presName="root1" presStyleCnt="0"/>
      <dgm:spPr/>
    </dgm:pt>
    <dgm:pt modelId="{F3BADE98-09EB-425E-8E92-C147940CF21D}" type="pres">
      <dgm:prSet presAssocID="{B37B2336-6947-4E96-AB12-8FB99AA75D1F}" presName="LevelOneTextNode" presStyleLbl="node0" presStyleIdx="0" presStyleCnt="1" custScaleX="173793">
        <dgm:presLayoutVars>
          <dgm:chPref val="3"/>
        </dgm:presLayoutVars>
      </dgm:prSet>
      <dgm:spPr/>
    </dgm:pt>
    <dgm:pt modelId="{345EC569-F88B-4315-9DDD-D045589BBFEB}" type="pres">
      <dgm:prSet presAssocID="{B37B2336-6947-4E96-AB12-8FB99AA75D1F}" presName="level2hierChild" presStyleCnt="0"/>
      <dgm:spPr/>
    </dgm:pt>
    <dgm:pt modelId="{3F3E3F55-94B9-40CE-8ECF-98A96F268706}" type="pres">
      <dgm:prSet presAssocID="{0A9FD447-43DA-4AED-9861-41CF3E08E80C}" presName="conn2-1" presStyleLbl="parChTrans1D2" presStyleIdx="0" presStyleCnt="2"/>
      <dgm:spPr/>
    </dgm:pt>
    <dgm:pt modelId="{AF416EC6-A9A1-4EF1-9264-C12E9B0115DA}" type="pres">
      <dgm:prSet presAssocID="{0A9FD447-43DA-4AED-9861-41CF3E08E80C}" presName="connTx" presStyleLbl="parChTrans1D2" presStyleIdx="0" presStyleCnt="2"/>
      <dgm:spPr/>
    </dgm:pt>
    <dgm:pt modelId="{140209F0-C7A2-4B64-971A-8862B1E4D68D}" type="pres">
      <dgm:prSet presAssocID="{116FE42B-1BDC-431E-88E3-3F078F91DAE6}" presName="root2" presStyleCnt="0"/>
      <dgm:spPr/>
    </dgm:pt>
    <dgm:pt modelId="{CFF61D23-EE44-4521-A35A-5F4A55535A72}" type="pres">
      <dgm:prSet presAssocID="{116FE42B-1BDC-431E-88E3-3F078F91DAE6}" presName="LevelTwoTextNode" presStyleLbl="node2" presStyleIdx="0" presStyleCnt="2">
        <dgm:presLayoutVars>
          <dgm:chPref val="3"/>
        </dgm:presLayoutVars>
      </dgm:prSet>
      <dgm:spPr/>
    </dgm:pt>
    <dgm:pt modelId="{2745D3F3-16C3-49CF-8BCD-4924256DE6B4}" type="pres">
      <dgm:prSet presAssocID="{116FE42B-1BDC-431E-88E3-3F078F91DAE6}" presName="level3hierChild" presStyleCnt="0"/>
      <dgm:spPr/>
    </dgm:pt>
    <dgm:pt modelId="{8FC55360-0BE9-4382-8631-1C515B03870C}" type="pres">
      <dgm:prSet presAssocID="{0745879F-6578-49F3-83F9-CA7A223C2B96}" presName="conn2-1" presStyleLbl="parChTrans1D3" presStyleIdx="0" presStyleCnt="5"/>
      <dgm:spPr/>
    </dgm:pt>
    <dgm:pt modelId="{15404C8A-FDD3-4627-B440-E9F8043C154B}" type="pres">
      <dgm:prSet presAssocID="{0745879F-6578-49F3-83F9-CA7A223C2B96}" presName="connTx" presStyleLbl="parChTrans1D3" presStyleIdx="0" presStyleCnt="5"/>
      <dgm:spPr/>
    </dgm:pt>
    <dgm:pt modelId="{09D97ACC-8A26-470D-BE65-284DA472FDA6}" type="pres">
      <dgm:prSet presAssocID="{D9161200-0317-457B-A14E-AE4A2B4BBED7}" presName="root2" presStyleCnt="0"/>
      <dgm:spPr/>
    </dgm:pt>
    <dgm:pt modelId="{B0C927DF-1C17-4464-8001-712C22D69E9C}" type="pres">
      <dgm:prSet presAssocID="{D9161200-0317-457B-A14E-AE4A2B4BBED7}" presName="LevelTwoTextNode" presStyleLbl="node3" presStyleIdx="0" presStyleCnt="5">
        <dgm:presLayoutVars>
          <dgm:chPref val="3"/>
        </dgm:presLayoutVars>
      </dgm:prSet>
      <dgm:spPr/>
    </dgm:pt>
    <dgm:pt modelId="{4BAB5512-8AC3-49FE-A861-0983EE20790D}" type="pres">
      <dgm:prSet presAssocID="{D9161200-0317-457B-A14E-AE4A2B4BBED7}" presName="level3hierChild" presStyleCnt="0"/>
      <dgm:spPr/>
    </dgm:pt>
    <dgm:pt modelId="{3AAEB23C-9235-408A-9F7F-E7738A5A9D3C}" type="pres">
      <dgm:prSet presAssocID="{D9BCA0A7-1EFB-4771-A654-0E384005F6DD}" presName="conn2-1" presStyleLbl="parChTrans1D3" presStyleIdx="1" presStyleCnt="5"/>
      <dgm:spPr/>
    </dgm:pt>
    <dgm:pt modelId="{0BC69488-1759-459E-A306-3EA59E89CDCB}" type="pres">
      <dgm:prSet presAssocID="{D9BCA0A7-1EFB-4771-A654-0E384005F6DD}" presName="connTx" presStyleLbl="parChTrans1D3" presStyleIdx="1" presStyleCnt="5"/>
      <dgm:spPr/>
    </dgm:pt>
    <dgm:pt modelId="{6FBB39E5-4CDD-4EB0-A9BC-54088415A5FF}" type="pres">
      <dgm:prSet presAssocID="{C2E00E07-6050-45E0-9C6A-6008B0D860FC}" presName="root2" presStyleCnt="0"/>
      <dgm:spPr/>
    </dgm:pt>
    <dgm:pt modelId="{19152831-D2FD-4205-8C31-77AB54691503}" type="pres">
      <dgm:prSet presAssocID="{C2E00E07-6050-45E0-9C6A-6008B0D860FC}" presName="LevelTwoTextNode" presStyleLbl="node3" presStyleIdx="1" presStyleCnt="5">
        <dgm:presLayoutVars>
          <dgm:chPref val="3"/>
        </dgm:presLayoutVars>
      </dgm:prSet>
      <dgm:spPr/>
    </dgm:pt>
    <dgm:pt modelId="{696170CD-E2E5-470F-98A2-00B92C24C6AD}" type="pres">
      <dgm:prSet presAssocID="{C2E00E07-6050-45E0-9C6A-6008B0D860FC}" presName="level3hierChild" presStyleCnt="0"/>
      <dgm:spPr/>
    </dgm:pt>
    <dgm:pt modelId="{032D94F1-D203-458C-A8B3-1668C9811933}" type="pres">
      <dgm:prSet presAssocID="{276A5D1E-618A-49C4-937D-0AE7CD387FEF}" presName="conn2-1" presStyleLbl="parChTrans1D3" presStyleIdx="2" presStyleCnt="5"/>
      <dgm:spPr/>
    </dgm:pt>
    <dgm:pt modelId="{5D67B293-4FE2-42EB-95C2-628DD1A84AFE}" type="pres">
      <dgm:prSet presAssocID="{276A5D1E-618A-49C4-937D-0AE7CD387FEF}" presName="connTx" presStyleLbl="parChTrans1D3" presStyleIdx="2" presStyleCnt="5"/>
      <dgm:spPr/>
    </dgm:pt>
    <dgm:pt modelId="{974C2E60-3A0D-4A00-9263-DACE8C1DA066}" type="pres">
      <dgm:prSet presAssocID="{251880D6-1608-4432-B0C0-4185FD522939}" presName="root2" presStyleCnt="0"/>
      <dgm:spPr/>
    </dgm:pt>
    <dgm:pt modelId="{651A15E4-3885-4B24-A86A-6A626CD1F338}" type="pres">
      <dgm:prSet presAssocID="{251880D6-1608-4432-B0C0-4185FD522939}" presName="LevelTwoTextNode" presStyleLbl="node3" presStyleIdx="2" presStyleCnt="5">
        <dgm:presLayoutVars>
          <dgm:chPref val="3"/>
        </dgm:presLayoutVars>
      </dgm:prSet>
      <dgm:spPr/>
    </dgm:pt>
    <dgm:pt modelId="{4CC30C87-DBDA-40B8-B55D-711F22E8BD26}" type="pres">
      <dgm:prSet presAssocID="{251880D6-1608-4432-B0C0-4185FD522939}" presName="level3hierChild" presStyleCnt="0"/>
      <dgm:spPr/>
    </dgm:pt>
    <dgm:pt modelId="{C6CF05DE-413D-4341-9D2B-AB04D4D132CF}" type="pres">
      <dgm:prSet presAssocID="{54B2FE63-35C6-483D-9E47-FEBFB1FD09ED}" presName="conn2-1" presStyleLbl="parChTrans1D2" presStyleIdx="1" presStyleCnt="2"/>
      <dgm:spPr/>
    </dgm:pt>
    <dgm:pt modelId="{4CD2E544-475D-4E2D-9E69-52A23DDF37B8}" type="pres">
      <dgm:prSet presAssocID="{54B2FE63-35C6-483D-9E47-FEBFB1FD09ED}" presName="connTx" presStyleLbl="parChTrans1D2" presStyleIdx="1" presStyleCnt="2"/>
      <dgm:spPr/>
    </dgm:pt>
    <dgm:pt modelId="{EDA1BB1D-3915-4BF9-A1DC-FB50A9462A9D}" type="pres">
      <dgm:prSet presAssocID="{4582A6EE-CCA8-4D8E-86E8-4397F51A32C8}" presName="root2" presStyleCnt="0"/>
      <dgm:spPr/>
    </dgm:pt>
    <dgm:pt modelId="{8AF610A3-1177-4005-8E3D-39C4EB0A6C4D}" type="pres">
      <dgm:prSet presAssocID="{4582A6EE-CCA8-4D8E-86E8-4397F51A32C8}" presName="LevelTwoTextNode" presStyleLbl="node2" presStyleIdx="1" presStyleCnt="2">
        <dgm:presLayoutVars>
          <dgm:chPref val="3"/>
        </dgm:presLayoutVars>
      </dgm:prSet>
      <dgm:spPr/>
    </dgm:pt>
    <dgm:pt modelId="{693602A5-5804-4C5A-8F48-98774FBF1D44}" type="pres">
      <dgm:prSet presAssocID="{4582A6EE-CCA8-4D8E-86E8-4397F51A32C8}" presName="level3hierChild" presStyleCnt="0"/>
      <dgm:spPr/>
    </dgm:pt>
    <dgm:pt modelId="{4D200293-E1B4-4797-B371-06CCA5816F23}" type="pres">
      <dgm:prSet presAssocID="{00CF0096-28DF-4E5C-972C-FE9682A44677}" presName="conn2-1" presStyleLbl="parChTrans1D3" presStyleIdx="3" presStyleCnt="5"/>
      <dgm:spPr/>
    </dgm:pt>
    <dgm:pt modelId="{55862C07-996B-4389-A2A8-0C728BFFDBA8}" type="pres">
      <dgm:prSet presAssocID="{00CF0096-28DF-4E5C-972C-FE9682A44677}" presName="connTx" presStyleLbl="parChTrans1D3" presStyleIdx="3" presStyleCnt="5"/>
      <dgm:spPr/>
    </dgm:pt>
    <dgm:pt modelId="{11D5713A-37CE-400F-8861-6A1761ED83B6}" type="pres">
      <dgm:prSet presAssocID="{CA4579CE-5E6C-4724-83D6-F36E6409E4F5}" presName="root2" presStyleCnt="0"/>
      <dgm:spPr/>
    </dgm:pt>
    <dgm:pt modelId="{25E88479-DABD-433A-87D5-E1BCFE1222AB}" type="pres">
      <dgm:prSet presAssocID="{CA4579CE-5E6C-4724-83D6-F36E6409E4F5}" presName="LevelTwoTextNode" presStyleLbl="node3" presStyleIdx="3" presStyleCnt="5">
        <dgm:presLayoutVars>
          <dgm:chPref val="3"/>
        </dgm:presLayoutVars>
      </dgm:prSet>
      <dgm:spPr/>
    </dgm:pt>
    <dgm:pt modelId="{2E8B751D-028B-47C9-BE13-0E83E190A061}" type="pres">
      <dgm:prSet presAssocID="{CA4579CE-5E6C-4724-83D6-F36E6409E4F5}" presName="level3hierChild" presStyleCnt="0"/>
      <dgm:spPr/>
    </dgm:pt>
    <dgm:pt modelId="{E6C480CA-9AB1-4B24-9702-5A6CFB2579F0}" type="pres">
      <dgm:prSet presAssocID="{8C6017F0-7936-4BFF-BF75-7A1E8A467DDF}" presName="conn2-1" presStyleLbl="parChTrans1D3" presStyleIdx="4" presStyleCnt="5"/>
      <dgm:spPr/>
    </dgm:pt>
    <dgm:pt modelId="{A5E39F01-C71A-448B-BAA0-1C1A16A0D873}" type="pres">
      <dgm:prSet presAssocID="{8C6017F0-7936-4BFF-BF75-7A1E8A467DDF}" presName="connTx" presStyleLbl="parChTrans1D3" presStyleIdx="4" presStyleCnt="5"/>
      <dgm:spPr/>
    </dgm:pt>
    <dgm:pt modelId="{4D751D98-46D9-48DE-824F-A96CDF1DF167}" type="pres">
      <dgm:prSet presAssocID="{D4A4F1FA-D9E6-47D8-AD6B-28C29AE98B9E}" presName="root2" presStyleCnt="0"/>
      <dgm:spPr/>
    </dgm:pt>
    <dgm:pt modelId="{718AB36E-B20E-4430-AB55-D0DCB37D4A93}" type="pres">
      <dgm:prSet presAssocID="{D4A4F1FA-D9E6-47D8-AD6B-28C29AE98B9E}" presName="LevelTwoTextNode" presStyleLbl="node3" presStyleIdx="4" presStyleCnt="5">
        <dgm:presLayoutVars>
          <dgm:chPref val="3"/>
        </dgm:presLayoutVars>
      </dgm:prSet>
      <dgm:spPr/>
    </dgm:pt>
    <dgm:pt modelId="{E9D0C976-FFDE-409F-9F1C-F8C81D9AE440}" type="pres">
      <dgm:prSet presAssocID="{D4A4F1FA-D9E6-47D8-AD6B-28C29AE98B9E}" presName="level3hierChild" presStyleCnt="0"/>
      <dgm:spPr/>
    </dgm:pt>
  </dgm:ptLst>
  <dgm:cxnLst>
    <dgm:cxn modelId="{09E8AF0D-E49A-4BCE-92C6-CC2C9325F32D}" type="presOf" srcId="{8C6017F0-7936-4BFF-BF75-7A1E8A467DDF}" destId="{E6C480CA-9AB1-4B24-9702-5A6CFB2579F0}" srcOrd="0" destOrd="0" presId="urn:microsoft.com/office/officeart/2005/8/layout/hierarchy2"/>
    <dgm:cxn modelId="{2B593F13-D4EF-4537-99A8-FB7A8DFB5696}" srcId="{116FE42B-1BDC-431E-88E3-3F078F91DAE6}" destId="{D9161200-0317-457B-A14E-AE4A2B4BBED7}" srcOrd="0" destOrd="0" parTransId="{0745879F-6578-49F3-83F9-CA7A223C2B96}" sibTransId="{196DCD04-4AB8-4CB0-BE8D-E8289F9C0555}"/>
    <dgm:cxn modelId="{168D842F-AB75-4992-8C07-575E17808C30}" type="presOf" srcId="{276A5D1E-618A-49C4-937D-0AE7CD387FEF}" destId="{5D67B293-4FE2-42EB-95C2-628DD1A84AFE}" srcOrd="1" destOrd="0" presId="urn:microsoft.com/office/officeart/2005/8/layout/hierarchy2"/>
    <dgm:cxn modelId="{7C790734-FE03-447A-BA3A-CDB10AD78253}" type="presOf" srcId="{C2E00E07-6050-45E0-9C6A-6008B0D860FC}" destId="{19152831-D2FD-4205-8C31-77AB54691503}" srcOrd="0" destOrd="0" presId="urn:microsoft.com/office/officeart/2005/8/layout/hierarchy2"/>
    <dgm:cxn modelId="{751CD836-02E9-4A88-BC44-BF01DC1A3550}" type="presOf" srcId="{00CF0096-28DF-4E5C-972C-FE9682A44677}" destId="{4D200293-E1B4-4797-B371-06CCA5816F23}" srcOrd="0" destOrd="0" presId="urn:microsoft.com/office/officeart/2005/8/layout/hierarchy2"/>
    <dgm:cxn modelId="{73463239-67AA-4D07-8C1B-A8A6FA9F213E}" type="presOf" srcId="{CA4579CE-5E6C-4724-83D6-F36E6409E4F5}" destId="{25E88479-DABD-433A-87D5-E1BCFE1222AB}" srcOrd="0" destOrd="0" presId="urn:microsoft.com/office/officeart/2005/8/layout/hierarchy2"/>
    <dgm:cxn modelId="{7B27C85C-3F7F-42A6-8018-89A53137772A}" type="presOf" srcId="{0745879F-6578-49F3-83F9-CA7A223C2B96}" destId="{8FC55360-0BE9-4382-8631-1C515B03870C}" srcOrd="0" destOrd="0" presId="urn:microsoft.com/office/officeart/2005/8/layout/hierarchy2"/>
    <dgm:cxn modelId="{CEAAEB5E-1DCB-4023-BF55-78C57D54FCEA}" srcId="{4582A6EE-CCA8-4D8E-86E8-4397F51A32C8}" destId="{CA4579CE-5E6C-4724-83D6-F36E6409E4F5}" srcOrd="0" destOrd="0" parTransId="{00CF0096-28DF-4E5C-972C-FE9682A44677}" sibTransId="{1DF4EE75-26E5-47C1-A4EE-3178F0573C82}"/>
    <dgm:cxn modelId="{235E6769-CDD5-476D-9E7E-140790B84F77}" srcId="{15131F48-EDF0-41FE-B862-02DB011C7337}" destId="{B37B2336-6947-4E96-AB12-8FB99AA75D1F}" srcOrd="0" destOrd="0" parTransId="{6CC5ED38-A16C-4A2F-ADD7-0994EED42156}" sibTransId="{2A04D0F0-3E96-4F0A-A32F-17889552533E}"/>
    <dgm:cxn modelId="{CB00956F-4E5E-4CFE-BEA8-8641736C2C8D}" type="presOf" srcId="{0A9FD447-43DA-4AED-9861-41CF3E08E80C}" destId="{3F3E3F55-94B9-40CE-8ECF-98A96F268706}" srcOrd="0" destOrd="0" presId="urn:microsoft.com/office/officeart/2005/8/layout/hierarchy2"/>
    <dgm:cxn modelId="{D605EC71-5CFC-401B-A0FD-A200C219AA8F}" type="presOf" srcId="{D9BCA0A7-1EFB-4771-A654-0E384005F6DD}" destId="{0BC69488-1759-459E-A306-3EA59E89CDCB}" srcOrd="1" destOrd="0" presId="urn:microsoft.com/office/officeart/2005/8/layout/hierarchy2"/>
    <dgm:cxn modelId="{0B182F72-FB8F-42A9-8C7E-9CF692C73B9F}" type="presOf" srcId="{D9161200-0317-457B-A14E-AE4A2B4BBED7}" destId="{B0C927DF-1C17-4464-8001-712C22D69E9C}" srcOrd="0" destOrd="0" presId="urn:microsoft.com/office/officeart/2005/8/layout/hierarchy2"/>
    <dgm:cxn modelId="{FA0C6181-FA29-4F35-9DC0-F28C06D5BD69}" type="presOf" srcId="{54B2FE63-35C6-483D-9E47-FEBFB1FD09ED}" destId="{4CD2E544-475D-4E2D-9E69-52A23DDF37B8}" srcOrd="1" destOrd="0" presId="urn:microsoft.com/office/officeart/2005/8/layout/hierarchy2"/>
    <dgm:cxn modelId="{6F12EE81-1EBA-4D17-8346-D9215C2D6D11}" type="presOf" srcId="{251880D6-1608-4432-B0C0-4185FD522939}" destId="{651A15E4-3885-4B24-A86A-6A626CD1F338}" srcOrd="0" destOrd="0" presId="urn:microsoft.com/office/officeart/2005/8/layout/hierarchy2"/>
    <dgm:cxn modelId="{78C7AC87-2B00-40BF-8D70-CA7EA4CC5118}" type="presOf" srcId="{276A5D1E-618A-49C4-937D-0AE7CD387FEF}" destId="{032D94F1-D203-458C-A8B3-1668C9811933}" srcOrd="0" destOrd="0" presId="urn:microsoft.com/office/officeart/2005/8/layout/hierarchy2"/>
    <dgm:cxn modelId="{E6BAFD8B-F40D-4DCA-93C6-E6579540EC8E}" type="presOf" srcId="{0A9FD447-43DA-4AED-9861-41CF3E08E80C}" destId="{AF416EC6-A9A1-4EF1-9264-C12E9B0115DA}" srcOrd="1" destOrd="0" presId="urn:microsoft.com/office/officeart/2005/8/layout/hierarchy2"/>
    <dgm:cxn modelId="{0E2838B0-3FDD-4C2A-9E7E-F8D1CC306159}" type="presOf" srcId="{54B2FE63-35C6-483D-9E47-FEBFB1FD09ED}" destId="{C6CF05DE-413D-4341-9D2B-AB04D4D132CF}" srcOrd="0" destOrd="0" presId="urn:microsoft.com/office/officeart/2005/8/layout/hierarchy2"/>
    <dgm:cxn modelId="{6847ECB6-79F6-4543-81FE-43D33F531DE0}" type="presOf" srcId="{D4A4F1FA-D9E6-47D8-AD6B-28C29AE98B9E}" destId="{718AB36E-B20E-4430-AB55-D0DCB37D4A93}" srcOrd="0" destOrd="0" presId="urn:microsoft.com/office/officeart/2005/8/layout/hierarchy2"/>
    <dgm:cxn modelId="{730FFEBB-4D07-4CEF-9FC0-10501C1EAFBA}" type="presOf" srcId="{116FE42B-1BDC-431E-88E3-3F078F91DAE6}" destId="{CFF61D23-EE44-4521-A35A-5F4A55535A72}" srcOrd="0" destOrd="0" presId="urn:microsoft.com/office/officeart/2005/8/layout/hierarchy2"/>
    <dgm:cxn modelId="{ED30C7C1-1042-42B0-83FB-96CA9A6E1F5F}" srcId="{116FE42B-1BDC-431E-88E3-3F078F91DAE6}" destId="{251880D6-1608-4432-B0C0-4185FD522939}" srcOrd="2" destOrd="0" parTransId="{276A5D1E-618A-49C4-937D-0AE7CD387FEF}" sibTransId="{DFD87EA4-557B-483C-A333-F36E07A0EFD2}"/>
    <dgm:cxn modelId="{3B4C81C7-1C9E-473D-80DA-155BBB7DC7A6}" type="presOf" srcId="{0745879F-6578-49F3-83F9-CA7A223C2B96}" destId="{15404C8A-FDD3-4627-B440-E9F8043C154B}" srcOrd="1" destOrd="0" presId="urn:microsoft.com/office/officeart/2005/8/layout/hierarchy2"/>
    <dgm:cxn modelId="{B2C73ED3-AE91-4D1E-AAEE-EC0652E93DC7}" srcId="{4582A6EE-CCA8-4D8E-86E8-4397F51A32C8}" destId="{D4A4F1FA-D9E6-47D8-AD6B-28C29AE98B9E}" srcOrd="1" destOrd="0" parTransId="{8C6017F0-7936-4BFF-BF75-7A1E8A467DDF}" sibTransId="{574CEF30-CBFD-42F5-952B-EFD1858A554B}"/>
    <dgm:cxn modelId="{C91848D7-7DF1-4CB3-813A-24A03437D0DB}" type="presOf" srcId="{B37B2336-6947-4E96-AB12-8FB99AA75D1F}" destId="{F3BADE98-09EB-425E-8E92-C147940CF21D}" srcOrd="0" destOrd="0" presId="urn:microsoft.com/office/officeart/2005/8/layout/hierarchy2"/>
    <dgm:cxn modelId="{0A9973E2-86B0-4864-B01C-BCF22DD17F46}" type="presOf" srcId="{4582A6EE-CCA8-4D8E-86E8-4397F51A32C8}" destId="{8AF610A3-1177-4005-8E3D-39C4EB0A6C4D}" srcOrd="0" destOrd="0" presId="urn:microsoft.com/office/officeart/2005/8/layout/hierarchy2"/>
    <dgm:cxn modelId="{14A36EEA-4B64-4E4E-A11F-A53191DF1D77}" srcId="{B37B2336-6947-4E96-AB12-8FB99AA75D1F}" destId="{116FE42B-1BDC-431E-88E3-3F078F91DAE6}" srcOrd="0" destOrd="0" parTransId="{0A9FD447-43DA-4AED-9861-41CF3E08E80C}" sibTransId="{15FAE6FD-B006-4CFF-82F5-62B494E5ED04}"/>
    <dgm:cxn modelId="{75FFC9F0-D4EB-4ED6-9114-7CCB66ED156B}" srcId="{B37B2336-6947-4E96-AB12-8FB99AA75D1F}" destId="{4582A6EE-CCA8-4D8E-86E8-4397F51A32C8}" srcOrd="1" destOrd="0" parTransId="{54B2FE63-35C6-483D-9E47-FEBFB1FD09ED}" sibTransId="{FE108874-E259-40E8-98DB-019ABC3C9778}"/>
    <dgm:cxn modelId="{903C70F1-0E0E-4382-AEFF-4488BAB2A674}" srcId="{116FE42B-1BDC-431E-88E3-3F078F91DAE6}" destId="{C2E00E07-6050-45E0-9C6A-6008B0D860FC}" srcOrd="1" destOrd="0" parTransId="{D9BCA0A7-1EFB-4771-A654-0E384005F6DD}" sibTransId="{377012FB-D1CF-4DBD-B79D-1FEBBC1B9027}"/>
    <dgm:cxn modelId="{501410F5-8F30-40D0-B12D-072C1EABAEFB}" type="presOf" srcId="{D9BCA0A7-1EFB-4771-A654-0E384005F6DD}" destId="{3AAEB23C-9235-408A-9F7F-E7738A5A9D3C}" srcOrd="0" destOrd="0" presId="urn:microsoft.com/office/officeart/2005/8/layout/hierarchy2"/>
    <dgm:cxn modelId="{418116F6-D40F-46AC-9ED9-6C1F76E544C7}" type="presOf" srcId="{8C6017F0-7936-4BFF-BF75-7A1E8A467DDF}" destId="{A5E39F01-C71A-448B-BAA0-1C1A16A0D873}" srcOrd="1" destOrd="0" presId="urn:microsoft.com/office/officeart/2005/8/layout/hierarchy2"/>
    <dgm:cxn modelId="{D5192DF9-DCDF-4C56-94E5-BEB61B76384F}" type="presOf" srcId="{15131F48-EDF0-41FE-B862-02DB011C7337}" destId="{265056AB-7A41-4578-8D0F-D6A503DF6C70}" srcOrd="0" destOrd="0" presId="urn:microsoft.com/office/officeart/2005/8/layout/hierarchy2"/>
    <dgm:cxn modelId="{980F87FB-BA60-435A-A508-48461560724B}" type="presOf" srcId="{00CF0096-28DF-4E5C-972C-FE9682A44677}" destId="{55862C07-996B-4389-A2A8-0C728BFFDBA8}" srcOrd="1" destOrd="0" presId="urn:microsoft.com/office/officeart/2005/8/layout/hierarchy2"/>
    <dgm:cxn modelId="{D4B4010A-6B68-479F-BFA5-C320461F003B}" type="presParOf" srcId="{265056AB-7A41-4578-8D0F-D6A503DF6C70}" destId="{9C89461E-DDFD-459D-93C5-54BB1DD6EB1E}" srcOrd="0" destOrd="0" presId="urn:microsoft.com/office/officeart/2005/8/layout/hierarchy2"/>
    <dgm:cxn modelId="{4570FD46-FA51-4EB1-A4CF-DE04428DFC01}" type="presParOf" srcId="{9C89461E-DDFD-459D-93C5-54BB1DD6EB1E}" destId="{F3BADE98-09EB-425E-8E92-C147940CF21D}" srcOrd="0" destOrd="0" presId="urn:microsoft.com/office/officeart/2005/8/layout/hierarchy2"/>
    <dgm:cxn modelId="{76A3FEF9-A93A-4F60-9BD4-E2A32959346B}" type="presParOf" srcId="{9C89461E-DDFD-459D-93C5-54BB1DD6EB1E}" destId="{345EC569-F88B-4315-9DDD-D045589BBFEB}" srcOrd="1" destOrd="0" presId="urn:microsoft.com/office/officeart/2005/8/layout/hierarchy2"/>
    <dgm:cxn modelId="{2CE17E3A-1E3A-4125-A945-D6CE7B0C473D}" type="presParOf" srcId="{345EC569-F88B-4315-9DDD-D045589BBFEB}" destId="{3F3E3F55-94B9-40CE-8ECF-98A96F268706}" srcOrd="0" destOrd="0" presId="urn:microsoft.com/office/officeart/2005/8/layout/hierarchy2"/>
    <dgm:cxn modelId="{78E9888B-4FB2-4CDB-84E3-432E9C63CE0A}" type="presParOf" srcId="{3F3E3F55-94B9-40CE-8ECF-98A96F268706}" destId="{AF416EC6-A9A1-4EF1-9264-C12E9B0115DA}" srcOrd="0" destOrd="0" presId="urn:microsoft.com/office/officeart/2005/8/layout/hierarchy2"/>
    <dgm:cxn modelId="{67278792-7CCC-4A27-8169-5B8A3875F984}" type="presParOf" srcId="{345EC569-F88B-4315-9DDD-D045589BBFEB}" destId="{140209F0-C7A2-4B64-971A-8862B1E4D68D}" srcOrd="1" destOrd="0" presId="urn:microsoft.com/office/officeart/2005/8/layout/hierarchy2"/>
    <dgm:cxn modelId="{A961C566-0492-4426-A1EE-E3619585FE1F}" type="presParOf" srcId="{140209F0-C7A2-4B64-971A-8862B1E4D68D}" destId="{CFF61D23-EE44-4521-A35A-5F4A55535A72}" srcOrd="0" destOrd="0" presId="urn:microsoft.com/office/officeart/2005/8/layout/hierarchy2"/>
    <dgm:cxn modelId="{6C527F9A-1C4B-427A-8010-E0BCF052272B}" type="presParOf" srcId="{140209F0-C7A2-4B64-971A-8862B1E4D68D}" destId="{2745D3F3-16C3-49CF-8BCD-4924256DE6B4}" srcOrd="1" destOrd="0" presId="urn:microsoft.com/office/officeart/2005/8/layout/hierarchy2"/>
    <dgm:cxn modelId="{EDD96DB6-6910-4CE8-94C2-6028831FD6AA}" type="presParOf" srcId="{2745D3F3-16C3-49CF-8BCD-4924256DE6B4}" destId="{8FC55360-0BE9-4382-8631-1C515B03870C}" srcOrd="0" destOrd="0" presId="urn:microsoft.com/office/officeart/2005/8/layout/hierarchy2"/>
    <dgm:cxn modelId="{94A9E9B2-B148-43B2-8299-89B07BD5CE85}" type="presParOf" srcId="{8FC55360-0BE9-4382-8631-1C515B03870C}" destId="{15404C8A-FDD3-4627-B440-E9F8043C154B}" srcOrd="0" destOrd="0" presId="urn:microsoft.com/office/officeart/2005/8/layout/hierarchy2"/>
    <dgm:cxn modelId="{FF7F415A-1B42-41BA-8730-51655D5DFE69}" type="presParOf" srcId="{2745D3F3-16C3-49CF-8BCD-4924256DE6B4}" destId="{09D97ACC-8A26-470D-BE65-284DA472FDA6}" srcOrd="1" destOrd="0" presId="urn:microsoft.com/office/officeart/2005/8/layout/hierarchy2"/>
    <dgm:cxn modelId="{D00863D0-1EF6-4940-8074-2DDE0139F0FF}" type="presParOf" srcId="{09D97ACC-8A26-470D-BE65-284DA472FDA6}" destId="{B0C927DF-1C17-4464-8001-712C22D69E9C}" srcOrd="0" destOrd="0" presId="urn:microsoft.com/office/officeart/2005/8/layout/hierarchy2"/>
    <dgm:cxn modelId="{DF0857B1-5159-4EA1-A75C-54D411A8E2AB}" type="presParOf" srcId="{09D97ACC-8A26-470D-BE65-284DA472FDA6}" destId="{4BAB5512-8AC3-49FE-A861-0983EE20790D}" srcOrd="1" destOrd="0" presId="urn:microsoft.com/office/officeart/2005/8/layout/hierarchy2"/>
    <dgm:cxn modelId="{89B8A994-966F-46A9-BAE7-95138C890D6E}" type="presParOf" srcId="{2745D3F3-16C3-49CF-8BCD-4924256DE6B4}" destId="{3AAEB23C-9235-408A-9F7F-E7738A5A9D3C}" srcOrd="2" destOrd="0" presId="urn:microsoft.com/office/officeart/2005/8/layout/hierarchy2"/>
    <dgm:cxn modelId="{78731D67-7CE4-41A1-A52D-F412F67E64AD}" type="presParOf" srcId="{3AAEB23C-9235-408A-9F7F-E7738A5A9D3C}" destId="{0BC69488-1759-459E-A306-3EA59E89CDCB}" srcOrd="0" destOrd="0" presId="urn:microsoft.com/office/officeart/2005/8/layout/hierarchy2"/>
    <dgm:cxn modelId="{98F1331C-94A2-444A-80F3-47AF60AE9479}" type="presParOf" srcId="{2745D3F3-16C3-49CF-8BCD-4924256DE6B4}" destId="{6FBB39E5-4CDD-4EB0-A9BC-54088415A5FF}" srcOrd="3" destOrd="0" presId="urn:microsoft.com/office/officeart/2005/8/layout/hierarchy2"/>
    <dgm:cxn modelId="{473DFBE9-AFD6-4429-B807-8CA3046AC640}" type="presParOf" srcId="{6FBB39E5-4CDD-4EB0-A9BC-54088415A5FF}" destId="{19152831-D2FD-4205-8C31-77AB54691503}" srcOrd="0" destOrd="0" presId="urn:microsoft.com/office/officeart/2005/8/layout/hierarchy2"/>
    <dgm:cxn modelId="{22CB94BB-F8C3-4F9D-BE9C-3303185A5F70}" type="presParOf" srcId="{6FBB39E5-4CDD-4EB0-A9BC-54088415A5FF}" destId="{696170CD-E2E5-470F-98A2-00B92C24C6AD}" srcOrd="1" destOrd="0" presId="urn:microsoft.com/office/officeart/2005/8/layout/hierarchy2"/>
    <dgm:cxn modelId="{594EAA0B-9E32-4FF2-89AF-0C08AC157B0A}" type="presParOf" srcId="{2745D3F3-16C3-49CF-8BCD-4924256DE6B4}" destId="{032D94F1-D203-458C-A8B3-1668C9811933}" srcOrd="4" destOrd="0" presId="urn:microsoft.com/office/officeart/2005/8/layout/hierarchy2"/>
    <dgm:cxn modelId="{229185FC-B8AB-467E-A720-2FD4A02F239A}" type="presParOf" srcId="{032D94F1-D203-458C-A8B3-1668C9811933}" destId="{5D67B293-4FE2-42EB-95C2-628DD1A84AFE}" srcOrd="0" destOrd="0" presId="urn:microsoft.com/office/officeart/2005/8/layout/hierarchy2"/>
    <dgm:cxn modelId="{D853CAF3-3DE8-4F62-9AF7-D9D384BC7F92}" type="presParOf" srcId="{2745D3F3-16C3-49CF-8BCD-4924256DE6B4}" destId="{974C2E60-3A0D-4A00-9263-DACE8C1DA066}" srcOrd="5" destOrd="0" presId="urn:microsoft.com/office/officeart/2005/8/layout/hierarchy2"/>
    <dgm:cxn modelId="{E2689FB0-2DB4-4252-999E-154DB4DEB7B1}" type="presParOf" srcId="{974C2E60-3A0D-4A00-9263-DACE8C1DA066}" destId="{651A15E4-3885-4B24-A86A-6A626CD1F338}" srcOrd="0" destOrd="0" presId="urn:microsoft.com/office/officeart/2005/8/layout/hierarchy2"/>
    <dgm:cxn modelId="{A3D6F7B3-AB52-4FED-AF59-CC99C0C0A1F2}" type="presParOf" srcId="{974C2E60-3A0D-4A00-9263-DACE8C1DA066}" destId="{4CC30C87-DBDA-40B8-B55D-711F22E8BD26}" srcOrd="1" destOrd="0" presId="urn:microsoft.com/office/officeart/2005/8/layout/hierarchy2"/>
    <dgm:cxn modelId="{CDF73398-84AC-495F-8825-1B4489F4FCE0}" type="presParOf" srcId="{345EC569-F88B-4315-9DDD-D045589BBFEB}" destId="{C6CF05DE-413D-4341-9D2B-AB04D4D132CF}" srcOrd="2" destOrd="0" presId="urn:microsoft.com/office/officeart/2005/8/layout/hierarchy2"/>
    <dgm:cxn modelId="{29DC7A2F-4906-438F-B7F8-3E40FC24E4DA}" type="presParOf" srcId="{C6CF05DE-413D-4341-9D2B-AB04D4D132CF}" destId="{4CD2E544-475D-4E2D-9E69-52A23DDF37B8}" srcOrd="0" destOrd="0" presId="urn:microsoft.com/office/officeart/2005/8/layout/hierarchy2"/>
    <dgm:cxn modelId="{D31A6EBC-E675-4943-8366-35D2EFFEADB1}" type="presParOf" srcId="{345EC569-F88B-4315-9DDD-D045589BBFEB}" destId="{EDA1BB1D-3915-4BF9-A1DC-FB50A9462A9D}" srcOrd="3" destOrd="0" presId="urn:microsoft.com/office/officeart/2005/8/layout/hierarchy2"/>
    <dgm:cxn modelId="{D8A7DBCA-90D6-4E28-8751-998CC460F3EB}" type="presParOf" srcId="{EDA1BB1D-3915-4BF9-A1DC-FB50A9462A9D}" destId="{8AF610A3-1177-4005-8E3D-39C4EB0A6C4D}" srcOrd="0" destOrd="0" presId="urn:microsoft.com/office/officeart/2005/8/layout/hierarchy2"/>
    <dgm:cxn modelId="{FA05DF66-1208-441E-9C3B-8DB2FB3C83DF}" type="presParOf" srcId="{EDA1BB1D-3915-4BF9-A1DC-FB50A9462A9D}" destId="{693602A5-5804-4C5A-8F48-98774FBF1D44}" srcOrd="1" destOrd="0" presId="urn:microsoft.com/office/officeart/2005/8/layout/hierarchy2"/>
    <dgm:cxn modelId="{89D10D4A-10DB-4D70-A957-0A894EA253FB}" type="presParOf" srcId="{693602A5-5804-4C5A-8F48-98774FBF1D44}" destId="{4D200293-E1B4-4797-B371-06CCA5816F23}" srcOrd="0" destOrd="0" presId="urn:microsoft.com/office/officeart/2005/8/layout/hierarchy2"/>
    <dgm:cxn modelId="{C358CFDF-709D-429C-BB59-625BD4F5E5AB}" type="presParOf" srcId="{4D200293-E1B4-4797-B371-06CCA5816F23}" destId="{55862C07-996B-4389-A2A8-0C728BFFDBA8}" srcOrd="0" destOrd="0" presId="urn:microsoft.com/office/officeart/2005/8/layout/hierarchy2"/>
    <dgm:cxn modelId="{E3D79359-7B75-4FA2-9C8D-D67B50CC0315}" type="presParOf" srcId="{693602A5-5804-4C5A-8F48-98774FBF1D44}" destId="{11D5713A-37CE-400F-8861-6A1761ED83B6}" srcOrd="1" destOrd="0" presId="urn:microsoft.com/office/officeart/2005/8/layout/hierarchy2"/>
    <dgm:cxn modelId="{92E0DEC0-2CA8-4122-BA0B-C41D5A53DD7E}" type="presParOf" srcId="{11D5713A-37CE-400F-8861-6A1761ED83B6}" destId="{25E88479-DABD-433A-87D5-E1BCFE1222AB}" srcOrd="0" destOrd="0" presId="urn:microsoft.com/office/officeart/2005/8/layout/hierarchy2"/>
    <dgm:cxn modelId="{4154D1A6-A81B-497E-B2CA-7E12015F47FF}" type="presParOf" srcId="{11D5713A-37CE-400F-8861-6A1761ED83B6}" destId="{2E8B751D-028B-47C9-BE13-0E83E190A061}" srcOrd="1" destOrd="0" presId="urn:microsoft.com/office/officeart/2005/8/layout/hierarchy2"/>
    <dgm:cxn modelId="{D98A5363-A4FB-4911-9577-F8660740D0D3}" type="presParOf" srcId="{693602A5-5804-4C5A-8F48-98774FBF1D44}" destId="{E6C480CA-9AB1-4B24-9702-5A6CFB2579F0}" srcOrd="2" destOrd="0" presId="urn:microsoft.com/office/officeart/2005/8/layout/hierarchy2"/>
    <dgm:cxn modelId="{C8A6D414-1F05-4C0E-82D3-9E2665EE5849}" type="presParOf" srcId="{E6C480CA-9AB1-4B24-9702-5A6CFB2579F0}" destId="{A5E39F01-C71A-448B-BAA0-1C1A16A0D873}" srcOrd="0" destOrd="0" presId="urn:microsoft.com/office/officeart/2005/8/layout/hierarchy2"/>
    <dgm:cxn modelId="{D537038F-6ECF-41D2-A2F5-F5BCB395D2EB}" type="presParOf" srcId="{693602A5-5804-4C5A-8F48-98774FBF1D44}" destId="{4D751D98-46D9-48DE-824F-A96CDF1DF167}" srcOrd="3" destOrd="0" presId="urn:microsoft.com/office/officeart/2005/8/layout/hierarchy2"/>
    <dgm:cxn modelId="{D1F08550-4BEE-4634-AEE5-09F5C0D8B43B}" type="presParOf" srcId="{4D751D98-46D9-48DE-824F-A96CDF1DF167}" destId="{718AB36E-B20E-4430-AB55-D0DCB37D4A93}" srcOrd="0" destOrd="0" presId="urn:microsoft.com/office/officeart/2005/8/layout/hierarchy2"/>
    <dgm:cxn modelId="{97BBF8FD-B1D6-4FE2-8D81-37B00C73CE52}" type="presParOf" srcId="{4D751D98-46D9-48DE-824F-A96CDF1DF167}" destId="{E9D0C976-FFDE-409F-9F1C-F8C81D9AE44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5131F48-EDF0-41FE-B862-02DB011C7337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7B2336-6947-4E96-AB12-8FB99AA75D1F}">
      <dgm:prSet phldrT="[Text]"/>
      <dgm:spPr/>
      <dgm:t>
        <a:bodyPr/>
        <a:lstStyle/>
        <a:p>
          <a:r>
            <a:rPr lang="en-US" dirty="0"/>
            <a:t>Common LLIE Metrics</a:t>
          </a:r>
        </a:p>
      </dgm:t>
    </dgm:pt>
    <dgm:pt modelId="{6CC5ED38-A16C-4A2F-ADD7-0994EED42156}" type="parTrans" cxnId="{235E6769-CDD5-476D-9E7E-140790B84F77}">
      <dgm:prSet/>
      <dgm:spPr/>
      <dgm:t>
        <a:bodyPr/>
        <a:lstStyle/>
        <a:p>
          <a:endParaRPr lang="en-US"/>
        </a:p>
      </dgm:t>
    </dgm:pt>
    <dgm:pt modelId="{2A04D0F0-3E96-4F0A-A32F-17889552533E}" type="sibTrans" cxnId="{235E6769-CDD5-476D-9E7E-140790B84F77}">
      <dgm:prSet/>
      <dgm:spPr/>
      <dgm:t>
        <a:bodyPr/>
        <a:lstStyle/>
        <a:p>
          <a:endParaRPr lang="en-US"/>
        </a:p>
      </dgm:t>
    </dgm:pt>
    <dgm:pt modelId="{116FE42B-1BDC-431E-88E3-3F078F91DAE6}">
      <dgm:prSet phldrT="[Text]"/>
      <dgm:spPr/>
      <dgm:t>
        <a:bodyPr/>
        <a:lstStyle/>
        <a:p>
          <a:r>
            <a:rPr lang="en-US" dirty="0"/>
            <a:t>Supervised</a:t>
          </a:r>
        </a:p>
      </dgm:t>
    </dgm:pt>
    <dgm:pt modelId="{0A9FD447-43DA-4AED-9861-41CF3E08E80C}" type="parTrans" cxnId="{14A36EEA-4B64-4E4E-A11F-A53191DF1D77}">
      <dgm:prSet/>
      <dgm:spPr/>
      <dgm:t>
        <a:bodyPr/>
        <a:lstStyle/>
        <a:p>
          <a:endParaRPr lang="en-US"/>
        </a:p>
      </dgm:t>
    </dgm:pt>
    <dgm:pt modelId="{15FAE6FD-B006-4CFF-82F5-62B494E5ED04}" type="sibTrans" cxnId="{14A36EEA-4B64-4E4E-A11F-A53191DF1D77}">
      <dgm:prSet/>
      <dgm:spPr/>
      <dgm:t>
        <a:bodyPr/>
        <a:lstStyle/>
        <a:p>
          <a:endParaRPr lang="en-US"/>
        </a:p>
      </dgm:t>
    </dgm:pt>
    <dgm:pt modelId="{D9161200-0317-457B-A14E-AE4A2B4BBED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PSNR</a:t>
          </a:r>
        </a:p>
      </dgm:t>
    </dgm:pt>
    <dgm:pt modelId="{0745879F-6578-49F3-83F9-CA7A223C2B96}" type="parTrans" cxnId="{2B593F13-D4EF-4537-99A8-FB7A8DFB5696}">
      <dgm:prSet/>
      <dgm:spPr/>
      <dgm:t>
        <a:bodyPr/>
        <a:lstStyle/>
        <a:p>
          <a:endParaRPr lang="en-US"/>
        </a:p>
      </dgm:t>
    </dgm:pt>
    <dgm:pt modelId="{196DCD04-4AB8-4CB0-BE8D-E8289F9C0555}" type="sibTrans" cxnId="{2B593F13-D4EF-4537-99A8-FB7A8DFB5696}">
      <dgm:prSet/>
      <dgm:spPr/>
      <dgm:t>
        <a:bodyPr/>
        <a:lstStyle/>
        <a:p>
          <a:endParaRPr lang="en-US"/>
        </a:p>
      </dgm:t>
    </dgm:pt>
    <dgm:pt modelId="{C2E00E07-6050-45E0-9C6A-6008B0D860FC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SSIM</a:t>
          </a:r>
        </a:p>
      </dgm:t>
    </dgm:pt>
    <dgm:pt modelId="{D9BCA0A7-1EFB-4771-A654-0E384005F6DD}" type="parTrans" cxnId="{903C70F1-0E0E-4382-AEFF-4488BAB2A674}">
      <dgm:prSet/>
      <dgm:spPr/>
      <dgm:t>
        <a:bodyPr/>
        <a:lstStyle/>
        <a:p>
          <a:endParaRPr lang="en-US"/>
        </a:p>
      </dgm:t>
    </dgm:pt>
    <dgm:pt modelId="{377012FB-D1CF-4DBD-B79D-1FEBBC1B9027}" type="sibTrans" cxnId="{903C70F1-0E0E-4382-AEFF-4488BAB2A674}">
      <dgm:prSet/>
      <dgm:spPr/>
      <dgm:t>
        <a:bodyPr/>
        <a:lstStyle/>
        <a:p>
          <a:endParaRPr lang="en-US"/>
        </a:p>
      </dgm:t>
    </dgm:pt>
    <dgm:pt modelId="{4582A6EE-CCA8-4D8E-86E8-4397F51A32C8}">
      <dgm:prSet phldrT="[Text]"/>
      <dgm:spPr/>
      <dgm:t>
        <a:bodyPr/>
        <a:lstStyle/>
        <a:p>
          <a:r>
            <a:rPr lang="en-US" dirty="0"/>
            <a:t>Unsupervised</a:t>
          </a:r>
        </a:p>
      </dgm:t>
    </dgm:pt>
    <dgm:pt modelId="{54B2FE63-35C6-483D-9E47-FEBFB1FD09ED}" type="parTrans" cxnId="{75FFC9F0-D4EB-4ED6-9114-7CCB66ED156B}">
      <dgm:prSet/>
      <dgm:spPr/>
      <dgm:t>
        <a:bodyPr/>
        <a:lstStyle/>
        <a:p>
          <a:endParaRPr lang="en-US"/>
        </a:p>
      </dgm:t>
    </dgm:pt>
    <dgm:pt modelId="{FE108874-E259-40E8-98DB-019ABC3C9778}" type="sibTrans" cxnId="{75FFC9F0-D4EB-4ED6-9114-7CCB66ED156B}">
      <dgm:prSet/>
      <dgm:spPr/>
      <dgm:t>
        <a:bodyPr/>
        <a:lstStyle/>
        <a:p>
          <a:endParaRPr lang="en-US"/>
        </a:p>
      </dgm:t>
    </dgm:pt>
    <dgm:pt modelId="{CA4579CE-5E6C-4724-83D6-F36E6409E4F5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NIQE</a:t>
          </a:r>
        </a:p>
      </dgm:t>
    </dgm:pt>
    <dgm:pt modelId="{00CF0096-28DF-4E5C-972C-FE9682A44677}" type="parTrans" cxnId="{CEAAEB5E-1DCB-4023-BF55-78C57D54FCEA}">
      <dgm:prSet/>
      <dgm:spPr/>
      <dgm:t>
        <a:bodyPr/>
        <a:lstStyle/>
        <a:p>
          <a:endParaRPr lang="en-US"/>
        </a:p>
      </dgm:t>
    </dgm:pt>
    <dgm:pt modelId="{1DF4EE75-26E5-47C1-A4EE-3178F0573C82}" type="sibTrans" cxnId="{CEAAEB5E-1DCB-4023-BF55-78C57D54FCEA}">
      <dgm:prSet/>
      <dgm:spPr/>
      <dgm:t>
        <a:bodyPr/>
        <a:lstStyle/>
        <a:p>
          <a:endParaRPr lang="en-US"/>
        </a:p>
      </dgm:t>
    </dgm:pt>
    <dgm:pt modelId="{251880D6-1608-4432-B0C0-4185FD522939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LPIPS</a:t>
          </a:r>
        </a:p>
      </dgm:t>
    </dgm:pt>
    <dgm:pt modelId="{276A5D1E-618A-49C4-937D-0AE7CD387FEF}" type="parTrans" cxnId="{ED30C7C1-1042-42B0-83FB-96CA9A6E1F5F}">
      <dgm:prSet/>
      <dgm:spPr/>
      <dgm:t>
        <a:bodyPr/>
        <a:lstStyle/>
        <a:p>
          <a:endParaRPr lang="en-US"/>
        </a:p>
      </dgm:t>
    </dgm:pt>
    <dgm:pt modelId="{DFD87EA4-557B-483C-A333-F36E07A0EFD2}" type="sibTrans" cxnId="{ED30C7C1-1042-42B0-83FB-96CA9A6E1F5F}">
      <dgm:prSet/>
      <dgm:spPr/>
      <dgm:t>
        <a:bodyPr/>
        <a:lstStyle/>
        <a:p>
          <a:endParaRPr lang="en-US"/>
        </a:p>
      </dgm:t>
    </dgm:pt>
    <dgm:pt modelId="{D4A4F1FA-D9E6-47D8-AD6B-28C29AE98B9E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PI</a:t>
          </a:r>
        </a:p>
      </dgm:t>
    </dgm:pt>
    <dgm:pt modelId="{8C6017F0-7936-4BFF-BF75-7A1E8A467DDF}" type="parTrans" cxnId="{B2C73ED3-AE91-4D1E-AAEE-EC0652E93DC7}">
      <dgm:prSet/>
      <dgm:spPr/>
      <dgm:t>
        <a:bodyPr/>
        <a:lstStyle/>
        <a:p>
          <a:endParaRPr lang="en-US"/>
        </a:p>
      </dgm:t>
    </dgm:pt>
    <dgm:pt modelId="{574CEF30-CBFD-42F5-952B-EFD1858A554B}" type="sibTrans" cxnId="{B2C73ED3-AE91-4D1E-AAEE-EC0652E93DC7}">
      <dgm:prSet/>
      <dgm:spPr/>
      <dgm:t>
        <a:bodyPr/>
        <a:lstStyle/>
        <a:p>
          <a:endParaRPr lang="en-US"/>
        </a:p>
      </dgm:t>
    </dgm:pt>
    <dgm:pt modelId="{265056AB-7A41-4578-8D0F-D6A503DF6C70}" type="pres">
      <dgm:prSet presAssocID="{15131F48-EDF0-41FE-B862-02DB011C733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9C89461E-DDFD-459D-93C5-54BB1DD6EB1E}" type="pres">
      <dgm:prSet presAssocID="{B37B2336-6947-4E96-AB12-8FB99AA75D1F}" presName="root1" presStyleCnt="0"/>
      <dgm:spPr/>
    </dgm:pt>
    <dgm:pt modelId="{F3BADE98-09EB-425E-8E92-C147940CF21D}" type="pres">
      <dgm:prSet presAssocID="{B37B2336-6947-4E96-AB12-8FB99AA75D1F}" presName="LevelOneTextNode" presStyleLbl="node0" presStyleIdx="0" presStyleCnt="1" custScaleX="173793">
        <dgm:presLayoutVars>
          <dgm:chPref val="3"/>
        </dgm:presLayoutVars>
      </dgm:prSet>
      <dgm:spPr/>
    </dgm:pt>
    <dgm:pt modelId="{345EC569-F88B-4315-9DDD-D045589BBFEB}" type="pres">
      <dgm:prSet presAssocID="{B37B2336-6947-4E96-AB12-8FB99AA75D1F}" presName="level2hierChild" presStyleCnt="0"/>
      <dgm:spPr/>
    </dgm:pt>
    <dgm:pt modelId="{3F3E3F55-94B9-40CE-8ECF-98A96F268706}" type="pres">
      <dgm:prSet presAssocID="{0A9FD447-43DA-4AED-9861-41CF3E08E80C}" presName="conn2-1" presStyleLbl="parChTrans1D2" presStyleIdx="0" presStyleCnt="2"/>
      <dgm:spPr/>
    </dgm:pt>
    <dgm:pt modelId="{AF416EC6-A9A1-4EF1-9264-C12E9B0115DA}" type="pres">
      <dgm:prSet presAssocID="{0A9FD447-43DA-4AED-9861-41CF3E08E80C}" presName="connTx" presStyleLbl="parChTrans1D2" presStyleIdx="0" presStyleCnt="2"/>
      <dgm:spPr/>
    </dgm:pt>
    <dgm:pt modelId="{140209F0-C7A2-4B64-971A-8862B1E4D68D}" type="pres">
      <dgm:prSet presAssocID="{116FE42B-1BDC-431E-88E3-3F078F91DAE6}" presName="root2" presStyleCnt="0"/>
      <dgm:spPr/>
    </dgm:pt>
    <dgm:pt modelId="{CFF61D23-EE44-4521-A35A-5F4A55535A72}" type="pres">
      <dgm:prSet presAssocID="{116FE42B-1BDC-431E-88E3-3F078F91DAE6}" presName="LevelTwoTextNode" presStyleLbl="node2" presStyleIdx="0" presStyleCnt="2">
        <dgm:presLayoutVars>
          <dgm:chPref val="3"/>
        </dgm:presLayoutVars>
      </dgm:prSet>
      <dgm:spPr/>
    </dgm:pt>
    <dgm:pt modelId="{2745D3F3-16C3-49CF-8BCD-4924256DE6B4}" type="pres">
      <dgm:prSet presAssocID="{116FE42B-1BDC-431E-88E3-3F078F91DAE6}" presName="level3hierChild" presStyleCnt="0"/>
      <dgm:spPr/>
    </dgm:pt>
    <dgm:pt modelId="{8FC55360-0BE9-4382-8631-1C515B03870C}" type="pres">
      <dgm:prSet presAssocID="{0745879F-6578-49F3-83F9-CA7A223C2B96}" presName="conn2-1" presStyleLbl="parChTrans1D3" presStyleIdx="0" presStyleCnt="5"/>
      <dgm:spPr/>
    </dgm:pt>
    <dgm:pt modelId="{15404C8A-FDD3-4627-B440-E9F8043C154B}" type="pres">
      <dgm:prSet presAssocID="{0745879F-6578-49F3-83F9-CA7A223C2B96}" presName="connTx" presStyleLbl="parChTrans1D3" presStyleIdx="0" presStyleCnt="5"/>
      <dgm:spPr/>
    </dgm:pt>
    <dgm:pt modelId="{09D97ACC-8A26-470D-BE65-284DA472FDA6}" type="pres">
      <dgm:prSet presAssocID="{D9161200-0317-457B-A14E-AE4A2B4BBED7}" presName="root2" presStyleCnt="0"/>
      <dgm:spPr/>
    </dgm:pt>
    <dgm:pt modelId="{B0C927DF-1C17-4464-8001-712C22D69E9C}" type="pres">
      <dgm:prSet presAssocID="{D9161200-0317-457B-A14E-AE4A2B4BBED7}" presName="LevelTwoTextNode" presStyleLbl="node3" presStyleIdx="0" presStyleCnt="5">
        <dgm:presLayoutVars>
          <dgm:chPref val="3"/>
        </dgm:presLayoutVars>
      </dgm:prSet>
      <dgm:spPr/>
    </dgm:pt>
    <dgm:pt modelId="{4BAB5512-8AC3-49FE-A861-0983EE20790D}" type="pres">
      <dgm:prSet presAssocID="{D9161200-0317-457B-A14E-AE4A2B4BBED7}" presName="level3hierChild" presStyleCnt="0"/>
      <dgm:spPr/>
    </dgm:pt>
    <dgm:pt modelId="{3AAEB23C-9235-408A-9F7F-E7738A5A9D3C}" type="pres">
      <dgm:prSet presAssocID="{D9BCA0A7-1EFB-4771-A654-0E384005F6DD}" presName="conn2-1" presStyleLbl="parChTrans1D3" presStyleIdx="1" presStyleCnt="5"/>
      <dgm:spPr/>
    </dgm:pt>
    <dgm:pt modelId="{0BC69488-1759-459E-A306-3EA59E89CDCB}" type="pres">
      <dgm:prSet presAssocID="{D9BCA0A7-1EFB-4771-A654-0E384005F6DD}" presName="connTx" presStyleLbl="parChTrans1D3" presStyleIdx="1" presStyleCnt="5"/>
      <dgm:spPr/>
    </dgm:pt>
    <dgm:pt modelId="{6FBB39E5-4CDD-4EB0-A9BC-54088415A5FF}" type="pres">
      <dgm:prSet presAssocID="{C2E00E07-6050-45E0-9C6A-6008B0D860FC}" presName="root2" presStyleCnt="0"/>
      <dgm:spPr/>
    </dgm:pt>
    <dgm:pt modelId="{19152831-D2FD-4205-8C31-77AB54691503}" type="pres">
      <dgm:prSet presAssocID="{C2E00E07-6050-45E0-9C6A-6008B0D860FC}" presName="LevelTwoTextNode" presStyleLbl="node3" presStyleIdx="1" presStyleCnt="5">
        <dgm:presLayoutVars>
          <dgm:chPref val="3"/>
        </dgm:presLayoutVars>
      </dgm:prSet>
      <dgm:spPr/>
    </dgm:pt>
    <dgm:pt modelId="{696170CD-E2E5-470F-98A2-00B92C24C6AD}" type="pres">
      <dgm:prSet presAssocID="{C2E00E07-6050-45E0-9C6A-6008B0D860FC}" presName="level3hierChild" presStyleCnt="0"/>
      <dgm:spPr/>
    </dgm:pt>
    <dgm:pt modelId="{032D94F1-D203-458C-A8B3-1668C9811933}" type="pres">
      <dgm:prSet presAssocID="{276A5D1E-618A-49C4-937D-0AE7CD387FEF}" presName="conn2-1" presStyleLbl="parChTrans1D3" presStyleIdx="2" presStyleCnt="5"/>
      <dgm:spPr/>
    </dgm:pt>
    <dgm:pt modelId="{5D67B293-4FE2-42EB-95C2-628DD1A84AFE}" type="pres">
      <dgm:prSet presAssocID="{276A5D1E-618A-49C4-937D-0AE7CD387FEF}" presName="connTx" presStyleLbl="parChTrans1D3" presStyleIdx="2" presStyleCnt="5"/>
      <dgm:spPr/>
    </dgm:pt>
    <dgm:pt modelId="{974C2E60-3A0D-4A00-9263-DACE8C1DA066}" type="pres">
      <dgm:prSet presAssocID="{251880D6-1608-4432-B0C0-4185FD522939}" presName="root2" presStyleCnt="0"/>
      <dgm:spPr/>
    </dgm:pt>
    <dgm:pt modelId="{651A15E4-3885-4B24-A86A-6A626CD1F338}" type="pres">
      <dgm:prSet presAssocID="{251880D6-1608-4432-B0C0-4185FD522939}" presName="LevelTwoTextNode" presStyleLbl="node3" presStyleIdx="2" presStyleCnt="5">
        <dgm:presLayoutVars>
          <dgm:chPref val="3"/>
        </dgm:presLayoutVars>
      </dgm:prSet>
      <dgm:spPr/>
    </dgm:pt>
    <dgm:pt modelId="{4CC30C87-DBDA-40B8-B55D-711F22E8BD26}" type="pres">
      <dgm:prSet presAssocID="{251880D6-1608-4432-B0C0-4185FD522939}" presName="level3hierChild" presStyleCnt="0"/>
      <dgm:spPr/>
    </dgm:pt>
    <dgm:pt modelId="{C6CF05DE-413D-4341-9D2B-AB04D4D132CF}" type="pres">
      <dgm:prSet presAssocID="{54B2FE63-35C6-483D-9E47-FEBFB1FD09ED}" presName="conn2-1" presStyleLbl="parChTrans1D2" presStyleIdx="1" presStyleCnt="2"/>
      <dgm:spPr/>
    </dgm:pt>
    <dgm:pt modelId="{4CD2E544-475D-4E2D-9E69-52A23DDF37B8}" type="pres">
      <dgm:prSet presAssocID="{54B2FE63-35C6-483D-9E47-FEBFB1FD09ED}" presName="connTx" presStyleLbl="parChTrans1D2" presStyleIdx="1" presStyleCnt="2"/>
      <dgm:spPr/>
    </dgm:pt>
    <dgm:pt modelId="{EDA1BB1D-3915-4BF9-A1DC-FB50A9462A9D}" type="pres">
      <dgm:prSet presAssocID="{4582A6EE-CCA8-4D8E-86E8-4397F51A32C8}" presName="root2" presStyleCnt="0"/>
      <dgm:spPr/>
    </dgm:pt>
    <dgm:pt modelId="{8AF610A3-1177-4005-8E3D-39C4EB0A6C4D}" type="pres">
      <dgm:prSet presAssocID="{4582A6EE-CCA8-4D8E-86E8-4397F51A32C8}" presName="LevelTwoTextNode" presStyleLbl="node2" presStyleIdx="1" presStyleCnt="2">
        <dgm:presLayoutVars>
          <dgm:chPref val="3"/>
        </dgm:presLayoutVars>
      </dgm:prSet>
      <dgm:spPr/>
    </dgm:pt>
    <dgm:pt modelId="{693602A5-5804-4C5A-8F48-98774FBF1D44}" type="pres">
      <dgm:prSet presAssocID="{4582A6EE-CCA8-4D8E-86E8-4397F51A32C8}" presName="level3hierChild" presStyleCnt="0"/>
      <dgm:spPr/>
    </dgm:pt>
    <dgm:pt modelId="{4D200293-E1B4-4797-B371-06CCA5816F23}" type="pres">
      <dgm:prSet presAssocID="{00CF0096-28DF-4E5C-972C-FE9682A44677}" presName="conn2-1" presStyleLbl="parChTrans1D3" presStyleIdx="3" presStyleCnt="5"/>
      <dgm:spPr/>
    </dgm:pt>
    <dgm:pt modelId="{55862C07-996B-4389-A2A8-0C728BFFDBA8}" type="pres">
      <dgm:prSet presAssocID="{00CF0096-28DF-4E5C-972C-FE9682A44677}" presName="connTx" presStyleLbl="parChTrans1D3" presStyleIdx="3" presStyleCnt="5"/>
      <dgm:spPr/>
    </dgm:pt>
    <dgm:pt modelId="{11D5713A-37CE-400F-8861-6A1761ED83B6}" type="pres">
      <dgm:prSet presAssocID="{CA4579CE-5E6C-4724-83D6-F36E6409E4F5}" presName="root2" presStyleCnt="0"/>
      <dgm:spPr/>
    </dgm:pt>
    <dgm:pt modelId="{25E88479-DABD-433A-87D5-E1BCFE1222AB}" type="pres">
      <dgm:prSet presAssocID="{CA4579CE-5E6C-4724-83D6-F36E6409E4F5}" presName="LevelTwoTextNode" presStyleLbl="node3" presStyleIdx="3" presStyleCnt="5">
        <dgm:presLayoutVars>
          <dgm:chPref val="3"/>
        </dgm:presLayoutVars>
      </dgm:prSet>
      <dgm:spPr/>
    </dgm:pt>
    <dgm:pt modelId="{2E8B751D-028B-47C9-BE13-0E83E190A061}" type="pres">
      <dgm:prSet presAssocID="{CA4579CE-5E6C-4724-83D6-F36E6409E4F5}" presName="level3hierChild" presStyleCnt="0"/>
      <dgm:spPr/>
    </dgm:pt>
    <dgm:pt modelId="{E6C480CA-9AB1-4B24-9702-5A6CFB2579F0}" type="pres">
      <dgm:prSet presAssocID="{8C6017F0-7936-4BFF-BF75-7A1E8A467DDF}" presName="conn2-1" presStyleLbl="parChTrans1D3" presStyleIdx="4" presStyleCnt="5"/>
      <dgm:spPr/>
    </dgm:pt>
    <dgm:pt modelId="{A5E39F01-C71A-448B-BAA0-1C1A16A0D873}" type="pres">
      <dgm:prSet presAssocID="{8C6017F0-7936-4BFF-BF75-7A1E8A467DDF}" presName="connTx" presStyleLbl="parChTrans1D3" presStyleIdx="4" presStyleCnt="5"/>
      <dgm:spPr/>
    </dgm:pt>
    <dgm:pt modelId="{4D751D98-46D9-48DE-824F-A96CDF1DF167}" type="pres">
      <dgm:prSet presAssocID="{D4A4F1FA-D9E6-47D8-AD6B-28C29AE98B9E}" presName="root2" presStyleCnt="0"/>
      <dgm:spPr/>
    </dgm:pt>
    <dgm:pt modelId="{718AB36E-B20E-4430-AB55-D0DCB37D4A93}" type="pres">
      <dgm:prSet presAssocID="{D4A4F1FA-D9E6-47D8-AD6B-28C29AE98B9E}" presName="LevelTwoTextNode" presStyleLbl="node3" presStyleIdx="4" presStyleCnt="5">
        <dgm:presLayoutVars>
          <dgm:chPref val="3"/>
        </dgm:presLayoutVars>
      </dgm:prSet>
      <dgm:spPr/>
    </dgm:pt>
    <dgm:pt modelId="{E9D0C976-FFDE-409F-9F1C-F8C81D9AE440}" type="pres">
      <dgm:prSet presAssocID="{D4A4F1FA-D9E6-47D8-AD6B-28C29AE98B9E}" presName="level3hierChild" presStyleCnt="0"/>
      <dgm:spPr/>
    </dgm:pt>
  </dgm:ptLst>
  <dgm:cxnLst>
    <dgm:cxn modelId="{09E8AF0D-E49A-4BCE-92C6-CC2C9325F32D}" type="presOf" srcId="{8C6017F0-7936-4BFF-BF75-7A1E8A467DDF}" destId="{E6C480CA-9AB1-4B24-9702-5A6CFB2579F0}" srcOrd="0" destOrd="0" presId="urn:microsoft.com/office/officeart/2005/8/layout/hierarchy2"/>
    <dgm:cxn modelId="{2B593F13-D4EF-4537-99A8-FB7A8DFB5696}" srcId="{116FE42B-1BDC-431E-88E3-3F078F91DAE6}" destId="{D9161200-0317-457B-A14E-AE4A2B4BBED7}" srcOrd="0" destOrd="0" parTransId="{0745879F-6578-49F3-83F9-CA7A223C2B96}" sibTransId="{196DCD04-4AB8-4CB0-BE8D-E8289F9C0555}"/>
    <dgm:cxn modelId="{168D842F-AB75-4992-8C07-575E17808C30}" type="presOf" srcId="{276A5D1E-618A-49C4-937D-0AE7CD387FEF}" destId="{5D67B293-4FE2-42EB-95C2-628DD1A84AFE}" srcOrd="1" destOrd="0" presId="urn:microsoft.com/office/officeart/2005/8/layout/hierarchy2"/>
    <dgm:cxn modelId="{7C790734-FE03-447A-BA3A-CDB10AD78253}" type="presOf" srcId="{C2E00E07-6050-45E0-9C6A-6008B0D860FC}" destId="{19152831-D2FD-4205-8C31-77AB54691503}" srcOrd="0" destOrd="0" presId="urn:microsoft.com/office/officeart/2005/8/layout/hierarchy2"/>
    <dgm:cxn modelId="{751CD836-02E9-4A88-BC44-BF01DC1A3550}" type="presOf" srcId="{00CF0096-28DF-4E5C-972C-FE9682A44677}" destId="{4D200293-E1B4-4797-B371-06CCA5816F23}" srcOrd="0" destOrd="0" presId="urn:microsoft.com/office/officeart/2005/8/layout/hierarchy2"/>
    <dgm:cxn modelId="{73463239-67AA-4D07-8C1B-A8A6FA9F213E}" type="presOf" srcId="{CA4579CE-5E6C-4724-83D6-F36E6409E4F5}" destId="{25E88479-DABD-433A-87D5-E1BCFE1222AB}" srcOrd="0" destOrd="0" presId="urn:microsoft.com/office/officeart/2005/8/layout/hierarchy2"/>
    <dgm:cxn modelId="{7B27C85C-3F7F-42A6-8018-89A53137772A}" type="presOf" srcId="{0745879F-6578-49F3-83F9-CA7A223C2B96}" destId="{8FC55360-0BE9-4382-8631-1C515B03870C}" srcOrd="0" destOrd="0" presId="urn:microsoft.com/office/officeart/2005/8/layout/hierarchy2"/>
    <dgm:cxn modelId="{CEAAEB5E-1DCB-4023-BF55-78C57D54FCEA}" srcId="{4582A6EE-CCA8-4D8E-86E8-4397F51A32C8}" destId="{CA4579CE-5E6C-4724-83D6-F36E6409E4F5}" srcOrd="0" destOrd="0" parTransId="{00CF0096-28DF-4E5C-972C-FE9682A44677}" sibTransId="{1DF4EE75-26E5-47C1-A4EE-3178F0573C82}"/>
    <dgm:cxn modelId="{235E6769-CDD5-476D-9E7E-140790B84F77}" srcId="{15131F48-EDF0-41FE-B862-02DB011C7337}" destId="{B37B2336-6947-4E96-AB12-8FB99AA75D1F}" srcOrd="0" destOrd="0" parTransId="{6CC5ED38-A16C-4A2F-ADD7-0994EED42156}" sibTransId="{2A04D0F0-3E96-4F0A-A32F-17889552533E}"/>
    <dgm:cxn modelId="{CB00956F-4E5E-4CFE-BEA8-8641736C2C8D}" type="presOf" srcId="{0A9FD447-43DA-4AED-9861-41CF3E08E80C}" destId="{3F3E3F55-94B9-40CE-8ECF-98A96F268706}" srcOrd="0" destOrd="0" presId="urn:microsoft.com/office/officeart/2005/8/layout/hierarchy2"/>
    <dgm:cxn modelId="{D605EC71-5CFC-401B-A0FD-A200C219AA8F}" type="presOf" srcId="{D9BCA0A7-1EFB-4771-A654-0E384005F6DD}" destId="{0BC69488-1759-459E-A306-3EA59E89CDCB}" srcOrd="1" destOrd="0" presId="urn:microsoft.com/office/officeart/2005/8/layout/hierarchy2"/>
    <dgm:cxn modelId="{0B182F72-FB8F-42A9-8C7E-9CF692C73B9F}" type="presOf" srcId="{D9161200-0317-457B-A14E-AE4A2B4BBED7}" destId="{B0C927DF-1C17-4464-8001-712C22D69E9C}" srcOrd="0" destOrd="0" presId="urn:microsoft.com/office/officeart/2005/8/layout/hierarchy2"/>
    <dgm:cxn modelId="{FA0C6181-FA29-4F35-9DC0-F28C06D5BD69}" type="presOf" srcId="{54B2FE63-35C6-483D-9E47-FEBFB1FD09ED}" destId="{4CD2E544-475D-4E2D-9E69-52A23DDF37B8}" srcOrd="1" destOrd="0" presId="urn:microsoft.com/office/officeart/2005/8/layout/hierarchy2"/>
    <dgm:cxn modelId="{6F12EE81-1EBA-4D17-8346-D9215C2D6D11}" type="presOf" srcId="{251880D6-1608-4432-B0C0-4185FD522939}" destId="{651A15E4-3885-4B24-A86A-6A626CD1F338}" srcOrd="0" destOrd="0" presId="urn:microsoft.com/office/officeart/2005/8/layout/hierarchy2"/>
    <dgm:cxn modelId="{78C7AC87-2B00-40BF-8D70-CA7EA4CC5118}" type="presOf" srcId="{276A5D1E-618A-49C4-937D-0AE7CD387FEF}" destId="{032D94F1-D203-458C-A8B3-1668C9811933}" srcOrd="0" destOrd="0" presId="urn:microsoft.com/office/officeart/2005/8/layout/hierarchy2"/>
    <dgm:cxn modelId="{E6BAFD8B-F40D-4DCA-93C6-E6579540EC8E}" type="presOf" srcId="{0A9FD447-43DA-4AED-9861-41CF3E08E80C}" destId="{AF416EC6-A9A1-4EF1-9264-C12E9B0115DA}" srcOrd="1" destOrd="0" presId="urn:microsoft.com/office/officeart/2005/8/layout/hierarchy2"/>
    <dgm:cxn modelId="{0E2838B0-3FDD-4C2A-9E7E-F8D1CC306159}" type="presOf" srcId="{54B2FE63-35C6-483D-9E47-FEBFB1FD09ED}" destId="{C6CF05DE-413D-4341-9D2B-AB04D4D132CF}" srcOrd="0" destOrd="0" presId="urn:microsoft.com/office/officeart/2005/8/layout/hierarchy2"/>
    <dgm:cxn modelId="{6847ECB6-79F6-4543-81FE-43D33F531DE0}" type="presOf" srcId="{D4A4F1FA-D9E6-47D8-AD6B-28C29AE98B9E}" destId="{718AB36E-B20E-4430-AB55-D0DCB37D4A93}" srcOrd="0" destOrd="0" presId="urn:microsoft.com/office/officeart/2005/8/layout/hierarchy2"/>
    <dgm:cxn modelId="{730FFEBB-4D07-4CEF-9FC0-10501C1EAFBA}" type="presOf" srcId="{116FE42B-1BDC-431E-88E3-3F078F91DAE6}" destId="{CFF61D23-EE44-4521-A35A-5F4A55535A72}" srcOrd="0" destOrd="0" presId="urn:microsoft.com/office/officeart/2005/8/layout/hierarchy2"/>
    <dgm:cxn modelId="{ED30C7C1-1042-42B0-83FB-96CA9A6E1F5F}" srcId="{116FE42B-1BDC-431E-88E3-3F078F91DAE6}" destId="{251880D6-1608-4432-B0C0-4185FD522939}" srcOrd="2" destOrd="0" parTransId="{276A5D1E-618A-49C4-937D-0AE7CD387FEF}" sibTransId="{DFD87EA4-557B-483C-A333-F36E07A0EFD2}"/>
    <dgm:cxn modelId="{3B4C81C7-1C9E-473D-80DA-155BBB7DC7A6}" type="presOf" srcId="{0745879F-6578-49F3-83F9-CA7A223C2B96}" destId="{15404C8A-FDD3-4627-B440-E9F8043C154B}" srcOrd="1" destOrd="0" presId="urn:microsoft.com/office/officeart/2005/8/layout/hierarchy2"/>
    <dgm:cxn modelId="{B2C73ED3-AE91-4D1E-AAEE-EC0652E93DC7}" srcId="{4582A6EE-CCA8-4D8E-86E8-4397F51A32C8}" destId="{D4A4F1FA-D9E6-47D8-AD6B-28C29AE98B9E}" srcOrd="1" destOrd="0" parTransId="{8C6017F0-7936-4BFF-BF75-7A1E8A467DDF}" sibTransId="{574CEF30-CBFD-42F5-952B-EFD1858A554B}"/>
    <dgm:cxn modelId="{C91848D7-7DF1-4CB3-813A-24A03437D0DB}" type="presOf" srcId="{B37B2336-6947-4E96-AB12-8FB99AA75D1F}" destId="{F3BADE98-09EB-425E-8E92-C147940CF21D}" srcOrd="0" destOrd="0" presId="urn:microsoft.com/office/officeart/2005/8/layout/hierarchy2"/>
    <dgm:cxn modelId="{0A9973E2-86B0-4864-B01C-BCF22DD17F46}" type="presOf" srcId="{4582A6EE-CCA8-4D8E-86E8-4397F51A32C8}" destId="{8AF610A3-1177-4005-8E3D-39C4EB0A6C4D}" srcOrd="0" destOrd="0" presId="urn:microsoft.com/office/officeart/2005/8/layout/hierarchy2"/>
    <dgm:cxn modelId="{14A36EEA-4B64-4E4E-A11F-A53191DF1D77}" srcId="{B37B2336-6947-4E96-AB12-8FB99AA75D1F}" destId="{116FE42B-1BDC-431E-88E3-3F078F91DAE6}" srcOrd="0" destOrd="0" parTransId="{0A9FD447-43DA-4AED-9861-41CF3E08E80C}" sibTransId="{15FAE6FD-B006-4CFF-82F5-62B494E5ED04}"/>
    <dgm:cxn modelId="{75FFC9F0-D4EB-4ED6-9114-7CCB66ED156B}" srcId="{B37B2336-6947-4E96-AB12-8FB99AA75D1F}" destId="{4582A6EE-CCA8-4D8E-86E8-4397F51A32C8}" srcOrd="1" destOrd="0" parTransId="{54B2FE63-35C6-483D-9E47-FEBFB1FD09ED}" sibTransId="{FE108874-E259-40E8-98DB-019ABC3C9778}"/>
    <dgm:cxn modelId="{903C70F1-0E0E-4382-AEFF-4488BAB2A674}" srcId="{116FE42B-1BDC-431E-88E3-3F078F91DAE6}" destId="{C2E00E07-6050-45E0-9C6A-6008B0D860FC}" srcOrd="1" destOrd="0" parTransId="{D9BCA0A7-1EFB-4771-A654-0E384005F6DD}" sibTransId="{377012FB-D1CF-4DBD-B79D-1FEBBC1B9027}"/>
    <dgm:cxn modelId="{501410F5-8F30-40D0-B12D-072C1EABAEFB}" type="presOf" srcId="{D9BCA0A7-1EFB-4771-A654-0E384005F6DD}" destId="{3AAEB23C-9235-408A-9F7F-E7738A5A9D3C}" srcOrd="0" destOrd="0" presId="urn:microsoft.com/office/officeart/2005/8/layout/hierarchy2"/>
    <dgm:cxn modelId="{418116F6-D40F-46AC-9ED9-6C1F76E544C7}" type="presOf" srcId="{8C6017F0-7936-4BFF-BF75-7A1E8A467DDF}" destId="{A5E39F01-C71A-448B-BAA0-1C1A16A0D873}" srcOrd="1" destOrd="0" presId="urn:microsoft.com/office/officeart/2005/8/layout/hierarchy2"/>
    <dgm:cxn modelId="{D5192DF9-DCDF-4C56-94E5-BEB61B76384F}" type="presOf" srcId="{15131F48-EDF0-41FE-B862-02DB011C7337}" destId="{265056AB-7A41-4578-8D0F-D6A503DF6C70}" srcOrd="0" destOrd="0" presId="urn:microsoft.com/office/officeart/2005/8/layout/hierarchy2"/>
    <dgm:cxn modelId="{980F87FB-BA60-435A-A508-48461560724B}" type="presOf" srcId="{00CF0096-28DF-4E5C-972C-FE9682A44677}" destId="{55862C07-996B-4389-A2A8-0C728BFFDBA8}" srcOrd="1" destOrd="0" presId="urn:microsoft.com/office/officeart/2005/8/layout/hierarchy2"/>
    <dgm:cxn modelId="{D4B4010A-6B68-479F-BFA5-C320461F003B}" type="presParOf" srcId="{265056AB-7A41-4578-8D0F-D6A503DF6C70}" destId="{9C89461E-DDFD-459D-93C5-54BB1DD6EB1E}" srcOrd="0" destOrd="0" presId="urn:microsoft.com/office/officeart/2005/8/layout/hierarchy2"/>
    <dgm:cxn modelId="{4570FD46-FA51-4EB1-A4CF-DE04428DFC01}" type="presParOf" srcId="{9C89461E-DDFD-459D-93C5-54BB1DD6EB1E}" destId="{F3BADE98-09EB-425E-8E92-C147940CF21D}" srcOrd="0" destOrd="0" presId="urn:microsoft.com/office/officeart/2005/8/layout/hierarchy2"/>
    <dgm:cxn modelId="{76A3FEF9-A93A-4F60-9BD4-E2A32959346B}" type="presParOf" srcId="{9C89461E-DDFD-459D-93C5-54BB1DD6EB1E}" destId="{345EC569-F88B-4315-9DDD-D045589BBFEB}" srcOrd="1" destOrd="0" presId="urn:microsoft.com/office/officeart/2005/8/layout/hierarchy2"/>
    <dgm:cxn modelId="{2CE17E3A-1E3A-4125-A945-D6CE7B0C473D}" type="presParOf" srcId="{345EC569-F88B-4315-9DDD-D045589BBFEB}" destId="{3F3E3F55-94B9-40CE-8ECF-98A96F268706}" srcOrd="0" destOrd="0" presId="urn:microsoft.com/office/officeart/2005/8/layout/hierarchy2"/>
    <dgm:cxn modelId="{78E9888B-4FB2-4CDB-84E3-432E9C63CE0A}" type="presParOf" srcId="{3F3E3F55-94B9-40CE-8ECF-98A96F268706}" destId="{AF416EC6-A9A1-4EF1-9264-C12E9B0115DA}" srcOrd="0" destOrd="0" presId="urn:microsoft.com/office/officeart/2005/8/layout/hierarchy2"/>
    <dgm:cxn modelId="{67278792-7CCC-4A27-8169-5B8A3875F984}" type="presParOf" srcId="{345EC569-F88B-4315-9DDD-D045589BBFEB}" destId="{140209F0-C7A2-4B64-971A-8862B1E4D68D}" srcOrd="1" destOrd="0" presId="urn:microsoft.com/office/officeart/2005/8/layout/hierarchy2"/>
    <dgm:cxn modelId="{A961C566-0492-4426-A1EE-E3619585FE1F}" type="presParOf" srcId="{140209F0-C7A2-4B64-971A-8862B1E4D68D}" destId="{CFF61D23-EE44-4521-A35A-5F4A55535A72}" srcOrd="0" destOrd="0" presId="urn:microsoft.com/office/officeart/2005/8/layout/hierarchy2"/>
    <dgm:cxn modelId="{6C527F9A-1C4B-427A-8010-E0BCF052272B}" type="presParOf" srcId="{140209F0-C7A2-4B64-971A-8862B1E4D68D}" destId="{2745D3F3-16C3-49CF-8BCD-4924256DE6B4}" srcOrd="1" destOrd="0" presId="urn:microsoft.com/office/officeart/2005/8/layout/hierarchy2"/>
    <dgm:cxn modelId="{EDD96DB6-6910-4CE8-94C2-6028831FD6AA}" type="presParOf" srcId="{2745D3F3-16C3-49CF-8BCD-4924256DE6B4}" destId="{8FC55360-0BE9-4382-8631-1C515B03870C}" srcOrd="0" destOrd="0" presId="urn:microsoft.com/office/officeart/2005/8/layout/hierarchy2"/>
    <dgm:cxn modelId="{94A9E9B2-B148-43B2-8299-89B07BD5CE85}" type="presParOf" srcId="{8FC55360-0BE9-4382-8631-1C515B03870C}" destId="{15404C8A-FDD3-4627-B440-E9F8043C154B}" srcOrd="0" destOrd="0" presId="urn:microsoft.com/office/officeart/2005/8/layout/hierarchy2"/>
    <dgm:cxn modelId="{FF7F415A-1B42-41BA-8730-51655D5DFE69}" type="presParOf" srcId="{2745D3F3-16C3-49CF-8BCD-4924256DE6B4}" destId="{09D97ACC-8A26-470D-BE65-284DA472FDA6}" srcOrd="1" destOrd="0" presId="urn:microsoft.com/office/officeart/2005/8/layout/hierarchy2"/>
    <dgm:cxn modelId="{D00863D0-1EF6-4940-8074-2DDE0139F0FF}" type="presParOf" srcId="{09D97ACC-8A26-470D-BE65-284DA472FDA6}" destId="{B0C927DF-1C17-4464-8001-712C22D69E9C}" srcOrd="0" destOrd="0" presId="urn:microsoft.com/office/officeart/2005/8/layout/hierarchy2"/>
    <dgm:cxn modelId="{DF0857B1-5159-4EA1-A75C-54D411A8E2AB}" type="presParOf" srcId="{09D97ACC-8A26-470D-BE65-284DA472FDA6}" destId="{4BAB5512-8AC3-49FE-A861-0983EE20790D}" srcOrd="1" destOrd="0" presId="urn:microsoft.com/office/officeart/2005/8/layout/hierarchy2"/>
    <dgm:cxn modelId="{89B8A994-966F-46A9-BAE7-95138C890D6E}" type="presParOf" srcId="{2745D3F3-16C3-49CF-8BCD-4924256DE6B4}" destId="{3AAEB23C-9235-408A-9F7F-E7738A5A9D3C}" srcOrd="2" destOrd="0" presId="urn:microsoft.com/office/officeart/2005/8/layout/hierarchy2"/>
    <dgm:cxn modelId="{78731D67-7CE4-41A1-A52D-F412F67E64AD}" type="presParOf" srcId="{3AAEB23C-9235-408A-9F7F-E7738A5A9D3C}" destId="{0BC69488-1759-459E-A306-3EA59E89CDCB}" srcOrd="0" destOrd="0" presId="urn:microsoft.com/office/officeart/2005/8/layout/hierarchy2"/>
    <dgm:cxn modelId="{98F1331C-94A2-444A-80F3-47AF60AE9479}" type="presParOf" srcId="{2745D3F3-16C3-49CF-8BCD-4924256DE6B4}" destId="{6FBB39E5-4CDD-4EB0-A9BC-54088415A5FF}" srcOrd="3" destOrd="0" presId="urn:microsoft.com/office/officeart/2005/8/layout/hierarchy2"/>
    <dgm:cxn modelId="{473DFBE9-AFD6-4429-B807-8CA3046AC640}" type="presParOf" srcId="{6FBB39E5-4CDD-4EB0-A9BC-54088415A5FF}" destId="{19152831-D2FD-4205-8C31-77AB54691503}" srcOrd="0" destOrd="0" presId="urn:microsoft.com/office/officeart/2005/8/layout/hierarchy2"/>
    <dgm:cxn modelId="{22CB94BB-F8C3-4F9D-BE9C-3303185A5F70}" type="presParOf" srcId="{6FBB39E5-4CDD-4EB0-A9BC-54088415A5FF}" destId="{696170CD-E2E5-470F-98A2-00B92C24C6AD}" srcOrd="1" destOrd="0" presId="urn:microsoft.com/office/officeart/2005/8/layout/hierarchy2"/>
    <dgm:cxn modelId="{594EAA0B-9E32-4FF2-89AF-0C08AC157B0A}" type="presParOf" srcId="{2745D3F3-16C3-49CF-8BCD-4924256DE6B4}" destId="{032D94F1-D203-458C-A8B3-1668C9811933}" srcOrd="4" destOrd="0" presId="urn:microsoft.com/office/officeart/2005/8/layout/hierarchy2"/>
    <dgm:cxn modelId="{229185FC-B8AB-467E-A720-2FD4A02F239A}" type="presParOf" srcId="{032D94F1-D203-458C-A8B3-1668C9811933}" destId="{5D67B293-4FE2-42EB-95C2-628DD1A84AFE}" srcOrd="0" destOrd="0" presId="urn:microsoft.com/office/officeart/2005/8/layout/hierarchy2"/>
    <dgm:cxn modelId="{D853CAF3-3DE8-4F62-9AF7-D9D384BC7F92}" type="presParOf" srcId="{2745D3F3-16C3-49CF-8BCD-4924256DE6B4}" destId="{974C2E60-3A0D-4A00-9263-DACE8C1DA066}" srcOrd="5" destOrd="0" presId="urn:microsoft.com/office/officeart/2005/8/layout/hierarchy2"/>
    <dgm:cxn modelId="{E2689FB0-2DB4-4252-999E-154DB4DEB7B1}" type="presParOf" srcId="{974C2E60-3A0D-4A00-9263-DACE8C1DA066}" destId="{651A15E4-3885-4B24-A86A-6A626CD1F338}" srcOrd="0" destOrd="0" presId="urn:microsoft.com/office/officeart/2005/8/layout/hierarchy2"/>
    <dgm:cxn modelId="{A3D6F7B3-AB52-4FED-AF59-CC99C0C0A1F2}" type="presParOf" srcId="{974C2E60-3A0D-4A00-9263-DACE8C1DA066}" destId="{4CC30C87-DBDA-40B8-B55D-711F22E8BD26}" srcOrd="1" destOrd="0" presId="urn:microsoft.com/office/officeart/2005/8/layout/hierarchy2"/>
    <dgm:cxn modelId="{CDF73398-84AC-495F-8825-1B4489F4FCE0}" type="presParOf" srcId="{345EC569-F88B-4315-9DDD-D045589BBFEB}" destId="{C6CF05DE-413D-4341-9D2B-AB04D4D132CF}" srcOrd="2" destOrd="0" presId="urn:microsoft.com/office/officeart/2005/8/layout/hierarchy2"/>
    <dgm:cxn modelId="{29DC7A2F-4906-438F-B7F8-3E40FC24E4DA}" type="presParOf" srcId="{C6CF05DE-413D-4341-9D2B-AB04D4D132CF}" destId="{4CD2E544-475D-4E2D-9E69-52A23DDF37B8}" srcOrd="0" destOrd="0" presId="urn:microsoft.com/office/officeart/2005/8/layout/hierarchy2"/>
    <dgm:cxn modelId="{D31A6EBC-E675-4943-8366-35D2EFFEADB1}" type="presParOf" srcId="{345EC569-F88B-4315-9DDD-D045589BBFEB}" destId="{EDA1BB1D-3915-4BF9-A1DC-FB50A9462A9D}" srcOrd="3" destOrd="0" presId="urn:microsoft.com/office/officeart/2005/8/layout/hierarchy2"/>
    <dgm:cxn modelId="{D8A7DBCA-90D6-4E28-8751-998CC460F3EB}" type="presParOf" srcId="{EDA1BB1D-3915-4BF9-A1DC-FB50A9462A9D}" destId="{8AF610A3-1177-4005-8E3D-39C4EB0A6C4D}" srcOrd="0" destOrd="0" presId="urn:microsoft.com/office/officeart/2005/8/layout/hierarchy2"/>
    <dgm:cxn modelId="{FA05DF66-1208-441E-9C3B-8DB2FB3C83DF}" type="presParOf" srcId="{EDA1BB1D-3915-4BF9-A1DC-FB50A9462A9D}" destId="{693602A5-5804-4C5A-8F48-98774FBF1D44}" srcOrd="1" destOrd="0" presId="urn:microsoft.com/office/officeart/2005/8/layout/hierarchy2"/>
    <dgm:cxn modelId="{89D10D4A-10DB-4D70-A957-0A894EA253FB}" type="presParOf" srcId="{693602A5-5804-4C5A-8F48-98774FBF1D44}" destId="{4D200293-E1B4-4797-B371-06CCA5816F23}" srcOrd="0" destOrd="0" presId="urn:microsoft.com/office/officeart/2005/8/layout/hierarchy2"/>
    <dgm:cxn modelId="{C358CFDF-709D-429C-BB59-625BD4F5E5AB}" type="presParOf" srcId="{4D200293-E1B4-4797-B371-06CCA5816F23}" destId="{55862C07-996B-4389-A2A8-0C728BFFDBA8}" srcOrd="0" destOrd="0" presId="urn:microsoft.com/office/officeart/2005/8/layout/hierarchy2"/>
    <dgm:cxn modelId="{E3D79359-7B75-4FA2-9C8D-D67B50CC0315}" type="presParOf" srcId="{693602A5-5804-4C5A-8F48-98774FBF1D44}" destId="{11D5713A-37CE-400F-8861-6A1761ED83B6}" srcOrd="1" destOrd="0" presId="urn:microsoft.com/office/officeart/2005/8/layout/hierarchy2"/>
    <dgm:cxn modelId="{92E0DEC0-2CA8-4122-BA0B-C41D5A53DD7E}" type="presParOf" srcId="{11D5713A-37CE-400F-8861-6A1761ED83B6}" destId="{25E88479-DABD-433A-87D5-E1BCFE1222AB}" srcOrd="0" destOrd="0" presId="urn:microsoft.com/office/officeart/2005/8/layout/hierarchy2"/>
    <dgm:cxn modelId="{4154D1A6-A81B-497E-B2CA-7E12015F47FF}" type="presParOf" srcId="{11D5713A-37CE-400F-8861-6A1761ED83B6}" destId="{2E8B751D-028B-47C9-BE13-0E83E190A061}" srcOrd="1" destOrd="0" presId="urn:microsoft.com/office/officeart/2005/8/layout/hierarchy2"/>
    <dgm:cxn modelId="{D98A5363-A4FB-4911-9577-F8660740D0D3}" type="presParOf" srcId="{693602A5-5804-4C5A-8F48-98774FBF1D44}" destId="{E6C480CA-9AB1-4B24-9702-5A6CFB2579F0}" srcOrd="2" destOrd="0" presId="urn:microsoft.com/office/officeart/2005/8/layout/hierarchy2"/>
    <dgm:cxn modelId="{C8A6D414-1F05-4C0E-82D3-9E2665EE5849}" type="presParOf" srcId="{E6C480CA-9AB1-4B24-9702-5A6CFB2579F0}" destId="{A5E39F01-C71A-448B-BAA0-1C1A16A0D873}" srcOrd="0" destOrd="0" presId="urn:microsoft.com/office/officeart/2005/8/layout/hierarchy2"/>
    <dgm:cxn modelId="{D537038F-6ECF-41D2-A2F5-F5BCB395D2EB}" type="presParOf" srcId="{693602A5-5804-4C5A-8F48-98774FBF1D44}" destId="{4D751D98-46D9-48DE-824F-A96CDF1DF167}" srcOrd="3" destOrd="0" presId="urn:microsoft.com/office/officeart/2005/8/layout/hierarchy2"/>
    <dgm:cxn modelId="{D1F08550-4BEE-4634-AEE5-09F5C0D8B43B}" type="presParOf" srcId="{4D751D98-46D9-48DE-824F-A96CDF1DF167}" destId="{718AB36E-B20E-4430-AB55-D0DCB37D4A93}" srcOrd="0" destOrd="0" presId="urn:microsoft.com/office/officeart/2005/8/layout/hierarchy2"/>
    <dgm:cxn modelId="{97BBF8FD-B1D6-4FE2-8D81-37B00C73CE52}" type="presParOf" srcId="{4D751D98-46D9-48DE-824F-A96CDF1DF167}" destId="{E9D0C976-FFDE-409F-9F1C-F8C81D9AE44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B5608648-EC43-46CB-BBFE-05CD72D02E3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1F003-236C-4022-AC3F-90EFB3ABECC2}">
      <dgm:prSet phldrT="[Text]"/>
      <dgm:spPr/>
      <dgm:t>
        <a:bodyPr/>
        <a:lstStyle/>
        <a:p>
          <a:r>
            <a:rPr lang="en-US" dirty="0"/>
            <a:t>Diffusion Based Image Restoration</a:t>
          </a:r>
        </a:p>
      </dgm:t>
    </dgm:pt>
    <dgm:pt modelId="{557FC7BF-815F-45CD-80F4-423307C8416E}" type="parTrans" cxnId="{26642068-E91D-4521-A057-D82AB742BDD1}">
      <dgm:prSet/>
      <dgm:spPr/>
      <dgm:t>
        <a:bodyPr/>
        <a:lstStyle/>
        <a:p>
          <a:endParaRPr lang="en-US"/>
        </a:p>
      </dgm:t>
    </dgm:pt>
    <dgm:pt modelId="{694B7330-FE19-40AD-9E02-ACC9581E0C46}" type="sibTrans" cxnId="{26642068-E91D-4521-A057-D82AB742BDD1}">
      <dgm:prSet/>
      <dgm:spPr/>
      <dgm:t>
        <a:bodyPr/>
        <a:lstStyle/>
        <a:p>
          <a:endParaRPr lang="en-US"/>
        </a:p>
      </dgm:t>
    </dgm:pt>
    <dgm:pt modelId="{D9EE96E7-C7E2-4C8D-9260-ECB56A7D5ABB}">
      <dgm:prSet phldrT="[Text]"/>
      <dgm:spPr>
        <a:solidFill>
          <a:srgbClr val="0070C0"/>
        </a:solidFill>
      </dgm:spPr>
      <dgm:t>
        <a:bodyPr/>
        <a:lstStyle/>
        <a:p>
          <a:r>
            <a:rPr lang="en-US" dirty="0"/>
            <a:t>Conditional Mechanisms</a:t>
          </a:r>
        </a:p>
      </dgm:t>
    </dgm:pt>
    <dgm:pt modelId="{852618DC-9799-445F-9D71-CA28F10E6FCE}" type="parTrans" cxnId="{F012792E-928B-4926-B370-82863A7F98B2}">
      <dgm:prSet/>
      <dgm:spPr/>
      <dgm:t>
        <a:bodyPr/>
        <a:lstStyle/>
        <a:p>
          <a:endParaRPr lang="en-US"/>
        </a:p>
      </dgm:t>
    </dgm:pt>
    <dgm:pt modelId="{C951A1AE-6F14-4CC0-B3CC-6F96B29B46F2}" type="sibTrans" cxnId="{F012792E-928B-4926-B370-82863A7F98B2}">
      <dgm:prSet/>
      <dgm:spPr/>
      <dgm:t>
        <a:bodyPr/>
        <a:lstStyle/>
        <a:p>
          <a:endParaRPr lang="en-US"/>
        </a:p>
      </dgm:t>
    </dgm:pt>
    <dgm:pt modelId="{D0555774-A367-4891-92F3-25BACB59FC55}">
      <dgm:prSet phldrT="[Text]"/>
      <dgm:spPr/>
      <dgm:t>
        <a:bodyPr/>
        <a:lstStyle/>
        <a:p>
          <a:r>
            <a:rPr lang="en-US" dirty="0"/>
            <a:t>Zero-shot</a:t>
          </a:r>
        </a:p>
      </dgm:t>
    </dgm:pt>
    <dgm:pt modelId="{01690521-70C8-4014-AEFE-AA16387DBB92}" type="parTrans" cxnId="{0D6BF134-451E-4715-8B93-87F62D516405}">
      <dgm:prSet/>
      <dgm:spPr/>
      <dgm:t>
        <a:bodyPr/>
        <a:lstStyle/>
        <a:p>
          <a:endParaRPr lang="en-US"/>
        </a:p>
      </dgm:t>
    </dgm:pt>
    <dgm:pt modelId="{2332B518-B407-4858-B3B5-37C75403793C}" type="sibTrans" cxnId="{0D6BF134-451E-4715-8B93-87F62D516405}">
      <dgm:prSet/>
      <dgm:spPr/>
      <dgm:t>
        <a:bodyPr/>
        <a:lstStyle/>
        <a:p>
          <a:endParaRPr lang="en-US"/>
        </a:p>
      </dgm:t>
    </dgm:pt>
    <dgm:pt modelId="{D3D4D75B-98DA-4C29-AA4A-567F91D2FA97}">
      <dgm:prSet phldrT="[Text]"/>
      <dgm:spPr/>
      <dgm:t>
        <a:bodyPr/>
        <a:lstStyle/>
        <a:p>
          <a:r>
            <a:rPr lang="en-US" dirty="0"/>
            <a:t>Guidance Mechanisms</a:t>
          </a:r>
        </a:p>
      </dgm:t>
    </dgm:pt>
    <dgm:pt modelId="{1FA4CF3E-372D-44E4-9FC0-BA38BB306AEE}" type="parTrans" cxnId="{163EE34D-838C-4698-9EA5-A0F7EA9D9199}">
      <dgm:prSet/>
      <dgm:spPr/>
      <dgm:t>
        <a:bodyPr/>
        <a:lstStyle/>
        <a:p>
          <a:endParaRPr lang="en-US"/>
        </a:p>
      </dgm:t>
    </dgm:pt>
    <dgm:pt modelId="{4C2660FC-2F99-4167-BD82-A7E6F6EF087E}" type="sibTrans" cxnId="{163EE34D-838C-4698-9EA5-A0F7EA9D9199}">
      <dgm:prSet/>
      <dgm:spPr/>
      <dgm:t>
        <a:bodyPr/>
        <a:lstStyle/>
        <a:p>
          <a:endParaRPr lang="en-US"/>
        </a:p>
      </dgm:t>
    </dgm:pt>
    <dgm:pt modelId="{F8B7A892-FC8C-4DBD-AB72-8595A4479676}">
      <dgm:prSet phldrT="[Text]"/>
      <dgm:spPr/>
      <dgm:t>
        <a:bodyPr/>
        <a:lstStyle/>
        <a:p>
          <a:r>
            <a:rPr lang="en-US" dirty="0"/>
            <a:t>Latent Diffusion Models</a:t>
          </a:r>
        </a:p>
      </dgm:t>
    </dgm:pt>
    <dgm:pt modelId="{F6A344FF-0657-4195-A926-A236F1D76EAA}" type="parTrans" cxnId="{41F37A33-907E-41C9-BACD-52C85853117B}">
      <dgm:prSet/>
      <dgm:spPr/>
      <dgm:t>
        <a:bodyPr/>
        <a:lstStyle/>
        <a:p>
          <a:endParaRPr lang="en-US"/>
        </a:p>
      </dgm:t>
    </dgm:pt>
    <dgm:pt modelId="{C42EAD9F-C4E2-4FAB-9ED0-1DCF7BCF4726}" type="sibTrans" cxnId="{41F37A33-907E-41C9-BACD-52C85853117B}">
      <dgm:prSet/>
      <dgm:spPr/>
      <dgm:t>
        <a:bodyPr/>
        <a:lstStyle/>
        <a:p>
          <a:endParaRPr lang="en-US"/>
        </a:p>
      </dgm:t>
    </dgm:pt>
    <dgm:pt modelId="{4C7DFB61-F4E3-429D-A92E-791265AF771F}">
      <dgm:prSet phldrT="[Text]"/>
      <dgm:spPr/>
      <dgm:t>
        <a:bodyPr/>
        <a:lstStyle/>
        <a:p>
          <a:r>
            <a:rPr lang="en-US" dirty="0"/>
            <a:t>Hybrid Methods</a:t>
          </a:r>
        </a:p>
      </dgm:t>
    </dgm:pt>
    <dgm:pt modelId="{392D5EF2-2F55-4F70-97B8-F9DAA6BB4353}" type="parTrans" cxnId="{191DA087-A8BF-4CB1-BCA4-0F2783A3843B}">
      <dgm:prSet/>
      <dgm:spPr/>
      <dgm:t>
        <a:bodyPr/>
        <a:lstStyle/>
        <a:p>
          <a:endParaRPr lang="en-US"/>
        </a:p>
      </dgm:t>
    </dgm:pt>
    <dgm:pt modelId="{A39562D4-7619-433E-80C1-7DDC597FEB70}" type="sibTrans" cxnId="{191DA087-A8BF-4CB1-BCA4-0F2783A3843B}">
      <dgm:prSet/>
      <dgm:spPr/>
      <dgm:t>
        <a:bodyPr/>
        <a:lstStyle/>
        <a:p>
          <a:endParaRPr lang="en-US"/>
        </a:p>
      </dgm:t>
    </dgm:pt>
    <dgm:pt modelId="{5AE5F2FB-A242-4326-8C50-F748DFAB8936}" type="pres">
      <dgm:prSet presAssocID="{B5608648-EC43-46CB-BBFE-05CD72D02E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D1F6C8-238A-4B67-B779-E3CF2A5ADB34}" type="pres">
      <dgm:prSet presAssocID="{7D51F003-236C-4022-AC3F-90EFB3ABECC2}" presName="root1" presStyleCnt="0"/>
      <dgm:spPr/>
    </dgm:pt>
    <dgm:pt modelId="{6CCDCD5E-0ECA-4B3A-B95F-8EC1D4DF23B2}" type="pres">
      <dgm:prSet presAssocID="{7D51F003-236C-4022-AC3F-90EFB3ABECC2}" presName="LevelOneTextNode" presStyleLbl="node0" presStyleIdx="0" presStyleCnt="1" custScaleX="251249">
        <dgm:presLayoutVars>
          <dgm:chPref val="3"/>
        </dgm:presLayoutVars>
      </dgm:prSet>
      <dgm:spPr/>
    </dgm:pt>
    <dgm:pt modelId="{2C599A7A-3363-4123-BEE1-42D2F71A97A0}" type="pres">
      <dgm:prSet presAssocID="{7D51F003-236C-4022-AC3F-90EFB3ABECC2}" presName="level2hierChild" presStyleCnt="0"/>
      <dgm:spPr/>
    </dgm:pt>
    <dgm:pt modelId="{D2BD3716-778C-46DB-A1F5-1D3BDCB61F05}" type="pres">
      <dgm:prSet presAssocID="{852618DC-9799-445F-9D71-CA28F10E6FCE}" presName="conn2-1" presStyleLbl="parChTrans1D2" presStyleIdx="0" presStyleCnt="5"/>
      <dgm:spPr/>
    </dgm:pt>
    <dgm:pt modelId="{7E16BE04-08C7-447C-8B83-551CBA7F15AA}" type="pres">
      <dgm:prSet presAssocID="{852618DC-9799-445F-9D71-CA28F10E6FCE}" presName="connTx" presStyleLbl="parChTrans1D2" presStyleIdx="0" presStyleCnt="5"/>
      <dgm:spPr/>
    </dgm:pt>
    <dgm:pt modelId="{73CBB6A2-9EAD-49FD-867D-158FCC7E0D16}" type="pres">
      <dgm:prSet presAssocID="{D9EE96E7-C7E2-4C8D-9260-ECB56A7D5ABB}" presName="root2" presStyleCnt="0"/>
      <dgm:spPr/>
    </dgm:pt>
    <dgm:pt modelId="{62D2AFE5-8D4F-42EF-A085-BEF9005595EC}" type="pres">
      <dgm:prSet presAssocID="{D9EE96E7-C7E2-4C8D-9260-ECB56A7D5ABB}" presName="LevelTwoTextNode" presStyleLbl="node2" presStyleIdx="0" presStyleCnt="5" custScaleX="234055">
        <dgm:presLayoutVars>
          <dgm:chPref val="3"/>
        </dgm:presLayoutVars>
      </dgm:prSet>
      <dgm:spPr/>
    </dgm:pt>
    <dgm:pt modelId="{D86798D8-63AF-4CF0-9ADD-878C9A982978}" type="pres">
      <dgm:prSet presAssocID="{D9EE96E7-C7E2-4C8D-9260-ECB56A7D5ABB}" presName="level3hierChild" presStyleCnt="0"/>
      <dgm:spPr/>
    </dgm:pt>
    <dgm:pt modelId="{4A16EF98-6287-4731-82DC-E08069D2896E}" type="pres">
      <dgm:prSet presAssocID="{01690521-70C8-4014-AEFE-AA16387DBB92}" presName="conn2-1" presStyleLbl="parChTrans1D2" presStyleIdx="1" presStyleCnt="5"/>
      <dgm:spPr/>
    </dgm:pt>
    <dgm:pt modelId="{B88A9C5F-99C3-4B4E-8BF3-AB587B3757D5}" type="pres">
      <dgm:prSet presAssocID="{01690521-70C8-4014-AEFE-AA16387DBB92}" presName="connTx" presStyleLbl="parChTrans1D2" presStyleIdx="1" presStyleCnt="5"/>
      <dgm:spPr/>
    </dgm:pt>
    <dgm:pt modelId="{9805F210-14D4-469C-B5A3-C5FDD40F729C}" type="pres">
      <dgm:prSet presAssocID="{D0555774-A367-4891-92F3-25BACB59FC55}" presName="root2" presStyleCnt="0"/>
      <dgm:spPr/>
    </dgm:pt>
    <dgm:pt modelId="{6815F9DF-F236-4AEB-B1BD-3EB0F938B97F}" type="pres">
      <dgm:prSet presAssocID="{D0555774-A367-4891-92F3-25BACB59FC55}" presName="LevelTwoTextNode" presStyleLbl="node2" presStyleIdx="1" presStyleCnt="5" custScaleX="234055">
        <dgm:presLayoutVars>
          <dgm:chPref val="3"/>
        </dgm:presLayoutVars>
      </dgm:prSet>
      <dgm:spPr/>
    </dgm:pt>
    <dgm:pt modelId="{9AF4FA8A-43E3-4257-8A39-87A5B9D410F1}" type="pres">
      <dgm:prSet presAssocID="{D0555774-A367-4891-92F3-25BACB59FC55}" presName="level3hierChild" presStyleCnt="0"/>
      <dgm:spPr/>
    </dgm:pt>
    <dgm:pt modelId="{89185884-84DA-4CD0-9F8D-D3ED326F9C8A}" type="pres">
      <dgm:prSet presAssocID="{1FA4CF3E-372D-44E4-9FC0-BA38BB306AEE}" presName="conn2-1" presStyleLbl="parChTrans1D2" presStyleIdx="2" presStyleCnt="5"/>
      <dgm:spPr/>
    </dgm:pt>
    <dgm:pt modelId="{20E32689-483C-48D5-9CFD-3227ACEE7116}" type="pres">
      <dgm:prSet presAssocID="{1FA4CF3E-372D-44E4-9FC0-BA38BB306AEE}" presName="connTx" presStyleLbl="parChTrans1D2" presStyleIdx="2" presStyleCnt="5"/>
      <dgm:spPr/>
    </dgm:pt>
    <dgm:pt modelId="{50291A7B-0361-49BE-9414-74801B838E88}" type="pres">
      <dgm:prSet presAssocID="{D3D4D75B-98DA-4C29-AA4A-567F91D2FA97}" presName="root2" presStyleCnt="0"/>
      <dgm:spPr/>
    </dgm:pt>
    <dgm:pt modelId="{C525D633-500B-4EDD-8F14-936BD12F562C}" type="pres">
      <dgm:prSet presAssocID="{D3D4D75B-98DA-4C29-AA4A-567F91D2FA97}" presName="LevelTwoTextNode" presStyleLbl="node2" presStyleIdx="2" presStyleCnt="5" custScaleX="234055">
        <dgm:presLayoutVars>
          <dgm:chPref val="3"/>
        </dgm:presLayoutVars>
      </dgm:prSet>
      <dgm:spPr/>
    </dgm:pt>
    <dgm:pt modelId="{9BB8BEBF-5BD6-45AD-847F-D8DE390BEAD4}" type="pres">
      <dgm:prSet presAssocID="{D3D4D75B-98DA-4C29-AA4A-567F91D2FA97}" presName="level3hierChild" presStyleCnt="0"/>
      <dgm:spPr/>
    </dgm:pt>
    <dgm:pt modelId="{DEC96FCD-A819-4469-A2BD-EE55C6B84837}" type="pres">
      <dgm:prSet presAssocID="{F6A344FF-0657-4195-A926-A236F1D76EAA}" presName="conn2-1" presStyleLbl="parChTrans1D2" presStyleIdx="3" presStyleCnt="5"/>
      <dgm:spPr/>
    </dgm:pt>
    <dgm:pt modelId="{AC2F8FD2-BEFC-4010-A78D-583CD46B7786}" type="pres">
      <dgm:prSet presAssocID="{F6A344FF-0657-4195-A926-A236F1D76EAA}" presName="connTx" presStyleLbl="parChTrans1D2" presStyleIdx="3" presStyleCnt="5"/>
      <dgm:spPr/>
    </dgm:pt>
    <dgm:pt modelId="{E05994FF-5D7C-4AB3-86D2-93517B6568E5}" type="pres">
      <dgm:prSet presAssocID="{F8B7A892-FC8C-4DBD-AB72-8595A4479676}" presName="root2" presStyleCnt="0"/>
      <dgm:spPr/>
    </dgm:pt>
    <dgm:pt modelId="{79219079-88FC-48DB-A364-0C0144AC2D27}" type="pres">
      <dgm:prSet presAssocID="{F8B7A892-FC8C-4DBD-AB72-8595A4479676}" presName="LevelTwoTextNode" presStyleLbl="node2" presStyleIdx="3" presStyleCnt="5" custScaleX="234055">
        <dgm:presLayoutVars>
          <dgm:chPref val="3"/>
        </dgm:presLayoutVars>
      </dgm:prSet>
      <dgm:spPr/>
    </dgm:pt>
    <dgm:pt modelId="{1440A820-4C88-40C8-81D9-E5F7E2E8A9C1}" type="pres">
      <dgm:prSet presAssocID="{F8B7A892-FC8C-4DBD-AB72-8595A4479676}" presName="level3hierChild" presStyleCnt="0"/>
      <dgm:spPr/>
    </dgm:pt>
    <dgm:pt modelId="{AA5AF771-39B3-41E0-81A8-7FFEA4402CBF}" type="pres">
      <dgm:prSet presAssocID="{392D5EF2-2F55-4F70-97B8-F9DAA6BB4353}" presName="conn2-1" presStyleLbl="parChTrans1D2" presStyleIdx="4" presStyleCnt="5"/>
      <dgm:spPr/>
    </dgm:pt>
    <dgm:pt modelId="{83A3358D-9A60-4364-9317-97D1E463B9A6}" type="pres">
      <dgm:prSet presAssocID="{392D5EF2-2F55-4F70-97B8-F9DAA6BB4353}" presName="connTx" presStyleLbl="parChTrans1D2" presStyleIdx="4" presStyleCnt="5"/>
      <dgm:spPr/>
    </dgm:pt>
    <dgm:pt modelId="{0E2181D0-6D5F-4FFD-828F-3DA4441E2E9D}" type="pres">
      <dgm:prSet presAssocID="{4C7DFB61-F4E3-429D-A92E-791265AF771F}" presName="root2" presStyleCnt="0"/>
      <dgm:spPr/>
    </dgm:pt>
    <dgm:pt modelId="{75E130A5-06E6-4FC5-A322-106ACD89E6AA}" type="pres">
      <dgm:prSet presAssocID="{4C7DFB61-F4E3-429D-A92E-791265AF771F}" presName="LevelTwoTextNode" presStyleLbl="node2" presStyleIdx="4" presStyleCnt="5" custScaleX="234055">
        <dgm:presLayoutVars>
          <dgm:chPref val="3"/>
        </dgm:presLayoutVars>
      </dgm:prSet>
      <dgm:spPr/>
    </dgm:pt>
    <dgm:pt modelId="{896E7804-E279-41C2-B980-96EBD2736212}" type="pres">
      <dgm:prSet presAssocID="{4C7DFB61-F4E3-429D-A92E-791265AF771F}" presName="level3hierChild" presStyleCnt="0"/>
      <dgm:spPr/>
    </dgm:pt>
  </dgm:ptLst>
  <dgm:cxnLst>
    <dgm:cxn modelId="{E9FFE710-E444-4942-93CF-B850BAEE162A}" type="presOf" srcId="{852618DC-9799-445F-9D71-CA28F10E6FCE}" destId="{7E16BE04-08C7-447C-8B83-551CBA7F15AA}" srcOrd="1" destOrd="0" presId="urn:microsoft.com/office/officeart/2005/8/layout/hierarchy2"/>
    <dgm:cxn modelId="{EA818314-F046-4DF9-B04F-44E2F46BEBE4}" type="presOf" srcId="{B5608648-EC43-46CB-BBFE-05CD72D02E34}" destId="{5AE5F2FB-A242-4326-8C50-F748DFAB8936}" srcOrd="0" destOrd="0" presId="urn:microsoft.com/office/officeart/2005/8/layout/hierarchy2"/>
    <dgm:cxn modelId="{26D0A717-23D4-47D7-8663-1E6D63A28C41}" type="presOf" srcId="{852618DC-9799-445F-9D71-CA28F10E6FCE}" destId="{D2BD3716-778C-46DB-A1F5-1D3BDCB61F05}" srcOrd="0" destOrd="0" presId="urn:microsoft.com/office/officeart/2005/8/layout/hierarchy2"/>
    <dgm:cxn modelId="{77FD1A27-7090-491D-9930-64AC9994E33C}" type="presOf" srcId="{D3D4D75B-98DA-4C29-AA4A-567F91D2FA97}" destId="{C525D633-500B-4EDD-8F14-936BD12F562C}" srcOrd="0" destOrd="0" presId="urn:microsoft.com/office/officeart/2005/8/layout/hierarchy2"/>
    <dgm:cxn modelId="{8AE3082C-65DE-4024-880E-D59BF0552D7A}" type="presOf" srcId="{F8B7A892-FC8C-4DBD-AB72-8595A4479676}" destId="{79219079-88FC-48DB-A364-0C0144AC2D27}" srcOrd="0" destOrd="0" presId="urn:microsoft.com/office/officeart/2005/8/layout/hierarchy2"/>
    <dgm:cxn modelId="{F012792E-928B-4926-B370-82863A7F98B2}" srcId="{7D51F003-236C-4022-AC3F-90EFB3ABECC2}" destId="{D9EE96E7-C7E2-4C8D-9260-ECB56A7D5ABB}" srcOrd="0" destOrd="0" parTransId="{852618DC-9799-445F-9D71-CA28F10E6FCE}" sibTransId="{C951A1AE-6F14-4CC0-B3CC-6F96B29B46F2}"/>
    <dgm:cxn modelId="{41F37A33-907E-41C9-BACD-52C85853117B}" srcId="{7D51F003-236C-4022-AC3F-90EFB3ABECC2}" destId="{F8B7A892-FC8C-4DBD-AB72-8595A4479676}" srcOrd="3" destOrd="0" parTransId="{F6A344FF-0657-4195-A926-A236F1D76EAA}" sibTransId="{C42EAD9F-C4E2-4FAB-9ED0-1DCF7BCF4726}"/>
    <dgm:cxn modelId="{0D6BF134-451E-4715-8B93-87F62D516405}" srcId="{7D51F003-236C-4022-AC3F-90EFB3ABECC2}" destId="{D0555774-A367-4891-92F3-25BACB59FC55}" srcOrd="1" destOrd="0" parTransId="{01690521-70C8-4014-AEFE-AA16387DBB92}" sibTransId="{2332B518-B407-4858-B3B5-37C75403793C}"/>
    <dgm:cxn modelId="{E8C6A138-4753-4DDF-AF5B-363C92940DA0}" type="presOf" srcId="{F6A344FF-0657-4195-A926-A236F1D76EAA}" destId="{AC2F8FD2-BEFC-4010-A78D-583CD46B7786}" srcOrd="1" destOrd="0" presId="urn:microsoft.com/office/officeart/2005/8/layout/hierarchy2"/>
    <dgm:cxn modelId="{00C64E41-DAED-4630-9238-5FA8622A2110}" type="presOf" srcId="{392D5EF2-2F55-4F70-97B8-F9DAA6BB4353}" destId="{AA5AF771-39B3-41E0-81A8-7FFEA4402CBF}" srcOrd="0" destOrd="0" presId="urn:microsoft.com/office/officeart/2005/8/layout/hierarchy2"/>
    <dgm:cxn modelId="{1500BB42-33A3-46FC-B8A0-EEC0A0755DB6}" type="presOf" srcId="{01690521-70C8-4014-AEFE-AA16387DBB92}" destId="{B88A9C5F-99C3-4B4E-8BF3-AB587B3757D5}" srcOrd="1" destOrd="0" presId="urn:microsoft.com/office/officeart/2005/8/layout/hierarchy2"/>
    <dgm:cxn modelId="{26642068-E91D-4521-A057-D82AB742BDD1}" srcId="{B5608648-EC43-46CB-BBFE-05CD72D02E34}" destId="{7D51F003-236C-4022-AC3F-90EFB3ABECC2}" srcOrd="0" destOrd="0" parTransId="{557FC7BF-815F-45CD-80F4-423307C8416E}" sibTransId="{694B7330-FE19-40AD-9E02-ACC9581E0C46}"/>
    <dgm:cxn modelId="{A24FF44B-6D24-4691-8A9C-F19AC3043499}" type="presOf" srcId="{392D5EF2-2F55-4F70-97B8-F9DAA6BB4353}" destId="{83A3358D-9A60-4364-9317-97D1E463B9A6}" srcOrd="1" destOrd="0" presId="urn:microsoft.com/office/officeart/2005/8/layout/hierarchy2"/>
    <dgm:cxn modelId="{163EE34D-838C-4698-9EA5-A0F7EA9D9199}" srcId="{7D51F003-236C-4022-AC3F-90EFB3ABECC2}" destId="{D3D4D75B-98DA-4C29-AA4A-567F91D2FA97}" srcOrd="2" destOrd="0" parTransId="{1FA4CF3E-372D-44E4-9FC0-BA38BB306AEE}" sibTransId="{4C2660FC-2F99-4167-BD82-A7E6F6EF087E}"/>
    <dgm:cxn modelId="{191DA087-A8BF-4CB1-BCA4-0F2783A3843B}" srcId="{7D51F003-236C-4022-AC3F-90EFB3ABECC2}" destId="{4C7DFB61-F4E3-429D-A92E-791265AF771F}" srcOrd="4" destOrd="0" parTransId="{392D5EF2-2F55-4F70-97B8-F9DAA6BB4353}" sibTransId="{A39562D4-7619-433E-80C1-7DDC597FEB70}"/>
    <dgm:cxn modelId="{B3896B88-B5CA-4CE7-A630-232C4107FA7E}" type="presOf" srcId="{F6A344FF-0657-4195-A926-A236F1D76EAA}" destId="{DEC96FCD-A819-4469-A2BD-EE55C6B84837}" srcOrd="0" destOrd="0" presId="urn:microsoft.com/office/officeart/2005/8/layout/hierarchy2"/>
    <dgm:cxn modelId="{554675B0-C4E0-44A9-BF62-917AEA84DC78}" type="presOf" srcId="{01690521-70C8-4014-AEFE-AA16387DBB92}" destId="{4A16EF98-6287-4731-82DC-E08069D2896E}" srcOrd="0" destOrd="0" presId="urn:microsoft.com/office/officeart/2005/8/layout/hierarchy2"/>
    <dgm:cxn modelId="{C1D069B5-9758-490E-8147-291C6DEE6A35}" type="presOf" srcId="{D9EE96E7-C7E2-4C8D-9260-ECB56A7D5ABB}" destId="{62D2AFE5-8D4F-42EF-A085-BEF9005595EC}" srcOrd="0" destOrd="0" presId="urn:microsoft.com/office/officeart/2005/8/layout/hierarchy2"/>
    <dgm:cxn modelId="{59D7B1BD-B5CB-4076-8B84-3D4C3019195A}" type="presOf" srcId="{4C7DFB61-F4E3-429D-A92E-791265AF771F}" destId="{75E130A5-06E6-4FC5-A322-106ACD89E6AA}" srcOrd="0" destOrd="0" presId="urn:microsoft.com/office/officeart/2005/8/layout/hierarchy2"/>
    <dgm:cxn modelId="{A04703DA-BB3D-4FCB-A7F2-371B2523EE9C}" type="presOf" srcId="{1FA4CF3E-372D-44E4-9FC0-BA38BB306AEE}" destId="{20E32689-483C-48D5-9CFD-3227ACEE7116}" srcOrd="1" destOrd="0" presId="urn:microsoft.com/office/officeart/2005/8/layout/hierarchy2"/>
    <dgm:cxn modelId="{3771F3E4-BD7B-4E9C-BF3E-5D0A5DB4B284}" type="presOf" srcId="{1FA4CF3E-372D-44E4-9FC0-BA38BB306AEE}" destId="{89185884-84DA-4CD0-9F8D-D3ED326F9C8A}" srcOrd="0" destOrd="0" presId="urn:microsoft.com/office/officeart/2005/8/layout/hierarchy2"/>
    <dgm:cxn modelId="{F9754BF4-9EB1-4945-970D-F77EB7780C04}" type="presOf" srcId="{D0555774-A367-4891-92F3-25BACB59FC55}" destId="{6815F9DF-F236-4AEB-B1BD-3EB0F938B97F}" srcOrd="0" destOrd="0" presId="urn:microsoft.com/office/officeart/2005/8/layout/hierarchy2"/>
    <dgm:cxn modelId="{B63920FF-0828-42CD-BE2F-D1FAFC1FFA75}" type="presOf" srcId="{7D51F003-236C-4022-AC3F-90EFB3ABECC2}" destId="{6CCDCD5E-0ECA-4B3A-B95F-8EC1D4DF23B2}" srcOrd="0" destOrd="0" presId="urn:microsoft.com/office/officeart/2005/8/layout/hierarchy2"/>
    <dgm:cxn modelId="{0525D294-B00E-4DF4-9A51-38267C32317F}" type="presParOf" srcId="{5AE5F2FB-A242-4326-8C50-F748DFAB8936}" destId="{4FD1F6C8-238A-4B67-B779-E3CF2A5ADB34}" srcOrd="0" destOrd="0" presId="urn:microsoft.com/office/officeart/2005/8/layout/hierarchy2"/>
    <dgm:cxn modelId="{CB95AA06-1DC3-48C9-8A06-1044E08C97BC}" type="presParOf" srcId="{4FD1F6C8-238A-4B67-B779-E3CF2A5ADB34}" destId="{6CCDCD5E-0ECA-4B3A-B95F-8EC1D4DF23B2}" srcOrd="0" destOrd="0" presId="urn:microsoft.com/office/officeart/2005/8/layout/hierarchy2"/>
    <dgm:cxn modelId="{B77117DF-FB8B-4EDE-9D40-7B2B084F9AE7}" type="presParOf" srcId="{4FD1F6C8-238A-4B67-B779-E3CF2A5ADB34}" destId="{2C599A7A-3363-4123-BEE1-42D2F71A97A0}" srcOrd="1" destOrd="0" presId="urn:microsoft.com/office/officeart/2005/8/layout/hierarchy2"/>
    <dgm:cxn modelId="{67A0162B-847B-4960-8216-5467D53502FF}" type="presParOf" srcId="{2C599A7A-3363-4123-BEE1-42D2F71A97A0}" destId="{D2BD3716-778C-46DB-A1F5-1D3BDCB61F05}" srcOrd="0" destOrd="0" presId="urn:microsoft.com/office/officeart/2005/8/layout/hierarchy2"/>
    <dgm:cxn modelId="{7DC8B946-BC29-41B7-AC5F-5208EC383779}" type="presParOf" srcId="{D2BD3716-778C-46DB-A1F5-1D3BDCB61F05}" destId="{7E16BE04-08C7-447C-8B83-551CBA7F15AA}" srcOrd="0" destOrd="0" presId="urn:microsoft.com/office/officeart/2005/8/layout/hierarchy2"/>
    <dgm:cxn modelId="{B9CE001C-5F36-4DF4-9C5C-2B28FC035DBB}" type="presParOf" srcId="{2C599A7A-3363-4123-BEE1-42D2F71A97A0}" destId="{73CBB6A2-9EAD-49FD-867D-158FCC7E0D16}" srcOrd="1" destOrd="0" presId="urn:microsoft.com/office/officeart/2005/8/layout/hierarchy2"/>
    <dgm:cxn modelId="{95C59462-1675-45AF-9E2C-6976A55B6877}" type="presParOf" srcId="{73CBB6A2-9EAD-49FD-867D-158FCC7E0D16}" destId="{62D2AFE5-8D4F-42EF-A085-BEF9005595EC}" srcOrd="0" destOrd="0" presId="urn:microsoft.com/office/officeart/2005/8/layout/hierarchy2"/>
    <dgm:cxn modelId="{EB13108D-0F0C-4964-A270-965B4F3AFDF1}" type="presParOf" srcId="{73CBB6A2-9EAD-49FD-867D-158FCC7E0D16}" destId="{D86798D8-63AF-4CF0-9ADD-878C9A982978}" srcOrd="1" destOrd="0" presId="urn:microsoft.com/office/officeart/2005/8/layout/hierarchy2"/>
    <dgm:cxn modelId="{8DABEA1C-7811-411F-9B8B-AD0915A6FF7F}" type="presParOf" srcId="{2C599A7A-3363-4123-BEE1-42D2F71A97A0}" destId="{4A16EF98-6287-4731-82DC-E08069D2896E}" srcOrd="2" destOrd="0" presId="urn:microsoft.com/office/officeart/2005/8/layout/hierarchy2"/>
    <dgm:cxn modelId="{E2221101-9A4C-4BFA-9559-9187351F6E8D}" type="presParOf" srcId="{4A16EF98-6287-4731-82DC-E08069D2896E}" destId="{B88A9C5F-99C3-4B4E-8BF3-AB587B3757D5}" srcOrd="0" destOrd="0" presId="urn:microsoft.com/office/officeart/2005/8/layout/hierarchy2"/>
    <dgm:cxn modelId="{1BF09137-F8A2-4FE1-B1CB-DE42805FD046}" type="presParOf" srcId="{2C599A7A-3363-4123-BEE1-42D2F71A97A0}" destId="{9805F210-14D4-469C-B5A3-C5FDD40F729C}" srcOrd="3" destOrd="0" presId="urn:microsoft.com/office/officeart/2005/8/layout/hierarchy2"/>
    <dgm:cxn modelId="{E73C338B-1506-45B1-9978-1254CF292DD1}" type="presParOf" srcId="{9805F210-14D4-469C-B5A3-C5FDD40F729C}" destId="{6815F9DF-F236-4AEB-B1BD-3EB0F938B97F}" srcOrd="0" destOrd="0" presId="urn:microsoft.com/office/officeart/2005/8/layout/hierarchy2"/>
    <dgm:cxn modelId="{E24D7288-4A67-4C0E-B524-F817BF6239E4}" type="presParOf" srcId="{9805F210-14D4-469C-B5A3-C5FDD40F729C}" destId="{9AF4FA8A-43E3-4257-8A39-87A5B9D410F1}" srcOrd="1" destOrd="0" presId="urn:microsoft.com/office/officeart/2005/8/layout/hierarchy2"/>
    <dgm:cxn modelId="{B482ECE7-296D-4AA8-A25A-1385B9A8E919}" type="presParOf" srcId="{2C599A7A-3363-4123-BEE1-42D2F71A97A0}" destId="{89185884-84DA-4CD0-9F8D-D3ED326F9C8A}" srcOrd="4" destOrd="0" presId="urn:microsoft.com/office/officeart/2005/8/layout/hierarchy2"/>
    <dgm:cxn modelId="{1EA26D89-8D5A-4FAA-849E-EE9CCC5AAAC2}" type="presParOf" srcId="{89185884-84DA-4CD0-9F8D-D3ED326F9C8A}" destId="{20E32689-483C-48D5-9CFD-3227ACEE7116}" srcOrd="0" destOrd="0" presId="urn:microsoft.com/office/officeart/2005/8/layout/hierarchy2"/>
    <dgm:cxn modelId="{22BAD6A7-B608-4042-934D-56A041433650}" type="presParOf" srcId="{2C599A7A-3363-4123-BEE1-42D2F71A97A0}" destId="{50291A7B-0361-49BE-9414-74801B838E88}" srcOrd="5" destOrd="0" presId="urn:microsoft.com/office/officeart/2005/8/layout/hierarchy2"/>
    <dgm:cxn modelId="{5655E409-920A-4EF4-B644-D5F73459FE49}" type="presParOf" srcId="{50291A7B-0361-49BE-9414-74801B838E88}" destId="{C525D633-500B-4EDD-8F14-936BD12F562C}" srcOrd="0" destOrd="0" presId="urn:microsoft.com/office/officeart/2005/8/layout/hierarchy2"/>
    <dgm:cxn modelId="{A5636C4A-73EA-49DD-9957-24A24C255C13}" type="presParOf" srcId="{50291A7B-0361-49BE-9414-74801B838E88}" destId="{9BB8BEBF-5BD6-45AD-847F-D8DE390BEAD4}" srcOrd="1" destOrd="0" presId="urn:microsoft.com/office/officeart/2005/8/layout/hierarchy2"/>
    <dgm:cxn modelId="{F9853135-5668-47A4-BF16-08259B517310}" type="presParOf" srcId="{2C599A7A-3363-4123-BEE1-42D2F71A97A0}" destId="{DEC96FCD-A819-4469-A2BD-EE55C6B84837}" srcOrd="6" destOrd="0" presId="urn:microsoft.com/office/officeart/2005/8/layout/hierarchy2"/>
    <dgm:cxn modelId="{490EBBB5-478E-4CE2-983B-1A69271DD02B}" type="presParOf" srcId="{DEC96FCD-A819-4469-A2BD-EE55C6B84837}" destId="{AC2F8FD2-BEFC-4010-A78D-583CD46B7786}" srcOrd="0" destOrd="0" presId="urn:microsoft.com/office/officeart/2005/8/layout/hierarchy2"/>
    <dgm:cxn modelId="{95383A56-0464-4D4D-914F-4AEF122E50E9}" type="presParOf" srcId="{2C599A7A-3363-4123-BEE1-42D2F71A97A0}" destId="{E05994FF-5D7C-4AB3-86D2-93517B6568E5}" srcOrd="7" destOrd="0" presId="urn:microsoft.com/office/officeart/2005/8/layout/hierarchy2"/>
    <dgm:cxn modelId="{706D2294-E832-47A4-99B1-D166E2FCA630}" type="presParOf" srcId="{E05994FF-5D7C-4AB3-86D2-93517B6568E5}" destId="{79219079-88FC-48DB-A364-0C0144AC2D27}" srcOrd="0" destOrd="0" presId="urn:microsoft.com/office/officeart/2005/8/layout/hierarchy2"/>
    <dgm:cxn modelId="{53BF3BA0-F32F-4ED0-883E-90238C2A67C7}" type="presParOf" srcId="{E05994FF-5D7C-4AB3-86D2-93517B6568E5}" destId="{1440A820-4C88-40C8-81D9-E5F7E2E8A9C1}" srcOrd="1" destOrd="0" presId="urn:microsoft.com/office/officeart/2005/8/layout/hierarchy2"/>
    <dgm:cxn modelId="{E0CCC020-8194-47E1-823A-035CB96B5CD9}" type="presParOf" srcId="{2C599A7A-3363-4123-BEE1-42D2F71A97A0}" destId="{AA5AF771-39B3-41E0-81A8-7FFEA4402CBF}" srcOrd="8" destOrd="0" presId="urn:microsoft.com/office/officeart/2005/8/layout/hierarchy2"/>
    <dgm:cxn modelId="{AA4FF4A6-C2B5-4AEB-9EDC-BB6E8F14EBD7}" type="presParOf" srcId="{AA5AF771-39B3-41E0-81A8-7FFEA4402CBF}" destId="{83A3358D-9A60-4364-9317-97D1E463B9A6}" srcOrd="0" destOrd="0" presId="urn:microsoft.com/office/officeart/2005/8/layout/hierarchy2"/>
    <dgm:cxn modelId="{A227E602-FDE2-4EAB-9978-DD26604E756A}" type="presParOf" srcId="{2C599A7A-3363-4123-BEE1-42D2F71A97A0}" destId="{0E2181D0-6D5F-4FFD-828F-3DA4441E2E9D}" srcOrd="9" destOrd="0" presId="urn:microsoft.com/office/officeart/2005/8/layout/hierarchy2"/>
    <dgm:cxn modelId="{E28DAACD-5BB7-4996-B2FE-126D39EB79B4}" type="presParOf" srcId="{0E2181D0-6D5F-4FFD-828F-3DA4441E2E9D}" destId="{75E130A5-06E6-4FC5-A322-106ACD89E6AA}" srcOrd="0" destOrd="0" presId="urn:microsoft.com/office/officeart/2005/8/layout/hierarchy2"/>
    <dgm:cxn modelId="{4D22F9BA-2A6B-4053-B181-0293B028B005}" type="presParOf" srcId="{0E2181D0-6D5F-4FFD-828F-3DA4441E2E9D}" destId="{896E7804-E279-41C2-B980-96EBD27362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B5608648-EC43-46CB-BBFE-05CD72D02E3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1F003-236C-4022-AC3F-90EFB3ABECC2}">
      <dgm:prSet phldrT="[Text]"/>
      <dgm:spPr/>
      <dgm:t>
        <a:bodyPr/>
        <a:lstStyle/>
        <a:p>
          <a:r>
            <a:rPr lang="en-US" dirty="0"/>
            <a:t>Diffusion Based Image Restoration</a:t>
          </a:r>
        </a:p>
      </dgm:t>
    </dgm:pt>
    <dgm:pt modelId="{557FC7BF-815F-45CD-80F4-423307C8416E}" type="parTrans" cxnId="{26642068-E91D-4521-A057-D82AB742BDD1}">
      <dgm:prSet/>
      <dgm:spPr/>
      <dgm:t>
        <a:bodyPr/>
        <a:lstStyle/>
        <a:p>
          <a:endParaRPr lang="en-US"/>
        </a:p>
      </dgm:t>
    </dgm:pt>
    <dgm:pt modelId="{694B7330-FE19-40AD-9E02-ACC9581E0C46}" type="sibTrans" cxnId="{26642068-E91D-4521-A057-D82AB742BDD1}">
      <dgm:prSet/>
      <dgm:spPr/>
      <dgm:t>
        <a:bodyPr/>
        <a:lstStyle/>
        <a:p>
          <a:endParaRPr lang="en-US"/>
        </a:p>
      </dgm:t>
    </dgm:pt>
    <dgm:pt modelId="{D9EE96E7-C7E2-4C8D-9260-ECB56A7D5ABB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Conditional Mechanisms</a:t>
          </a:r>
        </a:p>
      </dgm:t>
    </dgm:pt>
    <dgm:pt modelId="{852618DC-9799-445F-9D71-CA28F10E6FCE}" type="parTrans" cxnId="{F012792E-928B-4926-B370-82863A7F98B2}">
      <dgm:prSet/>
      <dgm:spPr/>
      <dgm:t>
        <a:bodyPr/>
        <a:lstStyle/>
        <a:p>
          <a:endParaRPr lang="en-US"/>
        </a:p>
      </dgm:t>
    </dgm:pt>
    <dgm:pt modelId="{C951A1AE-6F14-4CC0-B3CC-6F96B29B46F2}" type="sibTrans" cxnId="{F012792E-928B-4926-B370-82863A7F98B2}">
      <dgm:prSet/>
      <dgm:spPr/>
      <dgm:t>
        <a:bodyPr/>
        <a:lstStyle/>
        <a:p>
          <a:endParaRPr lang="en-US"/>
        </a:p>
      </dgm:t>
    </dgm:pt>
    <dgm:pt modelId="{D0555774-A367-4891-92F3-25BACB59FC55}">
      <dgm:prSet phldrT="[Text]"/>
      <dgm:spPr/>
      <dgm:t>
        <a:bodyPr/>
        <a:lstStyle/>
        <a:p>
          <a:r>
            <a:rPr lang="en-US" dirty="0"/>
            <a:t>Zero-shot</a:t>
          </a:r>
        </a:p>
      </dgm:t>
    </dgm:pt>
    <dgm:pt modelId="{01690521-70C8-4014-AEFE-AA16387DBB92}" type="parTrans" cxnId="{0D6BF134-451E-4715-8B93-87F62D516405}">
      <dgm:prSet/>
      <dgm:spPr/>
      <dgm:t>
        <a:bodyPr/>
        <a:lstStyle/>
        <a:p>
          <a:endParaRPr lang="en-US"/>
        </a:p>
      </dgm:t>
    </dgm:pt>
    <dgm:pt modelId="{2332B518-B407-4858-B3B5-37C75403793C}" type="sibTrans" cxnId="{0D6BF134-451E-4715-8B93-87F62D516405}">
      <dgm:prSet/>
      <dgm:spPr/>
      <dgm:t>
        <a:bodyPr/>
        <a:lstStyle/>
        <a:p>
          <a:endParaRPr lang="en-US"/>
        </a:p>
      </dgm:t>
    </dgm:pt>
    <dgm:pt modelId="{D3D4D75B-98DA-4C29-AA4A-567F91D2FA97}">
      <dgm:prSet phldrT="[Text]"/>
      <dgm:spPr/>
      <dgm:t>
        <a:bodyPr/>
        <a:lstStyle/>
        <a:p>
          <a:r>
            <a:rPr lang="en-US" dirty="0"/>
            <a:t>Guidance Mechanisms</a:t>
          </a:r>
        </a:p>
      </dgm:t>
    </dgm:pt>
    <dgm:pt modelId="{1FA4CF3E-372D-44E4-9FC0-BA38BB306AEE}" type="parTrans" cxnId="{163EE34D-838C-4698-9EA5-A0F7EA9D9199}">
      <dgm:prSet/>
      <dgm:spPr/>
      <dgm:t>
        <a:bodyPr/>
        <a:lstStyle/>
        <a:p>
          <a:endParaRPr lang="en-US"/>
        </a:p>
      </dgm:t>
    </dgm:pt>
    <dgm:pt modelId="{4C2660FC-2F99-4167-BD82-A7E6F6EF087E}" type="sibTrans" cxnId="{163EE34D-838C-4698-9EA5-A0F7EA9D9199}">
      <dgm:prSet/>
      <dgm:spPr/>
      <dgm:t>
        <a:bodyPr/>
        <a:lstStyle/>
        <a:p>
          <a:endParaRPr lang="en-US"/>
        </a:p>
      </dgm:t>
    </dgm:pt>
    <dgm:pt modelId="{F8B7A892-FC8C-4DBD-AB72-8595A4479676}">
      <dgm:prSet phldrT="[Text]"/>
      <dgm:spPr/>
      <dgm:t>
        <a:bodyPr/>
        <a:lstStyle/>
        <a:p>
          <a:r>
            <a:rPr lang="en-US" dirty="0"/>
            <a:t>Latent Diffusion Models</a:t>
          </a:r>
        </a:p>
      </dgm:t>
    </dgm:pt>
    <dgm:pt modelId="{F6A344FF-0657-4195-A926-A236F1D76EAA}" type="parTrans" cxnId="{41F37A33-907E-41C9-BACD-52C85853117B}">
      <dgm:prSet/>
      <dgm:spPr/>
      <dgm:t>
        <a:bodyPr/>
        <a:lstStyle/>
        <a:p>
          <a:endParaRPr lang="en-US"/>
        </a:p>
      </dgm:t>
    </dgm:pt>
    <dgm:pt modelId="{C42EAD9F-C4E2-4FAB-9ED0-1DCF7BCF4726}" type="sibTrans" cxnId="{41F37A33-907E-41C9-BACD-52C85853117B}">
      <dgm:prSet/>
      <dgm:spPr/>
      <dgm:t>
        <a:bodyPr/>
        <a:lstStyle/>
        <a:p>
          <a:endParaRPr lang="en-US"/>
        </a:p>
      </dgm:t>
    </dgm:pt>
    <dgm:pt modelId="{4C7DFB61-F4E3-429D-A92E-791265AF771F}">
      <dgm:prSet phldrT="[Text]"/>
      <dgm:spPr/>
      <dgm:t>
        <a:bodyPr/>
        <a:lstStyle/>
        <a:p>
          <a:r>
            <a:rPr lang="en-US" dirty="0"/>
            <a:t>Hybrid Methods</a:t>
          </a:r>
        </a:p>
      </dgm:t>
    </dgm:pt>
    <dgm:pt modelId="{392D5EF2-2F55-4F70-97B8-F9DAA6BB4353}" type="parTrans" cxnId="{191DA087-A8BF-4CB1-BCA4-0F2783A3843B}">
      <dgm:prSet/>
      <dgm:spPr/>
      <dgm:t>
        <a:bodyPr/>
        <a:lstStyle/>
        <a:p>
          <a:endParaRPr lang="en-US"/>
        </a:p>
      </dgm:t>
    </dgm:pt>
    <dgm:pt modelId="{A39562D4-7619-433E-80C1-7DDC597FEB70}" type="sibTrans" cxnId="{191DA087-A8BF-4CB1-BCA4-0F2783A3843B}">
      <dgm:prSet/>
      <dgm:spPr/>
      <dgm:t>
        <a:bodyPr/>
        <a:lstStyle/>
        <a:p>
          <a:endParaRPr lang="en-US"/>
        </a:p>
      </dgm:t>
    </dgm:pt>
    <dgm:pt modelId="{5AE5F2FB-A242-4326-8C50-F748DFAB8936}" type="pres">
      <dgm:prSet presAssocID="{B5608648-EC43-46CB-BBFE-05CD72D02E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D1F6C8-238A-4B67-B779-E3CF2A5ADB34}" type="pres">
      <dgm:prSet presAssocID="{7D51F003-236C-4022-AC3F-90EFB3ABECC2}" presName="root1" presStyleCnt="0"/>
      <dgm:spPr/>
    </dgm:pt>
    <dgm:pt modelId="{6CCDCD5E-0ECA-4B3A-B95F-8EC1D4DF23B2}" type="pres">
      <dgm:prSet presAssocID="{7D51F003-236C-4022-AC3F-90EFB3ABECC2}" presName="LevelOneTextNode" presStyleLbl="node0" presStyleIdx="0" presStyleCnt="1" custScaleX="251249">
        <dgm:presLayoutVars>
          <dgm:chPref val="3"/>
        </dgm:presLayoutVars>
      </dgm:prSet>
      <dgm:spPr/>
    </dgm:pt>
    <dgm:pt modelId="{2C599A7A-3363-4123-BEE1-42D2F71A97A0}" type="pres">
      <dgm:prSet presAssocID="{7D51F003-236C-4022-AC3F-90EFB3ABECC2}" presName="level2hierChild" presStyleCnt="0"/>
      <dgm:spPr/>
    </dgm:pt>
    <dgm:pt modelId="{D2BD3716-778C-46DB-A1F5-1D3BDCB61F05}" type="pres">
      <dgm:prSet presAssocID="{852618DC-9799-445F-9D71-CA28F10E6FCE}" presName="conn2-1" presStyleLbl="parChTrans1D2" presStyleIdx="0" presStyleCnt="5"/>
      <dgm:spPr/>
    </dgm:pt>
    <dgm:pt modelId="{7E16BE04-08C7-447C-8B83-551CBA7F15AA}" type="pres">
      <dgm:prSet presAssocID="{852618DC-9799-445F-9D71-CA28F10E6FCE}" presName="connTx" presStyleLbl="parChTrans1D2" presStyleIdx="0" presStyleCnt="5"/>
      <dgm:spPr/>
    </dgm:pt>
    <dgm:pt modelId="{73CBB6A2-9EAD-49FD-867D-158FCC7E0D16}" type="pres">
      <dgm:prSet presAssocID="{D9EE96E7-C7E2-4C8D-9260-ECB56A7D5ABB}" presName="root2" presStyleCnt="0"/>
      <dgm:spPr/>
    </dgm:pt>
    <dgm:pt modelId="{62D2AFE5-8D4F-42EF-A085-BEF9005595EC}" type="pres">
      <dgm:prSet presAssocID="{D9EE96E7-C7E2-4C8D-9260-ECB56A7D5ABB}" presName="LevelTwoTextNode" presStyleLbl="node2" presStyleIdx="0" presStyleCnt="5" custScaleX="234055">
        <dgm:presLayoutVars>
          <dgm:chPref val="3"/>
        </dgm:presLayoutVars>
      </dgm:prSet>
      <dgm:spPr/>
    </dgm:pt>
    <dgm:pt modelId="{D86798D8-63AF-4CF0-9ADD-878C9A982978}" type="pres">
      <dgm:prSet presAssocID="{D9EE96E7-C7E2-4C8D-9260-ECB56A7D5ABB}" presName="level3hierChild" presStyleCnt="0"/>
      <dgm:spPr/>
    </dgm:pt>
    <dgm:pt modelId="{4A16EF98-6287-4731-82DC-E08069D2896E}" type="pres">
      <dgm:prSet presAssocID="{01690521-70C8-4014-AEFE-AA16387DBB92}" presName="conn2-1" presStyleLbl="parChTrans1D2" presStyleIdx="1" presStyleCnt="5"/>
      <dgm:spPr/>
    </dgm:pt>
    <dgm:pt modelId="{B88A9C5F-99C3-4B4E-8BF3-AB587B3757D5}" type="pres">
      <dgm:prSet presAssocID="{01690521-70C8-4014-AEFE-AA16387DBB92}" presName="connTx" presStyleLbl="parChTrans1D2" presStyleIdx="1" presStyleCnt="5"/>
      <dgm:spPr/>
    </dgm:pt>
    <dgm:pt modelId="{9805F210-14D4-469C-B5A3-C5FDD40F729C}" type="pres">
      <dgm:prSet presAssocID="{D0555774-A367-4891-92F3-25BACB59FC55}" presName="root2" presStyleCnt="0"/>
      <dgm:spPr/>
    </dgm:pt>
    <dgm:pt modelId="{6815F9DF-F236-4AEB-B1BD-3EB0F938B97F}" type="pres">
      <dgm:prSet presAssocID="{D0555774-A367-4891-92F3-25BACB59FC55}" presName="LevelTwoTextNode" presStyleLbl="node2" presStyleIdx="1" presStyleCnt="5" custScaleX="234055">
        <dgm:presLayoutVars>
          <dgm:chPref val="3"/>
        </dgm:presLayoutVars>
      </dgm:prSet>
      <dgm:spPr/>
    </dgm:pt>
    <dgm:pt modelId="{9AF4FA8A-43E3-4257-8A39-87A5B9D410F1}" type="pres">
      <dgm:prSet presAssocID="{D0555774-A367-4891-92F3-25BACB59FC55}" presName="level3hierChild" presStyleCnt="0"/>
      <dgm:spPr/>
    </dgm:pt>
    <dgm:pt modelId="{89185884-84DA-4CD0-9F8D-D3ED326F9C8A}" type="pres">
      <dgm:prSet presAssocID="{1FA4CF3E-372D-44E4-9FC0-BA38BB306AEE}" presName="conn2-1" presStyleLbl="parChTrans1D2" presStyleIdx="2" presStyleCnt="5"/>
      <dgm:spPr/>
    </dgm:pt>
    <dgm:pt modelId="{20E32689-483C-48D5-9CFD-3227ACEE7116}" type="pres">
      <dgm:prSet presAssocID="{1FA4CF3E-372D-44E4-9FC0-BA38BB306AEE}" presName="connTx" presStyleLbl="parChTrans1D2" presStyleIdx="2" presStyleCnt="5"/>
      <dgm:spPr/>
    </dgm:pt>
    <dgm:pt modelId="{50291A7B-0361-49BE-9414-74801B838E88}" type="pres">
      <dgm:prSet presAssocID="{D3D4D75B-98DA-4C29-AA4A-567F91D2FA97}" presName="root2" presStyleCnt="0"/>
      <dgm:spPr/>
    </dgm:pt>
    <dgm:pt modelId="{C525D633-500B-4EDD-8F14-936BD12F562C}" type="pres">
      <dgm:prSet presAssocID="{D3D4D75B-98DA-4C29-AA4A-567F91D2FA97}" presName="LevelTwoTextNode" presStyleLbl="node2" presStyleIdx="2" presStyleCnt="5" custScaleX="234055">
        <dgm:presLayoutVars>
          <dgm:chPref val="3"/>
        </dgm:presLayoutVars>
      </dgm:prSet>
      <dgm:spPr/>
    </dgm:pt>
    <dgm:pt modelId="{9BB8BEBF-5BD6-45AD-847F-D8DE390BEAD4}" type="pres">
      <dgm:prSet presAssocID="{D3D4D75B-98DA-4C29-AA4A-567F91D2FA97}" presName="level3hierChild" presStyleCnt="0"/>
      <dgm:spPr/>
    </dgm:pt>
    <dgm:pt modelId="{DEC96FCD-A819-4469-A2BD-EE55C6B84837}" type="pres">
      <dgm:prSet presAssocID="{F6A344FF-0657-4195-A926-A236F1D76EAA}" presName="conn2-1" presStyleLbl="parChTrans1D2" presStyleIdx="3" presStyleCnt="5"/>
      <dgm:spPr/>
    </dgm:pt>
    <dgm:pt modelId="{AC2F8FD2-BEFC-4010-A78D-583CD46B7786}" type="pres">
      <dgm:prSet presAssocID="{F6A344FF-0657-4195-A926-A236F1D76EAA}" presName="connTx" presStyleLbl="parChTrans1D2" presStyleIdx="3" presStyleCnt="5"/>
      <dgm:spPr/>
    </dgm:pt>
    <dgm:pt modelId="{E05994FF-5D7C-4AB3-86D2-93517B6568E5}" type="pres">
      <dgm:prSet presAssocID="{F8B7A892-FC8C-4DBD-AB72-8595A4479676}" presName="root2" presStyleCnt="0"/>
      <dgm:spPr/>
    </dgm:pt>
    <dgm:pt modelId="{79219079-88FC-48DB-A364-0C0144AC2D27}" type="pres">
      <dgm:prSet presAssocID="{F8B7A892-FC8C-4DBD-AB72-8595A4479676}" presName="LevelTwoTextNode" presStyleLbl="node2" presStyleIdx="3" presStyleCnt="5" custScaleX="234055">
        <dgm:presLayoutVars>
          <dgm:chPref val="3"/>
        </dgm:presLayoutVars>
      </dgm:prSet>
      <dgm:spPr/>
    </dgm:pt>
    <dgm:pt modelId="{1440A820-4C88-40C8-81D9-E5F7E2E8A9C1}" type="pres">
      <dgm:prSet presAssocID="{F8B7A892-FC8C-4DBD-AB72-8595A4479676}" presName="level3hierChild" presStyleCnt="0"/>
      <dgm:spPr/>
    </dgm:pt>
    <dgm:pt modelId="{AA5AF771-39B3-41E0-81A8-7FFEA4402CBF}" type="pres">
      <dgm:prSet presAssocID="{392D5EF2-2F55-4F70-97B8-F9DAA6BB4353}" presName="conn2-1" presStyleLbl="parChTrans1D2" presStyleIdx="4" presStyleCnt="5"/>
      <dgm:spPr/>
    </dgm:pt>
    <dgm:pt modelId="{83A3358D-9A60-4364-9317-97D1E463B9A6}" type="pres">
      <dgm:prSet presAssocID="{392D5EF2-2F55-4F70-97B8-F9DAA6BB4353}" presName="connTx" presStyleLbl="parChTrans1D2" presStyleIdx="4" presStyleCnt="5"/>
      <dgm:spPr/>
    </dgm:pt>
    <dgm:pt modelId="{0E2181D0-6D5F-4FFD-828F-3DA4441E2E9D}" type="pres">
      <dgm:prSet presAssocID="{4C7DFB61-F4E3-429D-A92E-791265AF771F}" presName="root2" presStyleCnt="0"/>
      <dgm:spPr/>
    </dgm:pt>
    <dgm:pt modelId="{75E130A5-06E6-4FC5-A322-106ACD89E6AA}" type="pres">
      <dgm:prSet presAssocID="{4C7DFB61-F4E3-429D-A92E-791265AF771F}" presName="LevelTwoTextNode" presStyleLbl="node2" presStyleIdx="4" presStyleCnt="5" custScaleX="234055">
        <dgm:presLayoutVars>
          <dgm:chPref val="3"/>
        </dgm:presLayoutVars>
      </dgm:prSet>
      <dgm:spPr/>
    </dgm:pt>
    <dgm:pt modelId="{896E7804-E279-41C2-B980-96EBD2736212}" type="pres">
      <dgm:prSet presAssocID="{4C7DFB61-F4E3-429D-A92E-791265AF771F}" presName="level3hierChild" presStyleCnt="0"/>
      <dgm:spPr/>
    </dgm:pt>
  </dgm:ptLst>
  <dgm:cxnLst>
    <dgm:cxn modelId="{E9FFE710-E444-4942-93CF-B850BAEE162A}" type="presOf" srcId="{852618DC-9799-445F-9D71-CA28F10E6FCE}" destId="{7E16BE04-08C7-447C-8B83-551CBA7F15AA}" srcOrd="1" destOrd="0" presId="urn:microsoft.com/office/officeart/2005/8/layout/hierarchy2"/>
    <dgm:cxn modelId="{EA818314-F046-4DF9-B04F-44E2F46BEBE4}" type="presOf" srcId="{B5608648-EC43-46CB-BBFE-05CD72D02E34}" destId="{5AE5F2FB-A242-4326-8C50-F748DFAB8936}" srcOrd="0" destOrd="0" presId="urn:microsoft.com/office/officeart/2005/8/layout/hierarchy2"/>
    <dgm:cxn modelId="{26D0A717-23D4-47D7-8663-1E6D63A28C41}" type="presOf" srcId="{852618DC-9799-445F-9D71-CA28F10E6FCE}" destId="{D2BD3716-778C-46DB-A1F5-1D3BDCB61F05}" srcOrd="0" destOrd="0" presId="urn:microsoft.com/office/officeart/2005/8/layout/hierarchy2"/>
    <dgm:cxn modelId="{77FD1A27-7090-491D-9930-64AC9994E33C}" type="presOf" srcId="{D3D4D75B-98DA-4C29-AA4A-567F91D2FA97}" destId="{C525D633-500B-4EDD-8F14-936BD12F562C}" srcOrd="0" destOrd="0" presId="urn:microsoft.com/office/officeart/2005/8/layout/hierarchy2"/>
    <dgm:cxn modelId="{8AE3082C-65DE-4024-880E-D59BF0552D7A}" type="presOf" srcId="{F8B7A892-FC8C-4DBD-AB72-8595A4479676}" destId="{79219079-88FC-48DB-A364-0C0144AC2D27}" srcOrd="0" destOrd="0" presId="urn:microsoft.com/office/officeart/2005/8/layout/hierarchy2"/>
    <dgm:cxn modelId="{F012792E-928B-4926-B370-82863A7F98B2}" srcId="{7D51F003-236C-4022-AC3F-90EFB3ABECC2}" destId="{D9EE96E7-C7E2-4C8D-9260-ECB56A7D5ABB}" srcOrd="0" destOrd="0" parTransId="{852618DC-9799-445F-9D71-CA28F10E6FCE}" sibTransId="{C951A1AE-6F14-4CC0-B3CC-6F96B29B46F2}"/>
    <dgm:cxn modelId="{41F37A33-907E-41C9-BACD-52C85853117B}" srcId="{7D51F003-236C-4022-AC3F-90EFB3ABECC2}" destId="{F8B7A892-FC8C-4DBD-AB72-8595A4479676}" srcOrd="3" destOrd="0" parTransId="{F6A344FF-0657-4195-A926-A236F1D76EAA}" sibTransId="{C42EAD9F-C4E2-4FAB-9ED0-1DCF7BCF4726}"/>
    <dgm:cxn modelId="{0D6BF134-451E-4715-8B93-87F62D516405}" srcId="{7D51F003-236C-4022-AC3F-90EFB3ABECC2}" destId="{D0555774-A367-4891-92F3-25BACB59FC55}" srcOrd="1" destOrd="0" parTransId="{01690521-70C8-4014-AEFE-AA16387DBB92}" sibTransId="{2332B518-B407-4858-B3B5-37C75403793C}"/>
    <dgm:cxn modelId="{E8C6A138-4753-4DDF-AF5B-363C92940DA0}" type="presOf" srcId="{F6A344FF-0657-4195-A926-A236F1D76EAA}" destId="{AC2F8FD2-BEFC-4010-A78D-583CD46B7786}" srcOrd="1" destOrd="0" presId="urn:microsoft.com/office/officeart/2005/8/layout/hierarchy2"/>
    <dgm:cxn modelId="{00C64E41-DAED-4630-9238-5FA8622A2110}" type="presOf" srcId="{392D5EF2-2F55-4F70-97B8-F9DAA6BB4353}" destId="{AA5AF771-39B3-41E0-81A8-7FFEA4402CBF}" srcOrd="0" destOrd="0" presId="urn:microsoft.com/office/officeart/2005/8/layout/hierarchy2"/>
    <dgm:cxn modelId="{1500BB42-33A3-46FC-B8A0-EEC0A0755DB6}" type="presOf" srcId="{01690521-70C8-4014-AEFE-AA16387DBB92}" destId="{B88A9C5F-99C3-4B4E-8BF3-AB587B3757D5}" srcOrd="1" destOrd="0" presId="urn:microsoft.com/office/officeart/2005/8/layout/hierarchy2"/>
    <dgm:cxn modelId="{26642068-E91D-4521-A057-D82AB742BDD1}" srcId="{B5608648-EC43-46CB-BBFE-05CD72D02E34}" destId="{7D51F003-236C-4022-AC3F-90EFB3ABECC2}" srcOrd="0" destOrd="0" parTransId="{557FC7BF-815F-45CD-80F4-423307C8416E}" sibTransId="{694B7330-FE19-40AD-9E02-ACC9581E0C46}"/>
    <dgm:cxn modelId="{A24FF44B-6D24-4691-8A9C-F19AC3043499}" type="presOf" srcId="{392D5EF2-2F55-4F70-97B8-F9DAA6BB4353}" destId="{83A3358D-9A60-4364-9317-97D1E463B9A6}" srcOrd="1" destOrd="0" presId="urn:microsoft.com/office/officeart/2005/8/layout/hierarchy2"/>
    <dgm:cxn modelId="{163EE34D-838C-4698-9EA5-A0F7EA9D9199}" srcId="{7D51F003-236C-4022-AC3F-90EFB3ABECC2}" destId="{D3D4D75B-98DA-4C29-AA4A-567F91D2FA97}" srcOrd="2" destOrd="0" parTransId="{1FA4CF3E-372D-44E4-9FC0-BA38BB306AEE}" sibTransId="{4C2660FC-2F99-4167-BD82-A7E6F6EF087E}"/>
    <dgm:cxn modelId="{191DA087-A8BF-4CB1-BCA4-0F2783A3843B}" srcId="{7D51F003-236C-4022-AC3F-90EFB3ABECC2}" destId="{4C7DFB61-F4E3-429D-A92E-791265AF771F}" srcOrd="4" destOrd="0" parTransId="{392D5EF2-2F55-4F70-97B8-F9DAA6BB4353}" sibTransId="{A39562D4-7619-433E-80C1-7DDC597FEB70}"/>
    <dgm:cxn modelId="{B3896B88-B5CA-4CE7-A630-232C4107FA7E}" type="presOf" srcId="{F6A344FF-0657-4195-A926-A236F1D76EAA}" destId="{DEC96FCD-A819-4469-A2BD-EE55C6B84837}" srcOrd="0" destOrd="0" presId="urn:microsoft.com/office/officeart/2005/8/layout/hierarchy2"/>
    <dgm:cxn modelId="{554675B0-C4E0-44A9-BF62-917AEA84DC78}" type="presOf" srcId="{01690521-70C8-4014-AEFE-AA16387DBB92}" destId="{4A16EF98-6287-4731-82DC-E08069D2896E}" srcOrd="0" destOrd="0" presId="urn:microsoft.com/office/officeart/2005/8/layout/hierarchy2"/>
    <dgm:cxn modelId="{C1D069B5-9758-490E-8147-291C6DEE6A35}" type="presOf" srcId="{D9EE96E7-C7E2-4C8D-9260-ECB56A7D5ABB}" destId="{62D2AFE5-8D4F-42EF-A085-BEF9005595EC}" srcOrd="0" destOrd="0" presId="urn:microsoft.com/office/officeart/2005/8/layout/hierarchy2"/>
    <dgm:cxn modelId="{59D7B1BD-B5CB-4076-8B84-3D4C3019195A}" type="presOf" srcId="{4C7DFB61-F4E3-429D-A92E-791265AF771F}" destId="{75E130A5-06E6-4FC5-A322-106ACD89E6AA}" srcOrd="0" destOrd="0" presId="urn:microsoft.com/office/officeart/2005/8/layout/hierarchy2"/>
    <dgm:cxn modelId="{A04703DA-BB3D-4FCB-A7F2-371B2523EE9C}" type="presOf" srcId="{1FA4CF3E-372D-44E4-9FC0-BA38BB306AEE}" destId="{20E32689-483C-48D5-9CFD-3227ACEE7116}" srcOrd="1" destOrd="0" presId="urn:microsoft.com/office/officeart/2005/8/layout/hierarchy2"/>
    <dgm:cxn modelId="{3771F3E4-BD7B-4E9C-BF3E-5D0A5DB4B284}" type="presOf" srcId="{1FA4CF3E-372D-44E4-9FC0-BA38BB306AEE}" destId="{89185884-84DA-4CD0-9F8D-D3ED326F9C8A}" srcOrd="0" destOrd="0" presId="urn:microsoft.com/office/officeart/2005/8/layout/hierarchy2"/>
    <dgm:cxn modelId="{F9754BF4-9EB1-4945-970D-F77EB7780C04}" type="presOf" srcId="{D0555774-A367-4891-92F3-25BACB59FC55}" destId="{6815F9DF-F236-4AEB-B1BD-3EB0F938B97F}" srcOrd="0" destOrd="0" presId="urn:microsoft.com/office/officeart/2005/8/layout/hierarchy2"/>
    <dgm:cxn modelId="{B63920FF-0828-42CD-BE2F-D1FAFC1FFA75}" type="presOf" srcId="{7D51F003-236C-4022-AC3F-90EFB3ABECC2}" destId="{6CCDCD5E-0ECA-4B3A-B95F-8EC1D4DF23B2}" srcOrd="0" destOrd="0" presId="urn:microsoft.com/office/officeart/2005/8/layout/hierarchy2"/>
    <dgm:cxn modelId="{0525D294-B00E-4DF4-9A51-38267C32317F}" type="presParOf" srcId="{5AE5F2FB-A242-4326-8C50-F748DFAB8936}" destId="{4FD1F6C8-238A-4B67-B779-E3CF2A5ADB34}" srcOrd="0" destOrd="0" presId="urn:microsoft.com/office/officeart/2005/8/layout/hierarchy2"/>
    <dgm:cxn modelId="{CB95AA06-1DC3-48C9-8A06-1044E08C97BC}" type="presParOf" srcId="{4FD1F6C8-238A-4B67-B779-E3CF2A5ADB34}" destId="{6CCDCD5E-0ECA-4B3A-B95F-8EC1D4DF23B2}" srcOrd="0" destOrd="0" presId="urn:microsoft.com/office/officeart/2005/8/layout/hierarchy2"/>
    <dgm:cxn modelId="{B77117DF-FB8B-4EDE-9D40-7B2B084F9AE7}" type="presParOf" srcId="{4FD1F6C8-238A-4B67-B779-E3CF2A5ADB34}" destId="{2C599A7A-3363-4123-BEE1-42D2F71A97A0}" srcOrd="1" destOrd="0" presId="urn:microsoft.com/office/officeart/2005/8/layout/hierarchy2"/>
    <dgm:cxn modelId="{67A0162B-847B-4960-8216-5467D53502FF}" type="presParOf" srcId="{2C599A7A-3363-4123-BEE1-42D2F71A97A0}" destId="{D2BD3716-778C-46DB-A1F5-1D3BDCB61F05}" srcOrd="0" destOrd="0" presId="urn:microsoft.com/office/officeart/2005/8/layout/hierarchy2"/>
    <dgm:cxn modelId="{7DC8B946-BC29-41B7-AC5F-5208EC383779}" type="presParOf" srcId="{D2BD3716-778C-46DB-A1F5-1D3BDCB61F05}" destId="{7E16BE04-08C7-447C-8B83-551CBA7F15AA}" srcOrd="0" destOrd="0" presId="urn:microsoft.com/office/officeart/2005/8/layout/hierarchy2"/>
    <dgm:cxn modelId="{B9CE001C-5F36-4DF4-9C5C-2B28FC035DBB}" type="presParOf" srcId="{2C599A7A-3363-4123-BEE1-42D2F71A97A0}" destId="{73CBB6A2-9EAD-49FD-867D-158FCC7E0D16}" srcOrd="1" destOrd="0" presId="urn:microsoft.com/office/officeart/2005/8/layout/hierarchy2"/>
    <dgm:cxn modelId="{95C59462-1675-45AF-9E2C-6976A55B6877}" type="presParOf" srcId="{73CBB6A2-9EAD-49FD-867D-158FCC7E0D16}" destId="{62D2AFE5-8D4F-42EF-A085-BEF9005595EC}" srcOrd="0" destOrd="0" presId="urn:microsoft.com/office/officeart/2005/8/layout/hierarchy2"/>
    <dgm:cxn modelId="{EB13108D-0F0C-4964-A270-965B4F3AFDF1}" type="presParOf" srcId="{73CBB6A2-9EAD-49FD-867D-158FCC7E0D16}" destId="{D86798D8-63AF-4CF0-9ADD-878C9A982978}" srcOrd="1" destOrd="0" presId="urn:microsoft.com/office/officeart/2005/8/layout/hierarchy2"/>
    <dgm:cxn modelId="{8DABEA1C-7811-411F-9B8B-AD0915A6FF7F}" type="presParOf" srcId="{2C599A7A-3363-4123-BEE1-42D2F71A97A0}" destId="{4A16EF98-6287-4731-82DC-E08069D2896E}" srcOrd="2" destOrd="0" presId="urn:microsoft.com/office/officeart/2005/8/layout/hierarchy2"/>
    <dgm:cxn modelId="{E2221101-9A4C-4BFA-9559-9187351F6E8D}" type="presParOf" srcId="{4A16EF98-6287-4731-82DC-E08069D2896E}" destId="{B88A9C5F-99C3-4B4E-8BF3-AB587B3757D5}" srcOrd="0" destOrd="0" presId="urn:microsoft.com/office/officeart/2005/8/layout/hierarchy2"/>
    <dgm:cxn modelId="{1BF09137-F8A2-4FE1-B1CB-DE42805FD046}" type="presParOf" srcId="{2C599A7A-3363-4123-BEE1-42D2F71A97A0}" destId="{9805F210-14D4-469C-B5A3-C5FDD40F729C}" srcOrd="3" destOrd="0" presId="urn:microsoft.com/office/officeart/2005/8/layout/hierarchy2"/>
    <dgm:cxn modelId="{E73C338B-1506-45B1-9978-1254CF292DD1}" type="presParOf" srcId="{9805F210-14D4-469C-B5A3-C5FDD40F729C}" destId="{6815F9DF-F236-4AEB-B1BD-3EB0F938B97F}" srcOrd="0" destOrd="0" presId="urn:microsoft.com/office/officeart/2005/8/layout/hierarchy2"/>
    <dgm:cxn modelId="{E24D7288-4A67-4C0E-B524-F817BF6239E4}" type="presParOf" srcId="{9805F210-14D4-469C-B5A3-C5FDD40F729C}" destId="{9AF4FA8A-43E3-4257-8A39-87A5B9D410F1}" srcOrd="1" destOrd="0" presId="urn:microsoft.com/office/officeart/2005/8/layout/hierarchy2"/>
    <dgm:cxn modelId="{B482ECE7-296D-4AA8-A25A-1385B9A8E919}" type="presParOf" srcId="{2C599A7A-3363-4123-BEE1-42D2F71A97A0}" destId="{89185884-84DA-4CD0-9F8D-D3ED326F9C8A}" srcOrd="4" destOrd="0" presId="urn:microsoft.com/office/officeart/2005/8/layout/hierarchy2"/>
    <dgm:cxn modelId="{1EA26D89-8D5A-4FAA-849E-EE9CCC5AAAC2}" type="presParOf" srcId="{89185884-84DA-4CD0-9F8D-D3ED326F9C8A}" destId="{20E32689-483C-48D5-9CFD-3227ACEE7116}" srcOrd="0" destOrd="0" presId="urn:microsoft.com/office/officeart/2005/8/layout/hierarchy2"/>
    <dgm:cxn modelId="{22BAD6A7-B608-4042-934D-56A041433650}" type="presParOf" srcId="{2C599A7A-3363-4123-BEE1-42D2F71A97A0}" destId="{50291A7B-0361-49BE-9414-74801B838E88}" srcOrd="5" destOrd="0" presId="urn:microsoft.com/office/officeart/2005/8/layout/hierarchy2"/>
    <dgm:cxn modelId="{5655E409-920A-4EF4-B644-D5F73459FE49}" type="presParOf" srcId="{50291A7B-0361-49BE-9414-74801B838E88}" destId="{C525D633-500B-4EDD-8F14-936BD12F562C}" srcOrd="0" destOrd="0" presId="urn:microsoft.com/office/officeart/2005/8/layout/hierarchy2"/>
    <dgm:cxn modelId="{A5636C4A-73EA-49DD-9957-24A24C255C13}" type="presParOf" srcId="{50291A7B-0361-49BE-9414-74801B838E88}" destId="{9BB8BEBF-5BD6-45AD-847F-D8DE390BEAD4}" srcOrd="1" destOrd="0" presId="urn:microsoft.com/office/officeart/2005/8/layout/hierarchy2"/>
    <dgm:cxn modelId="{F9853135-5668-47A4-BF16-08259B517310}" type="presParOf" srcId="{2C599A7A-3363-4123-BEE1-42D2F71A97A0}" destId="{DEC96FCD-A819-4469-A2BD-EE55C6B84837}" srcOrd="6" destOrd="0" presId="urn:microsoft.com/office/officeart/2005/8/layout/hierarchy2"/>
    <dgm:cxn modelId="{490EBBB5-478E-4CE2-983B-1A69271DD02B}" type="presParOf" srcId="{DEC96FCD-A819-4469-A2BD-EE55C6B84837}" destId="{AC2F8FD2-BEFC-4010-A78D-583CD46B7786}" srcOrd="0" destOrd="0" presId="urn:microsoft.com/office/officeart/2005/8/layout/hierarchy2"/>
    <dgm:cxn modelId="{95383A56-0464-4D4D-914F-4AEF122E50E9}" type="presParOf" srcId="{2C599A7A-3363-4123-BEE1-42D2F71A97A0}" destId="{E05994FF-5D7C-4AB3-86D2-93517B6568E5}" srcOrd="7" destOrd="0" presId="urn:microsoft.com/office/officeart/2005/8/layout/hierarchy2"/>
    <dgm:cxn modelId="{706D2294-E832-47A4-99B1-D166E2FCA630}" type="presParOf" srcId="{E05994FF-5D7C-4AB3-86D2-93517B6568E5}" destId="{79219079-88FC-48DB-A364-0C0144AC2D27}" srcOrd="0" destOrd="0" presId="urn:microsoft.com/office/officeart/2005/8/layout/hierarchy2"/>
    <dgm:cxn modelId="{53BF3BA0-F32F-4ED0-883E-90238C2A67C7}" type="presParOf" srcId="{E05994FF-5D7C-4AB3-86D2-93517B6568E5}" destId="{1440A820-4C88-40C8-81D9-E5F7E2E8A9C1}" srcOrd="1" destOrd="0" presId="urn:microsoft.com/office/officeart/2005/8/layout/hierarchy2"/>
    <dgm:cxn modelId="{E0CCC020-8194-47E1-823A-035CB96B5CD9}" type="presParOf" srcId="{2C599A7A-3363-4123-BEE1-42D2F71A97A0}" destId="{AA5AF771-39B3-41E0-81A8-7FFEA4402CBF}" srcOrd="8" destOrd="0" presId="urn:microsoft.com/office/officeart/2005/8/layout/hierarchy2"/>
    <dgm:cxn modelId="{AA4FF4A6-C2B5-4AEB-9EDC-BB6E8F14EBD7}" type="presParOf" srcId="{AA5AF771-39B3-41E0-81A8-7FFEA4402CBF}" destId="{83A3358D-9A60-4364-9317-97D1E463B9A6}" srcOrd="0" destOrd="0" presId="urn:microsoft.com/office/officeart/2005/8/layout/hierarchy2"/>
    <dgm:cxn modelId="{A227E602-FDE2-4EAB-9978-DD26604E756A}" type="presParOf" srcId="{2C599A7A-3363-4123-BEE1-42D2F71A97A0}" destId="{0E2181D0-6D5F-4FFD-828F-3DA4441E2E9D}" srcOrd="9" destOrd="0" presId="urn:microsoft.com/office/officeart/2005/8/layout/hierarchy2"/>
    <dgm:cxn modelId="{E28DAACD-5BB7-4996-B2FE-126D39EB79B4}" type="presParOf" srcId="{0E2181D0-6D5F-4FFD-828F-3DA4441E2E9D}" destId="{75E130A5-06E6-4FC5-A322-106ACD89E6AA}" srcOrd="0" destOrd="0" presId="urn:microsoft.com/office/officeart/2005/8/layout/hierarchy2"/>
    <dgm:cxn modelId="{4D22F9BA-2A6B-4053-B181-0293B028B005}" type="presParOf" srcId="{0E2181D0-6D5F-4FFD-828F-3DA4441E2E9D}" destId="{896E7804-E279-41C2-B980-96EBD27362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B5608648-EC43-46CB-BBFE-05CD72D02E3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1F003-236C-4022-AC3F-90EFB3ABECC2}">
      <dgm:prSet phldrT="[Text]"/>
      <dgm:spPr/>
      <dgm:t>
        <a:bodyPr/>
        <a:lstStyle/>
        <a:p>
          <a:r>
            <a:rPr lang="en-US" dirty="0"/>
            <a:t>Diffusion Based Image Restoration</a:t>
          </a:r>
        </a:p>
      </dgm:t>
    </dgm:pt>
    <dgm:pt modelId="{557FC7BF-815F-45CD-80F4-423307C8416E}" type="parTrans" cxnId="{26642068-E91D-4521-A057-D82AB742BDD1}">
      <dgm:prSet/>
      <dgm:spPr/>
      <dgm:t>
        <a:bodyPr/>
        <a:lstStyle/>
        <a:p>
          <a:endParaRPr lang="en-US"/>
        </a:p>
      </dgm:t>
    </dgm:pt>
    <dgm:pt modelId="{694B7330-FE19-40AD-9E02-ACC9581E0C46}" type="sibTrans" cxnId="{26642068-E91D-4521-A057-D82AB742BDD1}">
      <dgm:prSet/>
      <dgm:spPr/>
      <dgm:t>
        <a:bodyPr/>
        <a:lstStyle/>
        <a:p>
          <a:endParaRPr lang="en-US"/>
        </a:p>
      </dgm:t>
    </dgm:pt>
    <dgm:pt modelId="{D9EE96E7-C7E2-4C8D-9260-ECB56A7D5ABB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Conditional Mechanisms</a:t>
          </a:r>
        </a:p>
      </dgm:t>
    </dgm:pt>
    <dgm:pt modelId="{852618DC-9799-445F-9D71-CA28F10E6FCE}" type="parTrans" cxnId="{F012792E-928B-4926-B370-82863A7F98B2}">
      <dgm:prSet/>
      <dgm:spPr/>
      <dgm:t>
        <a:bodyPr/>
        <a:lstStyle/>
        <a:p>
          <a:endParaRPr lang="en-US"/>
        </a:p>
      </dgm:t>
    </dgm:pt>
    <dgm:pt modelId="{C951A1AE-6F14-4CC0-B3CC-6F96B29B46F2}" type="sibTrans" cxnId="{F012792E-928B-4926-B370-82863A7F98B2}">
      <dgm:prSet/>
      <dgm:spPr/>
      <dgm:t>
        <a:bodyPr/>
        <a:lstStyle/>
        <a:p>
          <a:endParaRPr lang="en-US"/>
        </a:p>
      </dgm:t>
    </dgm:pt>
    <dgm:pt modelId="{D0555774-A367-4891-92F3-25BACB59FC55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Zero-shot</a:t>
          </a:r>
        </a:p>
      </dgm:t>
    </dgm:pt>
    <dgm:pt modelId="{01690521-70C8-4014-AEFE-AA16387DBB92}" type="parTrans" cxnId="{0D6BF134-451E-4715-8B93-87F62D516405}">
      <dgm:prSet/>
      <dgm:spPr/>
      <dgm:t>
        <a:bodyPr/>
        <a:lstStyle/>
        <a:p>
          <a:endParaRPr lang="en-US"/>
        </a:p>
      </dgm:t>
    </dgm:pt>
    <dgm:pt modelId="{2332B518-B407-4858-B3B5-37C75403793C}" type="sibTrans" cxnId="{0D6BF134-451E-4715-8B93-87F62D516405}">
      <dgm:prSet/>
      <dgm:spPr/>
      <dgm:t>
        <a:bodyPr/>
        <a:lstStyle/>
        <a:p>
          <a:endParaRPr lang="en-US"/>
        </a:p>
      </dgm:t>
    </dgm:pt>
    <dgm:pt modelId="{D3D4D75B-98DA-4C29-AA4A-567F91D2FA97}">
      <dgm:prSet phldrT="[Text]"/>
      <dgm:spPr/>
      <dgm:t>
        <a:bodyPr/>
        <a:lstStyle/>
        <a:p>
          <a:r>
            <a:rPr lang="en-US" dirty="0"/>
            <a:t>Guidance Mechanisms</a:t>
          </a:r>
        </a:p>
      </dgm:t>
    </dgm:pt>
    <dgm:pt modelId="{1FA4CF3E-372D-44E4-9FC0-BA38BB306AEE}" type="parTrans" cxnId="{163EE34D-838C-4698-9EA5-A0F7EA9D9199}">
      <dgm:prSet/>
      <dgm:spPr/>
      <dgm:t>
        <a:bodyPr/>
        <a:lstStyle/>
        <a:p>
          <a:endParaRPr lang="en-US"/>
        </a:p>
      </dgm:t>
    </dgm:pt>
    <dgm:pt modelId="{4C2660FC-2F99-4167-BD82-A7E6F6EF087E}" type="sibTrans" cxnId="{163EE34D-838C-4698-9EA5-A0F7EA9D9199}">
      <dgm:prSet/>
      <dgm:spPr/>
      <dgm:t>
        <a:bodyPr/>
        <a:lstStyle/>
        <a:p>
          <a:endParaRPr lang="en-US"/>
        </a:p>
      </dgm:t>
    </dgm:pt>
    <dgm:pt modelId="{F8B7A892-FC8C-4DBD-AB72-8595A4479676}">
      <dgm:prSet phldrT="[Text]"/>
      <dgm:spPr/>
      <dgm:t>
        <a:bodyPr/>
        <a:lstStyle/>
        <a:p>
          <a:r>
            <a:rPr lang="en-US" dirty="0"/>
            <a:t>Latent Diffusion Models</a:t>
          </a:r>
        </a:p>
      </dgm:t>
    </dgm:pt>
    <dgm:pt modelId="{F6A344FF-0657-4195-A926-A236F1D76EAA}" type="parTrans" cxnId="{41F37A33-907E-41C9-BACD-52C85853117B}">
      <dgm:prSet/>
      <dgm:spPr/>
      <dgm:t>
        <a:bodyPr/>
        <a:lstStyle/>
        <a:p>
          <a:endParaRPr lang="en-US"/>
        </a:p>
      </dgm:t>
    </dgm:pt>
    <dgm:pt modelId="{C42EAD9F-C4E2-4FAB-9ED0-1DCF7BCF4726}" type="sibTrans" cxnId="{41F37A33-907E-41C9-BACD-52C85853117B}">
      <dgm:prSet/>
      <dgm:spPr/>
      <dgm:t>
        <a:bodyPr/>
        <a:lstStyle/>
        <a:p>
          <a:endParaRPr lang="en-US"/>
        </a:p>
      </dgm:t>
    </dgm:pt>
    <dgm:pt modelId="{4C7DFB61-F4E3-429D-A92E-791265AF771F}">
      <dgm:prSet phldrT="[Text]"/>
      <dgm:spPr/>
      <dgm:t>
        <a:bodyPr/>
        <a:lstStyle/>
        <a:p>
          <a:r>
            <a:rPr lang="en-US" dirty="0"/>
            <a:t>Hybrid Methods</a:t>
          </a:r>
        </a:p>
      </dgm:t>
    </dgm:pt>
    <dgm:pt modelId="{392D5EF2-2F55-4F70-97B8-F9DAA6BB4353}" type="parTrans" cxnId="{191DA087-A8BF-4CB1-BCA4-0F2783A3843B}">
      <dgm:prSet/>
      <dgm:spPr/>
      <dgm:t>
        <a:bodyPr/>
        <a:lstStyle/>
        <a:p>
          <a:endParaRPr lang="en-US"/>
        </a:p>
      </dgm:t>
    </dgm:pt>
    <dgm:pt modelId="{A39562D4-7619-433E-80C1-7DDC597FEB70}" type="sibTrans" cxnId="{191DA087-A8BF-4CB1-BCA4-0F2783A3843B}">
      <dgm:prSet/>
      <dgm:spPr/>
      <dgm:t>
        <a:bodyPr/>
        <a:lstStyle/>
        <a:p>
          <a:endParaRPr lang="en-US"/>
        </a:p>
      </dgm:t>
    </dgm:pt>
    <dgm:pt modelId="{5AE5F2FB-A242-4326-8C50-F748DFAB8936}" type="pres">
      <dgm:prSet presAssocID="{B5608648-EC43-46CB-BBFE-05CD72D02E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D1F6C8-238A-4B67-B779-E3CF2A5ADB34}" type="pres">
      <dgm:prSet presAssocID="{7D51F003-236C-4022-AC3F-90EFB3ABECC2}" presName="root1" presStyleCnt="0"/>
      <dgm:spPr/>
    </dgm:pt>
    <dgm:pt modelId="{6CCDCD5E-0ECA-4B3A-B95F-8EC1D4DF23B2}" type="pres">
      <dgm:prSet presAssocID="{7D51F003-236C-4022-AC3F-90EFB3ABECC2}" presName="LevelOneTextNode" presStyleLbl="node0" presStyleIdx="0" presStyleCnt="1" custScaleX="251249">
        <dgm:presLayoutVars>
          <dgm:chPref val="3"/>
        </dgm:presLayoutVars>
      </dgm:prSet>
      <dgm:spPr/>
    </dgm:pt>
    <dgm:pt modelId="{2C599A7A-3363-4123-BEE1-42D2F71A97A0}" type="pres">
      <dgm:prSet presAssocID="{7D51F003-236C-4022-AC3F-90EFB3ABECC2}" presName="level2hierChild" presStyleCnt="0"/>
      <dgm:spPr/>
    </dgm:pt>
    <dgm:pt modelId="{D2BD3716-778C-46DB-A1F5-1D3BDCB61F05}" type="pres">
      <dgm:prSet presAssocID="{852618DC-9799-445F-9D71-CA28F10E6FCE}" presName="conn2-1" presStyleLbl="parChTrans1D2" presStyleIdx="0" presStyleCnt="5"/>
      <dgm:spPr/>
    </dgm:pt>
    <dgm:pt modelId="{7E16BE04-08C7-447C-8B83-551CBA7F15AA}" type="pres">
      <dgm:prSet presAssocID="{852618DC-9799-445F-9D71-CA28F10E6FCE}" presName="connTx" presStyleLbl="parChTrans1D2" presStyleIdx="0" presStyleCnt="5"/>
      <dgm:spPr/>
    </dgm:pt>
    <dgm:pt modelId="{73CBB6A2-9EAD-49FD-867D-158FCC7E0D16}" type="pres">
      <dgm:prSet presAssocID="{D9EE96E7-C7E2-4C8D-9260-ECB56A7D5ABB}" presName="root2" presStyleCnt="0"/>
      <dgm:spPr/>
    </dgm:pt>
    <dgm:pt modelId="{62D2AFE5-8D4F-42EF-A085-BEF9005595EC}" type="pres">
      <dgm:prSet presAssocID="{D9EE96E7-C7E2-4C8D-9260-ECB56A7D5ABB}" presName="LevelTwoTextNode" presStyleLbl="node2" presStyleIdx="0" presStyleCnt="5" custScaleX="234055">
        <dgm:presLayoutVars>
          <dgm:chPref val="3"/>
        </dgm:presLayoutVars>
      </dgm:prSet>
      <dgm:spPr/>
    </dgm:pt>
    <dgm:pt modelId="{D86798D8-63AF-4CF0-9ADD-878C9A982978}" type="pres">
      <dgm:prSet presAssocID="{D9EE96E7-C7E2-4C8D-9260-ECB56A7D5ABB}" presName="level3hierChild" presStyleCnt="0"/>
      <dgm:spPr/>
    </dgm:pt>
    <dgm:pt modelId="{4A16EF98-6287-4731-82DC-E08069D2896E}" type="pres">
      <dgm:prSet presAssocID="{01690521-70C8-4014-AEFE-AA16387DBB92}" presName="conn2-1" presStyleLbl="parChTrans1D2" presStyleIdx="1" presStyleCnt="5"/>
      <dgm:spPr/>
    </dgm:pt>
    <dgm:pt modelId="{B88A9C5F-99C3-4B4E-8BF3-AB587B3757D5}" type="pres">
      <dgm:prSet presAssocID="{01690521-70C8-4014-AEFE-AA16387DBB92}" presName="connTx" presStyleLbl="parChTrans1D2" presStyleIdx="1" presStyleCnt="5"/>
      <dgm:spPr/>
    </dgm:pt>
    <dgm:pt modelId="{9805F210-14D4-469C-B5A3-C5FDD40F729C}" type="pres">
      <dgm:prSet presAssocID="{D0555774-A367-4891-92F3-25BACB59FC55}" presName="root2" presStyleCnt="0"/>
      <dgm:spPr/>
    </dgm:pt>
    <dgm:pt modelId="{6815F9DF-F236-4AEB-B1BD-3EB0F938B97F}" type="pres">
      <dgm:prSet presAssocID="{D0555774-A367-4891-92F3-25BACB59FC55}" presName="LevelTwoTextNode" presStyleLbl="node2" presStyleIdx="1" presStyleCnt="5" custScaleX="234055">
        <dgm:presLayoutVars>
          <dgm:chPref val="3"/>
        </dgm:presLayoutVars>
      </dgm:prSet>
      <dgm:spPr/>
    </dgm:pt>
    <dgm:pt modelId="{9AF4FA8A-43E3-4257-8A39-87A5B9D410F1}" type="pres">
      <dgm:prSet presAssocID="{D0555774-A367-4891-92F3-25BACB59FC55}" presName="level3hierChild" presStyleCnt="0"/>
      <dgm:spPr/>
    </dgm:pt>
    <dgm:pt modelId="{89185884-84DA-4CD0-9F8D-D3ED326F9C8A}" type="pres">
      <dgm:prSet presAssocID="{1FA4CF3E-372D-44E4-9FC0-BA38BB306AEE}" presName="conn2-1" presStyleLbl="parChTrans1D2" presStyleIdx="2" presStyleCnt="5"/>
      <dgm:spPr/>
    </dgm:pt>
    <dgm:pt modelId="{20E32689-483C-48D5-9CFD-3227ACEE7116}" type="pres">
      <dgm:prSet presAssocID="{1FA4CF3E-372D-44E4-9FC0-BA38BB306AEE}" presName="connTx" presStyleLbl="parChTrans1D2" presStyleIdx="2" presStyleCnt="5"/>
      <dgm:spPr/>
    </dgm:pt>
    <dgm:pt modelId="{50291A7B-0361-49BE-9414-74801B838E88}" type="pres">
      <dgm:prSet presAssocID="{D3D4D75B-98DA-4C29-AA4A-567F91D2FA97}" presName="root2" presStyleCnt="0"/>
      <dgm:spPr/>
    </dgm:pt>
    <dgm:pt modelId="{C525D633-500B-4EDD-8F14-936BD12F562C}" type="pres">
      <dgm:prSet presAssocID="{D3D4D75B-98DA-4C29-AA4A-567F91D2FA97}" presName="LevelTwoTextNode" presStyleLbl="node2" presStyleIdx="2" presStyleCnt="5" custScaleX="234055">
        <dgm:presLayoutVars>
          <dgm:chPref val="3"/>
        </dgm:presLayoutVars>
      </dgm:prSet>
      <dgm:spPr/>
    </dgm:pt>
    <dgm:pt modelId="{9BB8BEBF-5BD6-45AD-847F-D8DE390BEAD4}" type="pres">
      <dgm:prSet presAssocID="{D3D4D75B-98DA-4C29-AA4A-567F91D2FA97}" presName="level3hierChild" presStyleCnt="0"/>
      <dgm:spPr/>
    </dgm:pt>
    <dgm:pt modelId="{DEC96FCD-A819-4469-A2BD-EE55C6B84837}" type="pres">
      <dgm:prSet presAssocID="{F6A344FF-0657-4195-A926-A236F1D76EAA}" presName="conn2-1" presStyleLbl="parChTrans1D2" presStyleIdx="3" presStyleCnt="5"/>
      <dgm:spPr/>
    </dgm:pt>
    <dgm:pt modelId="{AC2F8FD2-BEFC-4010-A78D-583CD46B7786}" type="pres">
      <dgm:prSet presAssocID="{F6A344FF-0657-4195-A926-A236F1D76EAA}" presName="connTx" presStyleLbl="parChTrans1D2" presStyleIdx="3" presStyleCnt="5"/>
      <dgm:spPr/>
    </dgm:pt>
    <dgm:pt modelId="{E05994FF-5D7C-4AB3-86D2-93517B6568E5}" type="pres">
      <dgm:prSet presAssocID="{F8B7A892-FC8C-4DBD-AB72-8595A4479676}" presName="root2" presStyleCnt="0"/>
      <dgm:spPr/>
    </dgm:pt>
    <dgm:pt modelId="{79219079-88FC-48DB-A364-0C0144AC2D27}" type="pres">
      <dgm:prSet presAssocID="{F8B7A892-FC8C-4DBD-AB72-8595A4479676}" presName="LevelTwoTextNode" presStyleLbl="node2" presStyleIdx="3" presStyleCnt="5" custScaleX="234055">
        <dgm:presLayoutVars>
          <dgm:chPref val="3"/>
        </dgm:presLayoutVars>
      </dgm:prSet>
      <dgm:spPr/>
    </dgm:pt>
    <dgm:pt modelId="{1440A820-4C88-40C8-81D9-E5F7E2E8A9C1}" type="pres">
      <dgm:prSet presAssocID="{F8B7A892-FC8C-4DBD-AB72-8595A4479676}" presName="level3hierChild" presStyleCnt="0"/>
      <dgm:spPr/>
    </dgm:pt>
    <dgm:pt modelId="{AA5AF771-39B3-41E0-81A8-7FFEA4402CBF}" type="pres">
      <dgm:prSet presAssocID="{392D5EF2-2F55-4F70-97B8-F9DAA6BB4353}" presName="conn2-1" presStyleLbl="parChTrans1D2" presStyleIdx="4" presStyleCnt="5"/>
      <dgm:spPr/>
    </dgm:pt>
    <dgm:pt modelId="{83A3358D-9A60-4364-9317-97D1E463B9A6}" type="pres">
      <dgm:prSet presAssocID="{392D5EF2-2F55-4F70-97B8-F9DAA6BB4353}" presName="connTx" presStyleLbl="parChTrans1D2" presStyleIdx="4" presStyleCnt="5"/>
      <dgm:spPr/>
    </dgm:pt>
    <dgm:pt modelId="{0E2181D0-6D5F-4FFD-828F-3DA4441E2E9D}" type="pres">
      <dgm:prSet presAssocID="{4C7DFB61-F4E3-429D-A92E-791265AF771F}" presName="root2" presStyleCnt="0"/>
      <dgm:spPr/>
    </dgm:pt>
    <dgm:pt modelId="{75E130A5-06E6-4FC5-A322-106ACD89E6AA}" type="pres">
      <dgm:prSet presAssocID="{4C7DFB61-F4E3-429D-A92E-791265AF771F}" presName="LevelTwoTextNode" presStyleLbl="node2" presStyleIdx="4" presStyleCnt="5" custScaleX="234055">
        <dgm:presLayoutVars>
          <dgm:chPref val="3"/>
        </dgm:presLayoutVars>
      </dgm:prSet>
      <dgm:spPr/>
    </dgm:pt>
    <dgm:pt modelId="{896E7804-E279-41C2-B980-96EBD2736212}" type="pres">
      <dgm:prSet presAssocID="{4C7DFB61-F4E3-429D-A92E-791265AF771F}" presName="level3hierChild" presStyleCnt="0"/>
      <dgm:spPr/>
    </dgm:pt>
  </dgm:ptLst>
  <dgm:cxnLst>
    <dgm:cxn modelId="{E9FFE710-E444-4942-93CF-B850BAEE162A}" type="presOf" srcId="{852618DC-9799-445F-9D71-CA28F10E6FCE}" destId="{7E16BE04-08C7-447C-8B83-551CBA7F15AA}" srcOrd="1" destOrd="0" presId="urn:microsoft.com/office/officeart/2005/8/layout/hierarchy2"/>
    <dgm:cxn modelId="{EA818314-F046-4DF9-B04F-44E2F46BEBE4}" type="presOf" srcId="{B5608648-EC43-46CB-BBFE-05CD72D02E34}" destId="{5AE5F2FB-A242-4326-8C50-F748DFAB8936}" srcOrd="0" destOrd="0" presId="urn:microsoft.com/office/officeart/2005/8/layout/hierarchy2"/>
    <dgm:cxn modelId="{26D0A717-23D4-47D7-8663-1E6D63A28C41}" type="presOf" srcId="{852618DC-9799-445F-9D71-CA28F10E6FCE}" destId="{D2BD3716-778C-46DB-A1F5-1D3BDCB61F05}" srcOrd="0" destOrd="0" presId="urn:microsoft.com/office/officeart/2005/8/layout/hierarchy2"/>
    <dgm:cxn modelId="{77FD1A27-7090-491D-9930-64AC9994E33C}" type="presOf" srcId="{D3D4D75B-98DA-4C29-AA4A-567F91D2FA97}" destId="{C525D633-500B-4EDD-8F14-936BD12F562C}" srcOrd="0" destOrd="0" presId="urn:microsoft.com/office/officeart/2005/8/layout/hierarchy2"/>
    <dgm:cxn modelId="{8AE3082C-65DE-4024-880E-D59BF0552D7A}" type="presOf" srcId="{F8B7A892-FC8C-4DBD-AB72-8595A4479676}" destId="{79219079-88FC-48DB-A364-0C0144AC2D27}" srcOrd="0" destOrd="0" presId="urn:microsoft.com/office/officeart/2005/8/layout/hierarchy2"/>
    <dgm:cxn modelId="{F012792E-928B-4926-B370-82863A7F98B2}" srcId="{7D51F003-236C-4022-AC3F-90EFB3ABECC2}" destId="{D9EE96E7-C7E2-4C8D-9260-ECB56A7D5ABB}" srcOrd="0" destOrd="0" parTransId="{852618DC-9799-445F-9D71-CA28F10E6FCE}" sibTransId="{C951A1AE-6F14-4CC0-B3CC-6F96B29B46F2}"/>
    <dgm:cxn modelId="{41F37A33-907E-41C9-BACD-52C85853117B}" srcId="{7D51F003-236C-4022-AC3F-90EFB3ABECC2}" destId="{F8B7A892-FC8C-4DBD-AB72-8595A4479676}" srcOrd="3" destOrd="0" parTransId="{F6A344FF-0657-4195-A926-A236F1D76EAA}" sibTransId="{C42EAD9F-C4E2-4FAB-9ED0-1DCF7BCF4726}"/>
    <dgm:cxn modelId="{0D6BF134-451E-4715-8B93-87F62D516405}" srcId="{7D51F003-236C-4022-AC3F-90EFB3ABECC2}" destId="{D0555774-A367-4891-92F3-25BACB59FC55}" srcOrd="1" destOrd="0" parTransId="{01690521-70C8-4014-AEFE-AA16387DBB92}" sibTransId="{2332B518-B407-4858-B3B5-37C75403793C}"/>
    <dgm:cxn modelId="{E8C6A138-4753-4DDF-AF5B-363C92940DA0}" type="presOf" srcId="{F6A344FF-0657-4195-A926-A236F1D76EAA}" destId="{AC2F8FD2-BEFC-4010-A78D-583CD46B7786}" srcOrd="1" destOrd="0" presId="urn:microsoft.com/office/officeart/2005/8/layout/hierarchy2"/>
    <dgm:cxn modelId="{00C64E41-DAED-4630-9238-5FA8622A2110}" type="presOf" srcId="{392D5EF2-2F55-4F70-97B8-F9DAA6BB4353}" destId="{AA5AF771-39B3-41E0-81A8-7FFEA4402CBF}" srcOrd="0" destOrd="0" presId="urn:microsoft.com/office/officeart/2005/8/layout/hierarchy2"/>
    <dgm:cxn modelId="{1500BB42-33A3-46FC-B8A0-EEC0A0755DB6}" type="presOf" srcId="{01690521-70C8-4014-AEFE-AA16387DBB92}" destId="{B88A9C5F-99C3-4B4E-8BF3-AB587B3757D5}" srcOrd="1" destOrd="0" presId="urn:microsoft.com/office/officeart/2005/8/layout/hierarchy2"/>
    <dgm:cxn modelId="{26642068-E91D-4521-A057-D82AB742BDD1}" srcId="{B5608648-EC43-46CB-BBFE-05CD72D02E34}" destId="{7D51F003-236C-4022-AC3F-90EFB3ABECC2}" srcOrd="0" destOrd="0" parTransId="{557FC7BF-815F-45CD-80F4-423307C8416E}" sibTransId="{694B7330-FE19-40AD-9E02-ACC9581E0C46}"/>
    <dgm:cxn modelId="{A24FF44B-6D24-4691-8A9C-F19AC3043499}" type="presOf" srcId="{392D5EF2-2F55-4F70-97B8-F9DAA6BB4353}" destId="{83A3358D-9A60-4364-9317-97D1E463B9A6}" srcOrd="1" destOrd="0" presId="urn:microsoft.com/office/officeart/2005/8/layout/hierarchy2"/>
    <dgm:cxn modelId="{163EE34D-838C-4698-9EA5-A0F7EA9D9199}" srcId="{7D51F003-236C-4022-AC3F-90EFB3ABECC2}" destId="{D3D4D75B-98DA-4C29-AA4A-567F91D2FA97}" srcOrd="2" destOrd="0" parTransId="{1FA4CF3E-372D-44E4-9FC0-BA38BB306AEE}" sibTransId="{4C2660FC-2F99-4167-BD82-A7E6F6EF087E}"/>
    <dgm:cxn modelId="{191DA087-A8BF-4CB1-BCA4-0F2783A3843B}" srcId="{7D51F003-236C-4022-AC3F-90EFB3ABECC2}" destId="{4C7DFB61-F4E3-429D-A92E-791265AF771F}" srcOrd="4" destOrd="0" parTransId="{392D5EF2-2F55-4F70-97B8-F9DAA6BB4353}" sibTransId="{A39562D4-7619-433E-80C1-7DDC597FEB70}"/>
    <dgm:cxn modelId="{B3896B88-B5CA-4CE7-A630-232C4107FA7E}" type="presOf" srcId="{F6A344FF-0657-4195-A926-A236F1D76EAA}" destId="{DEC96FCD-A819-4469-A2BD-EE55C6B84837}" srcOrd="0" destOrd="0" presId="urn:microsoft.com/office/officeart/2005/8/layout/hierarchy2"/>
    <dgm:cxn modelId="{554675B0-C4E0-44A9-BF62-917AEA84DC78}" type="presOf" srcId="{01690521-70C8-4014-AEFE-AA16387DBB92}" destId="{4A16EF98-6287-4731-82DC-E08069D2896E}" srcOrd="0" destOrd="0" presId="urn:microsoft.com/office/officeart/2005/8/layout/hierarchy2"/>
    <dgm:cxn modelId="{C1D069B5-9758-490E-8147-291C6DEE6A35}" type="presOf" srcId="{D9EE96E7-C7E2-4C8D-9260-ECB56A7D5ABB}" destId="{62D2AFE5-8D4F-42EF-A085-BEF9005595EC}" srcOrd="0" destOrd="0" presId="urn:microsoft.com/office/officeart/2005/8/layout/hierarchy2"/>
    <dgm:cxn modelId="{59D7B1BD-B5CB-4076-8B84-3D4C3019195A}" type="presOf" srcId="{4C7DFB61-F4E3-429D-A92E-791265AF771F}" destId="{75E130A5-06E6-4FC5-A322-106ACD89E6AA}" srcOrd="0" destOrd="0" presId="urn:microsoft.com/office/officeart/2005/8/layout/hierarchy2"/>
    <dgm:cxn modelId="{A04703DA-BB3D-4FCB-A7F2-371B2523EE9C}" type="presOf" srcId="{1FA4CF3E-372D-44E4-9FC0-BA38BB306AEE}" destId="{20E32689-483C-48D5-9CFD-3227ACEE7116}" srcOrd="1" destOrd="0" presId="urn:microsoft.com/office/officeart/2005/8/layout/hierarchy2"/>
    <dgm:cxn modelId="{3771F3E4-BD7B-4E9C-BF3E-5D0A5DB4B284}" type="presOf" srcId="{1FA4CF3E-372D-44E4-9FC0-BA38BB306AEE}" destId="{89185884-84DA-4CD0-9F8D-D3ED326F9C8A}" srcOrd="0" destOrd="0" presId="urn:microsoft.com/office/officeart/2005/8/layout/hierarchy2"/>
    <dgm:cxn modelId="{F9754BF4-9EB1-4945-970D-F77EB7780C04}" type="presOf" srcId="{D0555774-A367-4891-92F3-25BACB59FC55}" destId="{6815F9DF-F236-4AEB-B1BD-3EB0F938B97F}" srcOrd="0" destOrd="0" presId="urn:microsoft.com/office/officeart/2005/8/layout/hierarchy2"/>
    <dgm:cxn modelId="{B63920FF-0828-42CD-BE2F-D1FAFC1FFA75}" type="presOf" srcId="{7D51F003-236C-4022-AC3F-90EFB3ABECC2}" destId="{6CCDCD5E-0ECA-4B3A-B95F-8EC1D4DF23B2}" srcOrd="0" destOrd="0" presId="urn:microsoft.com/office/officeart/2005/8/layout/hierarchy2"/>
    <dgm:cxn modelId="{0525D294-B00E-4DF4-9A51-38267C32317F}" type="presParOf" srcId="{5AE5F2FB-A242-4326-8C50-F748DFAB8936}" destId="{4FD1F6C8-238A-4B67-B779-E3CF2A5ADB34}" srcOrd="0" destOrd="0" presId="urn:microsoft.com/office/officeart/2005/8/layout/hierarchy2"/>
    <dgm:cxn modelId="{CB95AA06-1DC3-48C9-8A06-1044E08C97BC}" type="presParOf" srcId="{4FD1F6C8-238A-4B67-B779-E3CF2A5ADB34}" destId="{6CCDCD5E-0ECA-4B3A-B95F-8EC1D4DF23B2}" srcOrd="0" destOrd="0" presId="urn:microsoft.com/office/officeart/2005/8/layout/hierarchy2"/>
    <dgm:cxn modelId="{B77117DF-FB8B-4EDE-9D40-7B2B084F9AE7}" type="presParOf" srcId="{4FD1F6C8-238A-4B67-B779-E3CF2A5ADB34}" destId="{2C599A7A-3363-4123-BEE1-42D2F71A97A0}" srcOrd="1" destOrd="0" presId="urn:microsoft.com/office/officeart/2005/8/layout/hierarchy2"/>
    <dgm:cxn modelId="{67A0162B-847B-4960-8216-5467D53502FF}" type="presParOf" srcId="{2C599A7A-3363-4123-BEE1-42D2F71A97A0}" destId="{D2BD3716-778C-46DB-A1F5-1D3BDCB61F05}" srcOrd="0" destOrd="0" presId="urn:microsoft.com/office/officeart/2005/8/layout/hierarchy2"/>
    <dgm:cxn modelId="{7DC8B946-BC29-41B7-AC5F-5208EC383779}" type="presParOf" srcId="{D2BD3716-778C-46DB-A1F5-1D3BDCB61F05}" destId="{7E16BE04-08C7-447C-8B83-551CBA7F15AA}" srcOrd="0" destOrd="0" presId="urn:microsoft.com/office/officeart/2005/8/layout/hierarchy2"/>
    <dgm:cxn modelId="{B9CE001C-5F36-4DF4-9C5C-2B28FC035DBB}" type="presParOf" srcId="{2C599A7A-3363-4123-BEE1-42D2F71A97A0}" destId="{73CBB6A2-9EAD-49FD-867D-158FCC7E0D16}" srcOrd="1" destOrd="0" presId="urn:microsoft.com/office/officeart/2005/8/layout/hierarchy2"/>
    <dgm:cxn modelId="{95C59462-1675-45AF-9E2C-6976A55B6877}" type="presParOf" srcId="{73CBB6A2-9EAD-49FD-867D-158FCC7E0D16}" destId="{62D2AFE5-8D4F-42EF-A085-BEF9005595EC}" srcOrd="0" destOrd="0" presId="urn:microsoft.com/office/officeart/2005/8/layout/hierarchy2"/>
    <dgm:cxn modelId="{EB13108D-0F0C-4964-A270-965B4F3AFDF1}" type="presParOf" srcId="{73CBB6A2-9EAD-49FD-867D-158FCC7E0D16}" destId="{D86798D8-63AF-4CF0-9ADD-878C9A982978}" srcOrd="1" destOrd="0" presId="urn:microsoft.com/office/officeart/2005/8/layout/hierarchy2"/>
    <dgm:cxn modelId="{8DABEA1C-7811-411F-9B8B-AD0915A6FF7F}" type="presParOf" srcId="{2C599A7A-3363-4123-BEE1-42D2F71A97A0}" destId="{4A16EF98-6287-4731-82DC-E08069D2896E}" srcOrd="2" destOrd="0" presId="urn:microsoft.com/office/officeart/2005/8/layout/hierarchy2"/>
    <dgm:cxn modelId="{E2221101-9A4C-4BFA-9559-9187351F6E8D}" type="presParOf" srcId="{4A16EF98-6287-4731-82DC-E08069D2896E}" destId="{B88A9C5F-99C3-4B4E-8BF3-AB587B3757D5}" srcOrd="0" destOrd="0" presId="urn:microsoft.com/office/officeart/2005/8/layout/hierarchy2"/>
    <dgm:cxn modelId="{1BF09137-F8A2-4FE1-B1CB-DE42805FD046}" type="presParOf" srcId="{2C599A7A-3363-4123-BEE1-42D2F71A97A0}" destId="{9805F210-14D4-469C-B5A3-C5FDD40F729C}" srcOrd="3" destOrd="0" presId="urn:microsoft.com/office/officeart/2005/8/layout/hierarchy2"/>
    <dgm:cxn modelId="{E73C338B-1506-45B1-9978-1254CF292DD1}" type="presParOf" srcId="{9805F210-14D4-469C-B5A3-C5FDD40F729C}" destId="{6815F9DF-F236-4AEB-B1BD-3EB0F938B97F}" srcOrd="0" destOrd="0" presId="urn:microsoft.com/office/officeart/2005/8/layout/hierarchy2"/>
    <dgm:cxn modelId="{E24D7288-4A67-4C0E-B524-F817BF6239E4}" type="presParOf" srcId="{9805F210-14D4-469C-B5A3-C5FDD40F729C}" destId="{9AF4FA8A-43E3-4257-8A39-87A5B9D410F1}" srcOrd="1" destOrd="0" presId="urn:microsoft.com/office/officeart/2005/8/layout/hierarchy2"/>
    <dgm:cxn modelId="{B482ECE7-296D-4AA8-A25A-1385B9A8E919}" type="presParOf" srcId="{2C599A7A-3363-4123-BEE1-42D2F71A97A0}" destId="{89185884-84DA-4CD0-9F8D-D3ED326F9C8A}" srcOrd="4" destOrd="0" presId="urn:microsoft.com/office/officeart/2005/8/layout/hierarchy2"/>
    <dgm:cxn modelId="{1EA26D89-8D5A-4FAA-849E-EE9CCC5AAAC2}" type="presParOf" srcId="{89185884-84DA-4CD0-9F8D-D3ED326F9C8A}" destId="{20E32689-483C-48D5-9CFD-3227ACEE7116}" srcOrd="0" destOrd="0" presId="urn:microsoft.com/office/officeart/2005/8/layout/hierarchy2"/>
    <dgm:cxn modelId="{22BAD6A7-B608-4042-934D-56A041433650}" type="presParOf" srcId="{2C599A7A-3363-4123-BEE1-42D2F71A97A0}" destId="{50291A7B-0361-49BE-9414-74801B838E88}" srcOrd="5" destOrd="0" presId="urn:microsoft.com/office/officeart/2005/8/layout/hierarchy2"/>
    <dgm:cxn modelId="{5655E409-920A-4EF4-B644-D5F73459FE49}" type="presParOf" srcId="{50291A7B-0361-49BE-9414-74801B838E88}" destId="{C525D633-500B-4EDD-8F14-936BD12F562C}" srcOrd="0" destOrd="0" presId="urn:microsoft.com/office/officeart/2005/8/layout/hierarchy2"/>
    <dgm:cxn modelId="{A5636C4A-73EA-49DD-9957-24A24C255C13}" type="presParOf" srcId="{50291A7B-0361-49BE-9414-74801B838E88}" destId="{9BB8BEBF-5BD6-45AD-847F-D8DE390BEAD4}" srcOrd="1" destOrd="0" presId="urn:microsoft.com/office/officeart/2005/8/layout/hierarchy2"/>
    <dgm:cxn modelId="{F9853135-5668-47A4-BF16-08259B517310}" type="presParOf" srcId="{2C599A7A-3363-4123-BEE1-42D2F71A97A0}" destId="{DEC96FCD-A819-4469-A2BD-EE55C6B84837}" srcOrd="6" destOrd="0" presId="urn:microsoft.com/office/officeart/2005/8/layout/hierarchy2"/>
    <dgm:cxn modelId="{490EBBB5-478E-4CE2-983B-1A69271DD02B}" type="presParOf" srcId="{DEC96FCD-A819-4469-A2BD-EE55C6B84837}" destId="{AC2F8FD2-BEFC-4010-A78D-583CD46B7786}" srcOrd="0" destOrd="0" presId="urn:microsoft.com/office/officeart/2005/8/layout/hierarchy2"/>
    <dgm:cxn modelId="{95383A56-0464-4D4D-914F-4AEF122E50E9}" type="presParOf" srcId="{2C599A7A-3363-4123-BEE1-42D2F71A97A0}" destId="{E05994FF-5D7C-4AB3-86D2-93517B6568E5}" srcOrd="7" destOrd="0" presId="urn:microsoft.com/office/officeart/2005/8/layout/hierarchy2"/>
    <dgm:cxn modelId="{706D2294-E832-47A4-99B1-D166E2FCA630}" type="presParOf" srcId="{E05994FF-5D7C-4AB3-86D2-93517B6568E5}" destId="{79219079-88FC-48DB-A364-0C0144AC2D27}" srcOrd="0" destOrd="0" presId="urn:microsoft.com/office/officeart/2005/8/layout/hierarchy2"/>
    <dgm:cxn modelId="{53BF3BA0-F32F-4ED0-883E-90238C2A67C7}" type="presParOf" srcId="{E05994FF-5D7C-4AB3-86D2-93517B6568E5}" destId="{1440A820-4C88-40C8-81D9-E5F7E2E8A9C1}" srcOrd="1" destOrd="0" presId="urn:microsoft.com/office/officeart/2005/8/layout/hierarchy2"/>
    <dgm:cxn modelId="{E0CCC020-8194-47E1-823A-035CB96B5CD9}" type="presParOf" srcId="{2C599A7A-3363-4123-BEE1-42D2F71A97A0}" destId="{AA5AF771-39B3-41E0-81A8-7FFEA4402CBF}" srcOrd="8" destOrd="0" presId="urn:microsoft.com/office/officeart/2005/8/layout/hierarchy2"/>
    <dgm:cxn modelId="{AA4FF4A6-C2B5-4AEB-9EDC-BB6E8F14EBD7}" type="presParOf" srcId="{AA5AF771-39B3-41E0-81A8-7FFEA4402CBF}" destId="{83A3358D-9A60-4364-9317-97D1E463B9A6}" srcOrd="0" destOrd="0" presId="urn:microsoft.com/office/officeart/2005/8/layout/hierarchy2"/>
    <dgm:cxn modelId="{A227E602-FDE2-4EAB-9978-DD26604E756A}" type="presParOf" srcId="{2C599A7A-3363-4123-BEE1-42D2F71A97A0}" destId="{0E2181D0-6D5F-4FFD-828F-3DA4441E2E9D}" srcOrd="9" destOrd="0" presId="urn:microsoft.com/office/officeart/2005/8/layout/hierarchy2"/>
    <dgm:cxn modelId="{E28DAACD-5BB7-4996-B2FE-126D39EB79B4}" type="presParOf" srcId="{0E2181D0-6D5F-4FFD-828F-3DA4441E2E9D}" destId="{75E130A5-06E6-4FC5-A322-106ACD89E6AA}" srcOrd="0" destOrd="0" presId="urn:microsoft.com/office/officeart/2005/8/layout/hierarchy2"/>
    <dgm:cxn modelId="{4D22F9BA-2A6B-4053-B181-0293B028B005}" type="presParOf" srcId="{0E2181D0-6D5F-4FFD-828F-3DA4441E2E9D}" destId="{896E7804-E279-41C2-B980-96EBD27362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B5608648-EC43-46CB-BBFE-05CD72D02E3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1F003-236C-4022-AC3F-90EFB3ABECC2}">
      <dgm:prSet phldrT="[Text]"/>
      <dgm:spPr/>
      <dgm:t>
        <a:bodyPr/>
        <a:lstStyle/>
        <a:p>
          <a:r>
            <a:rPr lang="en-US" dirty="0"/>
            <a:t>Diffusion Based Image Restoration</a:t>
          </a:r>
        </a:p>
      </dgm:t>
    </dgm:pt>
    <dgm:pt modelId="{557FC7BF-815F-45CD-80F4-423307C8416E}" type="parTrans" cxnId="{26642068-E91D-4521-A057-D82AB742BDD1}">
      <dgm:prSet/>
      <dgm:spPr/>
      <dgm:t>
        <a:bodyPr/>
        <a:lstStyle/>
        <a:p>
          <a:endParaRPr lang="en-US"/>
        </a:p>
      </dgm:t>
    </dgm:pt>
    <dgm:pt modelId="{694B7330-FE19-40AD-9E02-ACC9581E0C46}" type="sibTrans" cxnId="{26642068-E91D-4521-A057-D82AB742BDD1}">
      <dgm:prSet/>
      <dgm:spPr/>
      <dgm:t>
        <a:bodyPr/>
        <a:lstStyle/>
        <a:p>
          <a:endParaRPr lang="en-US"/>
        </a:p>
      </dgm:t>
    </dgm:pt>
    <dgm:pt modelId="{D9EE96E7-C7E2-4C8D-9260-ECB56A7D5ABB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Conditional Mechanisms</a:t>
          </a:r>
        </a:p>
      </dgm:t>
    </dgm:pt>
    <dgm:pt modelId="{852618DC-9799-445F-9D71-CA28F10E6FCE}" type="parTrans" cxnId="{F012792E-928B-4926-B370-82863A7F98B2}">
      <dgm:prSet/>
      <dgm:spPr/>
      <dgm:t>
        <a:bodyPr/>
        <a:lstStyle/>
        <a:p>
          <a:endParaRPr lang="en-US"/>
        </a:p>
      </dgm:t>
    </dgm:pt>
    <dgm:pt modelId="{C951A1AE-6F14-4CC0-B3CC-6F96B29B46F2}" type="sibTrans" cxnId="{F012792E-928B-4926-B370-82863A7F98B2}">
      <dgm:prSet/>
      <dgm:spPr/>
      <dgm:t>
        <a:bodyPr/>
        <a:lstStyle/>
        <a:p>
          <a:endParaRPr lang="en-US"/>
        </a:p>
      </dgm:t>
    </dgm:pt>
    <dgm:pt modelId="{D0555774-A367-4891-92F3-25BACB59FC55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Zero-shot</a:t>
          </a:r>
        </a:p>
      </dgm:t>
    </dgm:pt>
    <dgm:pt modelId="{01690521-70C8-4014-AEFE-AA16387DBB92}" type="parTrans" cxnId="{0D6BF134-451E-4715-8B93-87F62D516405}">
      <dgm:prSet/>
      <dgm:spPr/>
      <dgm:t>
        <a:bodyPr/>
        <a:lstStyle/>
        <a:p>
          <a:endParaRPr lang="en-US"/>
        </a:p>
      </dgm:t>
    </dgm:pt>
    <dgm:pt modelId="{2332B518-B407-4858-B3B5-37C75403793C}" type="sibTrans" cxnId="{0D6BF134-451E-4715-8B93-87F62D516405}">
      <dgm:prSet/>
      <dgm:spPr/>
      <dgm:t>
        <a:bodyPr/>
        <a:lstStyle/>
        <a:p>
          <a:endParaRPr lang="en-US"/>
        </a:p>
      </dgm:t>
    </dgm:pt>
    <dgm:pt modelId="{D3D4D75B-98DA-4C29-AA4A-567F91D2FA97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Guidance Mechanisms</a:t>
          </a:r>
        </a:p>
      </dgm:t>
    </dgm:pt>
    <dgm:pt modelId="{1FA4CF3E-372D-44E4-9FC0-BA38BB306AEE}" type="parTrans" cxnId="{163EE34D-838C-4698-9EA5-A0F7EA9D9199}">
      <dgm:prSet/>
      <dgm:spPr/>
      <dgm:t>
        <a:bodyPr/>
        <a:lstStyle/>
        <a:p>
          <a:endParaRPr lang="en-US"/>
        </a:p>
      </dgm:t>
    </dgm:pt>
    <dgm:pt modelId="{4C2660FC-2F99-4167-BD82-A7E6F6EF087E}" type="sibTrans" cxnId="{163EE34D-838C-4698-9EA5-A0F7EA9D9199}">
      <dgm:prSet/>
      <dgm:spPr/>
      <dgm:t>
        <a:bodyPr/>
        <a:lstStyle/>
        <a:p>
          <a:endParaRPr lang="en-US"/>
        </a:p>
      </dgm:t>
    </dgm:pt>
    <dgm:pt modelId="{F8B7A892-FC8C-4DBD-AB72-8595A4479676}">
      <dgm:prSet phldrT="[Text]"/>
      <dgm:spPr/>
      <dgm:t>
        <a:bodyPr/>
        <a:lstStyle/>
        <a:p>
          <a:r>
            <a:rPr lang="en-US" dirty="0"/>
            <a:t>Latent Diffusion Models</a:t>
          </a:r>
        </a:p>
      </dgm:t>
    </dgm:pt>
    <dgm:pt modelId="{F6A344FF-0657-4195-A926-A236F1D76EAA}" type="parTrans" cxnId="{41F37A33-907E-41C9-BACD-52C85853117B}">
      <dgm:prSet/>
      <dgm:spPr/>
      <dgm:t>
        <a:bodyPr/>
        <a:lstStyle/>
        <a:p>
          <a:endParaRPr lang="en-US"/>
        </a:p>
      </dgm:t>
    </dgm:pt>
    <dgm:pt modelId="{C42EAD9F-C4E2-4FAB-9ED0-1DCF7BCF4726}" type="sibTrans" cxnId="{41F37A33-907E-41C9-BACD-52C85853117B}">
      <dgm:prSet/>
      <dgm:spPr/>
      <dgm:t>
        <a:bodyPr/>
        <a:lstStyle/>
        <a:p>
          <a:endParaRPr lang="en-US"/>
        </a:p>
      </dgm:t>
    </dgm:pt>
    <dgm:pt modelId="{4C7DFB61-F4E3-429D-A92E-791265AF771F}">
      <dgm:prSet phldrT="[Text]"/>
      <dgm:spPr/>
      <dgm:t>
        <a:bodyPr/>
        <a:lstStyle/>
        <a:p>
          <a:r>
            <a:rPr lang="en-US" dirty="0"/>
            <a:t>Hybrid Methods</a:t>
          </a:r>
        </a:p>
      </dgm:t>
    </dgm:pt>
    <dgm:pt modelId="{392D5EF2-2F55-4F70-97B8-F9DAA6BB4353}" type="parTrans" cxnId="{191DA087-A8BF-4CB1-BCA4-0F2783A3843B}">
      <dgm:prSet/>
      <dgm:spPr/>
      <dgm:t>
        <a:bodyPr/>
        <a:lstStyle/>
        <a:p>
          <a:endParaRPr lang="en-US"/>
        </a:p>
      </dgm:t>
    </dgm:pt>
    <dgm:pt modelId="{A39562D4-7619-433E-80C1-7DDC597FEB70}" type="sibTrans" cxnId="{191DA087-A8BF-4CB1-BCA4-0F2783A3843B}">
      <dgm:prSet/>
      <dgm:spPr/>
      <dgm:t>
        <a:bodyPr/>
        <a:lstStyle/>
        <a:p>
          <a:endParaRPr lang="en-US"/>
        </a:p>
      </dgm:t>
    </dgm:pt>
    <dgm:pt modelId="{5AE5F2FB-A242-4326-8C50-F748DFAB8936}" type="pres">
      <dgm:prSet presAssocID="{B5608648-EC43-46CB-BBFE-05CD72D02E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D1F6C8-238A-4B67-B779-E3CF2A5ADB34}" type="pres">
      <dgm:prSet presAssocID="{7D51F003-236C-4022-AC3F-90EFB3ABECC2}" presName="root1" presStyleCnt="0"/>
      <dgm:spPr/>
    </dgm:pt>
    <dgm:pt modelId="{6CCDCD5E-0ECA-4B3A-B95F-8EC1D4DF23B2}" type="pres">
      <dgm:prSet presAssocID="{7D51F003-236C-4022-AC3F-90EFB3ABECC2}" presName="LevelOneTextNode" presStyleLbl="node0" presStyleIdx="0" presStyleCnt="1" custScaleX="251249">
        <dgm:presLayoutVars>
          <dgm:chPref val="3"/>
        </dgm:presLayoutVars>
      </dgm:prSet>
      <dgm:spPr/>
    </dgm:pt>
    <dgm:pt modelId="{2C599A7A-3363-4123-BEE1-42D2F71A97A0}" type="pres">
      <dgm:prSet presAssocID="{7D51F003-236C-4022-AC3F-90EFB3ABECC2}" presName="level2hierChild" presStyleCnt="0"/>
      <dgm:spPr/>
    </dgm:pt>
    <dgm:pt modelId="{D2BD3716-778C-46DB-A1F5-1D3BDCB61F05}" type="pres">
      <dgm:prSet presAssocID="{852618DC-9799-445F-9D71-CA28F10E6FCE}" presName="conn2-1" presStyleLbl="parChTrans1D2" presStyleIdx="0" presStyleCnt="5"/>
      <dgm:spPr/>
    </dgm:pt>
    <dgm:pt modelId="{7E16BE04-08C7-447C-8B83-551CBA7F15AA}" type="pres">
      <dgm:prSet presAssocID="{852618DC-9799-445F-9D71-CA28F10E6FCE}" presName="connTx" presStyleLbl="parChTrans1D2" presStyleIdx="0" presStyleCnt="5"/>
      <dgm:spPr/>
    </dgm:pt>
    <dgm:pt modelId="{73CBB6A2-9EAD-49FD-867D-158FCC7E0D16}" type="pres">
      <dgm:prSet presAssocID="{D9EE96E7-C7E2-4C8D-9260-ECB56A7D5ABB}" presName="root2" presStyleCnt="0"/>
      <dgm:spPr/>
    </dgm:pt>
    <dgm:pt modelId="{62D2AFE5-8D4F-42EF-A085-BEF9005595EC}" type="pres">
      <dgm:prSet presAssocID="{D9EE96E7-C7E2-4C8D-9260-ECB56A7D5ABB}" presName="LevelTwoTextNode" presStyleLbl="node2" presStyleIdx="0" presStyleCnt="5" custScaleX="234055">
        <dgm:presLayoutVars>
          <dgm:chPref val="3"/>
        </dgm:presLayoutVars>
      </dgm:prSet>
      <dgm:spPr/>
    </dgm:pt>
    <dgm:pt modelId="{D86798D8-63AF-4CF0-9ADD-878C9A982978}" type="pres">
      <dgm:prSet presAssocID="{D9EE96E7-C7E2-4C8D-9260-ECB56A7D5ABB}" presName="level3hierChild" presStyleCnt="0"/>
      <dgm:spPr/>
    </dgm:pt>
    <dgm:pt modelId="{4A16EF98-6287-4731-82DC-E08069D2896E}" type="pres">
      <dgm:prSet presAssocID="{01690521-70C8-4014-AEFE-AA16387DBB92}" presName="conn2-1" presStyleLbl="parChTrans1D2" presStyleIdx="1" presStyleCnt="5"/>
      <dgm:spPr/>
    </dgm:pt>
    <dgm:pt modelId="{B88A9C5F-99C3-4B4E-8BF3-AB587B3757D5}" type="pres">
      <dgm:prSet presAssocID="{01690521-70C8-4014-AEFE-AA16387DBB92}" presName="connTx" presStyleLbl="parChTrans1D2" presStyleIdx="1" presStyleCnt="5"/>
      <dgm:spPr/>
    </dgm:pt>
    <dgm:pt modelId="{9805F210-14D4-469C-B5A3-C5FDD40F729C}" type="pres">
      <dgm:prSet presAssocID="{D0555774-A367-4891-92F3-25BACB59FC55}" presName="root2" presStyleCnt="0"/>
      <dgm:spPr/>
    </dgm:pt>
    <dgm:pt modelId="{6815F9DF-F236-4AEB-B1BD-3EB0F938B97F}" type="pres">
      <dgm:prSet presAssocID="{D0555774-A367-4891-92F3-25BACB59FC55}" presName="LevelTwoTextNode" presStyleLbl="node2" presStyleIdx="1" presStyleCnt="5" custScaleX="234055">
        <dgm:presLayoutVars>
          <dgm:chPref val="3"/>
        </dgm:presLayoutVars>
      </dgm:prSet>
      <dgm:spPr/>
    </dgm:pt>
    <dgm:pt modelId="{9AF4FA8A-43E3-4257-8A39-87A5B9D410F1}" type="pres">
      <dgm:prSet presAssocID="{D0555774-A367-4891-92F3-25BACB59FC55}" presName="level3hierChild" presStyleCnt="0"/>
      <dgm:spPr/>
    </dgm:pt>
    <dgm:pt modelId="{89185884-84DA-4CD0-9F8D-D3ED326F9C8A}" type="pres">
      <dgm:prSet presAssocID="{1FA4CF3E-372D-44E4-9FC0-BA38BB306AEE}" presName="conn2-1" presStyleLbl="parChTrans1D2" presStyleIdx="2" presStyleCnt="5"/>
      <dgm:spPr/>
    </dgm:pt>
    <dgm:pt modelId="{20E32689-483C-48D5-9CFD-3227ACEE7116}" type="pres">
      <dgm:prSet presAssocID="{1FA4CF3E-372D-44E4-9FC0-BA38BB306AEE}" presName="connTx" presStyleLbl="parChTrans1D2" presStyleIdx="2" presStyleCnt="5"/>
      <dgm:spPr/>
    </dgm:pt>
    <dgm:pt modelId="{50291A7B-0361-49BE-9414-74801B838E88}" type="pres">
      <dgm:prSet presAssocID="{D3D4D75B-98DA-4C29-AA4A-567F91D2FA97}" presName="root2" presStyleCnt="0"/>
      <dgm:spPr/>
    </dgm:pt>
    <dgm:pt modelId="{C525D633-500B-4EDD-8F14-936BD12F562C}" type="pres">
      <dgm:prSet presAssocID="{D3D4D75B-98DA-4C29-AA4A-567F91D2FA97}" presName="LevelTwoTextNode" presStyleLbl="node2" presStyleIdx="2" presStyleCnt="5" custScaleX="234055">
        <dgm:presLayoutVars>
          <dgm:chPref val="3"/>
        </dgm:presLayoutVars>
      </dgm:prSet>
      <dgm:spPr/>
    </dgm:pt>
    <dgm:pt modelId="{9BB8BEBF-5BD6-45AD-847F-D8DE390BEAD4}" type="pres">
      <dgm:prSet presAssocID="{D3D4D75B-98DA-4C29-AA4A-567F91D2FA97}" presName="level3hierChild" presStyleCnt="0"/>
      <dgm:spPr/>
    </dgm:pt>
    <dgm:pt modelId="{DEC96FCD-A819-4469-A2BD-EE55C6B84837}" type="pres">
      <dgm:prSet presAssocID="{F6A344FF-0657-4195-A926-A236F1D76EAA}" presName="conn2-1" presStyleLbl="parChTrans1D2" presStyleIdx="3" presStyleCnt="5"/>
      <dgm:spPr/>
    </dgm:pt>
    <dgm:pt modelId="{AC2F8FD2-BEFC-4010-A78D-583CD46B7786}" type="pres">
      <dgm:prSet presAssocID="{F6A344FF-0657-4195-A926-A236F1D76EAA}" presName="connTx" presStyleLbl="parChTrans1D2" presStyleIdx="3" presStyleCnt="5"/>
      <dgm:spPr/>
    </dgm:pt>
    <dgm:pt modelId="{E05994FF-5D7C-4AB3-86D2-93517B6568E5}" type="pres">
      <dgm:prSet presAssocID="{F8B7A892-FC8C-4DBD-AB72-8595A4479676}" presName="root2" presStyleCnt="0"/>
      <dgm:spPr/>
    </dgm:pt>
    <dgm:pt modelId="{79219079-88FC-48DB-A364-0C0144AC2D27}" type="pres">
      <dgm:prSet presAssocID="{F8B7A892-FC8C-4DBD-AB72-8595A4479676}" presName="LevelTwoTextNode" presStyleLbl="node2" presStyleIdx="3" presStyleCnt="5" custScaleX="234055">
        <dgm:presLayoutVars>
          <dgm:chPref val="3"/>
        </dgm:presLayoutVars>
      </dgm:prSet>
      <dgm:spPr/>
    </dgm:pt>
    <dgm:pt modelId="{1440A820-4C88-40C8-81D9-E5F7E2E8A9C1}" type="pres">
      <dgm:prSet presAssocID="{F8B7A892-FC8C-4DBD-AB72-8595A4479676}" presName="level3hierChild" presStyleCnt="0"/>
      <dgm:spPr/>
    </dgm:pt>
    <dgm:pt modelId="{AA5AF771-39B3-41E0-81A8-7FFEA4402CBF}" type="pres">
      <dgm:prSet presAssocID="{392D5EF2-2F55-4F70-97B8-F9DAA6BB4353}" presName="conn2-1" presStyleLbl="parChTrans1D2" presStyleIdx="4" presStyleCnt="5"/>
      <dgm:spPr/>
    </dgm:pt>
    <dgm:pt modelId="{83A3358D-9A60-4364-9317-97D1E463B9A6}" type="pres">
      <dgm:prSet presAssocID="{392D5EF2-2F55-4F70-97B8-F9DAA6BB4353}" presName="connTx" presStyleLbl="parChTrans1D2" presStyleIdx="4" presStyleCnt="5"/>
      <dgm:spPr/>
    </dgm:pt>
    <dgm:pt modelId="{0E2181D0-6D5F-4FFD-828F-3DA4441E2E9D}" type="pres">
      <dgm:prSet presAssocID="{4C7DFB61-F4E3-429D-A92E-791265AF771F}" presName="root2" presStyleCnt="0"/>
      <dgm:spPr/>
    </dgm:pt>
    <dgm:pt modelId="{75E130A5-06E6-4FC5-A322-106ACD89E6AA}" type="pres">
      <dgm:prSet presAssocID="{4C7DFB61-F4E3-429D-A92E-791265AF771F}" presName="LevelTwoTextNode" presStyleLbl="node2" presStyleIdx="4" presStyleCnt="5" custScaleX="234055">
        <dgm:presLayoutVars>
          <dgm:chPref val="3"/>
        </dgm:presLayoutVars>
      </dgm:prSet>
      <dgm:spPr/>
    </dgm:pt>
    <dgm:pt modelId="{896E7804-E279-41C2-B980-96EBD2736212}" type="pres">
      <dgm:prSet presAssocID="{4C7DFB61-F4E3-429D-A92E-791265AF771F}" presName="level3hierChild" presStyleCnt="0"/>
      <dgm:spPr/>
    </dgm:pt>
  </dgm:ptLst>
  <dgm:cxnLst>
    <dgm:cxn modelId="{E9FFE710-E444-4942-93CF-B850BAEE162A}" type="presOf" srcId="{852618DC-9799-445F-9D71-CA28F10E6FCE}" destId="{7E16BE04-08C7-447C-8B83-551CBA7F15AA}" srcOrd="1" destOrd="0" presId="urn:microsoft.com/office/officeart/2005/8/layout/hierarchy2"/>
    <dgm:cxn modelId="{EA818314-F046-4DF9-B04F-44E2F46BEBE4}" type="presOf" srcId="{B5608648-EC43-46CB-BBFE-05CD72D02E34}" destId="{5AE5F2FB-A242-4326-8C50-F748DFAB8936}" srcOrd="0" destOrd="0" presId="urn:microsoft.com/office/officeart/2005/8/layout/hierarchy2"/>
    <dgm:cxn modelId="{26D0A717-23D4-47D7-8663-1E6D63A28C41}" type="presOf" srcId="{852618DC-9799-445F-9D71-CA28F10E6FCE}" destId="{D2BD3716-778C-46DB-A1F5-1D3BDCB61F05}" srcOrd="0" destOrd="0" presId="urn:microsoft.com/office/officeart/2005/8/layout/hierarchy2"/>
    <dgm:cxn modelId="{77FD1A27-7090-491D-9930-64AC9994E33C}" type="presOf" srcId="{D3D4D75B-98DA-4C29-AA4A-567F91D2FA97}" destId="{C525D633-500B-4EDD-8F14-936BD12F562C}" srcOrd="0" destOrd="0" presId="urn:microsoft.com/office/officeart/2005/8/layout/hierarchy2"/>
    <dgm:cxn modelId="{8AE3082C-65DE-4024-880E-D59BF0552D7A}" type="presOf" srcId="{F8B7A892-FC8C-4DBD-AB72-8595A4479676}" destId="{79219079-88FC-48DB-A364-0C0144AC2D27}" srcOrd="0" destOrd="0" presId="urn:microsoft.com/office/officeart/2005/8/layout/hierarchy2"/>
    <dgm:cxn modelId="{F012792E-928B-4926-B370-82863A7F98B2}" srcId="{7D51F003-236C-4022-AC3F-90EFB3ABECC2}" destId="{D9EE96E7-C7E2-4C8D-9260-ECB56A7D5ABB}" srcOrd="0" destOrd="0" parTransId="{852618DC-9799-445F-9D71-CA28F10E6FCE}" sibTransId="{C951A1AE-6F14-4CC0-B3CC-6F96B29B46F2}"/>
    <dgm:cxn modelId="{41F37A33-907E-41C9-BACD-52C85853117B}" srcId="{7D51F003-236C-4022-AC3F-90EFB3ABECC2}" destId="{F8B7A892-FC8C-4DBD-AB72-8595A4479676}" srcOrd="3" destOrd="0" parTransId="{F6A344FF-0657-4195-A926-A236F1D76EAA}" sibTransId="{C42EAD9F-C4E2-4FAB-9ED0-1DCF7BCF4726}"/>
    <dgm:cxn modelId="{0D6BF134-451E-4715-8B93-87F62D516405}" srcId="{7D51F003-236C-4022-AC3F-90EFB3ABECC2}" destId="{D0555774-A367-4891-92F3-25BACB59FC55}" srcOrd="1" destOrd="0" parTransId="{01690521-70C8-4014-AEFE-AA16387DBB92}" sibTransId="{2332B518-B407-4858-B3B5-37C75403793C}"/>
    <dgm:cxn modelId="{E8C6A138-4753-4DDF-AF5B-363C92940DA0}" type="presOf" srcId="{F6A344FF-0657-4195-A926-A236F1D76EAA}" destId="{AC2F8FD2-BEFC-4010-A78D-583CD46B7786}" srcOrd="1" destOrd="0" presId="urn:microsoft.com/office/officeart/2005/8/layout/hierarchy2"/>
    <dgm:cxn modelId="{00C64E41-DAED-4630-9238-5FA8622A2110}" type="presOf" srcId="{392D5EF2-2F55-4F70-97B8-F9DAA6BB4353}" destId="{AA5AF771-39B3-41E0-81A8-7FFEA4402CBF}" srcOrd="0" destOrd="0" presId="urn:microsoft.com/office/officeart/2005/8/layout/hierarchy2"/>
    <dgm:cxn modelId="{1500BB42-33A3-46FC-B8A0-EEC0A0755DB6}" type="presOf" srcId="{01690521-70C8-4014-AEFE-AA16387DBB92}" destId="{B88A9C5F-99C3-4B4E-8BF3-AB587B3757D5}" srcOrd="1" destOrd="0" presId="urn:microsoft.com/office/officeart/2005/8/layout/hierarchy2"/>
    <dgm:cxn modelId="{26642068-E91D-4521-A057-D82AB742BDD1}" srcId="{B5608648-EC43-46CB-BBFE-05CD72D02E34}" destId="{7D51F003-236C-4022-AC3F-90EFB3ABECC2}" srcOrd="0" destOrd="0" parTransId="{557FC7BF-815F-45CD-80F4-423307C8416E}" sibTransId="{694B7330-FE19-40AD-9E02-ACC9581E0C46}"/>
    <dgm:cxn modelId="{A24FF44B-6D24-4691-8A9C-F19AC3043499}" type="presOf" srcId="{392D5EF2-2F55-4F70-97B8-F9DAA6BB4353}" destId="{83A3358D-9A60-4364-9317-97D1E463B9A6}" srcOrd="1" destOrd="0" presId="urn:microsoft.com/office/officeart/2005/8/layout/hierarchy2"/>
    <dgm:cxn modelId="{163EE34D-838C-4698-9EA5-A0F7EA9D9199}" srcId="{7D51F003-236C-4022-AC3F-90EFB3ABECC2}" destId="{D3D4D75B-98DA-4C29-AA4A-567F91D2FA97}" srcOrd="2" destOrd="0" parTransId="{1FA4CF3E-372D-44E4-9FC0-BA38BB306AEE}" sibTransId="{4C2660FC-2F99-4167-BD82-A7E6F6EF087E}"/>
    <dgm:cxn modelId="{191DA087-A8BF-4CB1-BCA4-0F2783A3843B}" srcId="{7D51F003-236C-4022-AC3F-90EFB3ABECC2}" destId="{4C7DFB61-F4E3-429D-A92E-791265AF771F}" srcOrd="4" destOrd="0" parTransId="{392D5EF2-2F55-4F70-97B8-F9DAA6BB4353}" sibTransId="{A39562D4-7619-433E-80C1-7DDC597FEB70}"/>
    <dgm:cxn modelId="{B3896B88-B5CA-4CE7-A630-232C4107FA7E}" type="presOf" srcId="{F6A344FF-0657-4195-A926-A236F1D76EAA}" destId="{DEC96FCD-A819-4469-A2BD-EE55C6B84837}" srcOrd="0" destOrd="0" presId="urn:microsoft.com/office/officeart/2005/8/layout/hierarchy2"/>
    <dgm:cxn modelId="{554675B0-C4E0-44A9-BF62-917AEA84DC78}" type="presOf" srcId="{01690521-70C8-4014-AEFE-AA16387DBB92}" destId="{4A16EF98-6287-4731-82DC-E08069D2896E}" srcOrd="0" destOrd="0" presId="urn:microsoft.com/office/officeart/2005/8/layout/hierarchy2"/>
    <dgm:cxn modelId="{C1D069B5-9758-490E-8147-291C6DEE6A35}" type="presOf" srcId="{D9EE96E7-C7E2-4C8D-9260-ECB56A7D5ABB}" destId="{62D2AFE5-8D4F-42EF-A085-BEF9005595EC}" srcOrd="0" destOrd="0" presId="urn:microsoft.com/office/officeart/2005/8/layout/hierarchy2"/>
    <dgm:cxn modelId="{59D7B1BD-B5CB-4076-8B84-3D4C3019195A}" type="presOf" srcId="{4C7DFB61-F4E3-429D-A92E-791265AF771F}" destId="{75E130A5-06E6-4FC5-A322-106ACD89E6AA}" srcOrd="0" destOrd="0" presId="urn:microsoft.com/office/officeart/2005/8/layout/hierarchy2"/>
    <dgm:cxn modelId="{A04703DA-BB3D-4FCB-A7F2-371B2523EE9C}" type="presOf" srcId="{1FA4CF3E-372D-44E4-9FC0-BA38BB306AEE}" destId="{20E32689-483C-48D5-9CFD-3227ACEE7116}" srcOrd="1" destOrd="0" presId="urn:microsoft.com/office/officeart/2005/8/layout/hierarchy2"/>
    <dgm:cxn modelId="{3771F3E4-BD7B-4E9C-BF3E-5D0A5DB4B284}" type="presOf" srcId="{1FA4CF3E-372D-44E4-9FC0-BA38BB306AEE}" destId="{89185884-84DA-4CD0-9F8D-D3ED326F9C8A}" srcOrd="0" destOrd="0" presId="urn:microsoft.com/office/officeart/2005/8/layout/hierarchy2"/>
    <dgm:cxn modelId="{F9754BF4-9EB1-4945-970D-F77EB7780C04}" type="presOf" srcId="{D0555774-A367-4891-92F3-25BACB59FC55}" destId="{6815F9DF-F236-4AEB-B1BD-3EB0F938B97F}" srcOrd="0" destOrd="0" presId="urn:microsoft.com/office/officeart/2005/8/layout/hierarchy2"/>
    <dgm:cxn modelId="{B63920FF-0828-42CD-BE2F-D1FAFC1FFA75}" type="presOf" srcId="{7D51F003-236C-4022-AC3F-90EFB3ABECC2}" destId="{6CCDCD5E-0ECA-4B3A-B95F-8EC1D4DF23B2}" srcOrd="0" destOrd="0" presId="urn:microsoft.com/office/officeart/2005/8/layout/hierarchy2"/>
    <dgm:cxn modelId="{0525D294-B00E-4DF4-9A51-38267C32317F}" type="presParOf" srcId="{5AE5F2FB-A242-4326-8C50-F748DFAB8936}" destId="{4FD1F6C8-238A-4B67-B779-E3CF2A5ADB34}" srcOrd="0" destOrd="0" presId="urn:microsoft.com/office/officeart/2005/8/layout/hierarchy2"/>
    <dgm:cxn modelId="{CB95AA06-1DC3-48C9-8A06-1044E08C97BC}" type="presParOf" srcId="{4FD1F6C8-238A-4B67-B779-E3CF2A5ADB34}" destId="{6CCDCD5E-0ECA-4B3A-B95F-8EC1D4DF23B2}" srcOrd="0" destOrd="0" presId="urn:microsoft.com/office/officeart/2005/8/layout/hierarchy2"/>
    <dgm:cxn modelId="{B77117DF-FB8B-4EDE-9D40-7B2B084F9AE7}" type="presParOf" srcId="{4FD1F6C8-238A-4B67-B779-E3CF2A5ADB34}" destId="{2C599A7A-3363-4123-BEE1-42D2F71A97A0}" srcOrd="1" destOrd="0" presId="urn:microsoft.com/office/officeart/2005/8/layout/hierarchy2"/>
    <dgm:cxn modelId="{67A0162B-847B-4960-8216-5467D53502FF}" type="presParOf" srcId="{2C599A7A-3363-4123-BEE1-42D2F71A97A0}" destId="{D2BD3716-778C-46DB-A1F5-1D3BDCB61F05}" srcOrd="0" destOrd="0" presId="urn:microsoft.com/office/officeart/2005/8/layout/hierarchy2"/>
    <dgm:cxn modelId="{7DC8B946-BC29-41B7-AC5F-5208EC383779}" type="presParOf" srcId="{D2BD3716-778C-46DB-A1F5-1D3BDCB61F05}" destId="{7E16BE04-08C7-447C-8B83-551CBA7F15AA}" srcOrd="0" destOrd="0" presId="urn:microsoft.com/office/officeart/2005/8/layout/hierarchy2"/>
    <dgm:cxn modelId="{B9CE001C-5F36-4DF4-9C5C-2B28FC035DBB}" type="presParOf" srcId="{2C599A7A-3363-4123-BEE1-42D2F71A97A0}" destId="{73CBB6A2-9EAD-49FD-867D-158FCC7E0D16}" srcOrd="1" destOrd="0" presId="urn:microsoft.com/office/officeart/2005/8/layout/hierarchy2"/>
    <dgm:cxn modelId="{95C59462-1675-45AF-9E2C-6976A55B6877}" type="presParOf" srcId="{73CBB6A2-9EAD-49FD-867D-158FCC7E0D16}" destId="{62D2AFE5-8D4F-42EF-A085-BEF9005595EC}" srcOrd="0" destOrd="0" presId="urn:microsoft.com/office/officeart/2005/8/layout/hierarchy2"/>
    <dgm:cxn modelId="{EB13108D-0F0C-4964-A270-965B4F3AFDF1}" type="presParOf" srcId="{73CBB6A2-9EAD-49FD-867D-158FCC7E0D16}" destId="{D86798D8-63AF-4CF0-9ADD-878C9A982978}" srcOrd="1" destOrd="0" presId="urn:microsoft.com/office/officeart/2005/8/layout/hierarchy2"/>
    <dgm:cxn modelId="{8DABEA1C-7811-411F-9B8B-AD0915A6FF7F}" type="presParOf" srcId="{2C599A7A-3363-4123-BEE1-42D2F71A97A0}" destId="{4A16EF98-6287-4731-82DC-E08069D2896E}" srcOrd="2" destOrd="0" presId="urn:microsoft.com/office/officeart/2005/8/layout/hierarchy2"/>
    <dgm:cxn modelId="{E2221101-9A4C-4BFA-9559-9187351F6E8D}" type="presParOf" srcId="{4A16EF98-6287-4731-82DC-E08069D2896E}" destId="{B88A9C5F-99C3-4B4E-8BF3-AB587B3757D5}" srcOrd="0" destOrd="0" presId="urn:microsoft.com/office/officeart/2005/8/layout/hierarchy2"/>
    <dgm:cxn modelId="{1BF09137-F8A2-4FE1-B1CB-DE42805FD046}" type="presParOf" srcId="{2C599A7A-3363-4123-BEE1-42D2F71A97A0}" destId="{9805F210-14D4-469C-B5A3-C5FDD40F729C}" srcOrd="3" destOrd="0" presId="urn:microsoft.com/office/officeart/2005/8/layout/hierarchy2"/>
    <dgm:cxn modelId="{E73C338B-1506-45B1-9978-1254CF292DD1}" type="presParOf" srcId="{9805F210-14D4-469C-B5A3-C5FDD40F729C}" destId="{6815F9DF-F236-4AEB-B1BD-3EB0F938B97F}" srcOrd="0" destOrd="0" presId="urn:microsoft.com/office/officeart/2005/8/layout/hierarchy2"/>
    <dgm:cxn modelId="{E24D7288-4A67-4C0E-B524-F817BF6239E4}" type="presParOf" srcId="{9805F210-14D4-469C-B5A3-C5FDD40F729C}" destId="{9AF4FA8A-43E3-4257-8A39-87A5B9D410F1}" srcOrd="1" destOrd="0" presId="urn:microsoft.com/office/officeart/2005/8/layout/hierarchy2"/>
    <dgm:cxn modelId="{B482ECE7-296D-4AA8-A25A-1385B9A8E919}" type="presParOf" srcId="{2C599A7A-3363-4123-BEE1-42D2F71A97A0}" destId="{89185884-84DA-4CD0-9F8D-D3ED326F9C8A}" srcOrd="4" destOrd="0" presId="urn:microsoft.com/office/officeart/2005/8/layout/hierarchy2"/>
    <dgm:cxn modelId="{1EA26D89-8D5A-4FAA-849E-EE9CCC5AAAC2}" type="presParOf" srcId="{89185884-84DA-4CD0-9F8D-D3ED326F9C8A}" destId="{20E32689-483C-48D5-9CFD-3227ACEE7116}" srcOrd="0" destOrd="0" presId="urn:microsoft.com/office/officeart/2005/8/layout/hierarchy2"/>
    <dgm:cxn modelId="{22BAD6A7-B608-4042-934D-56A041433650}" type="presParOf" srcId="{2C599A7A-3363-4123-BEE1-42D2F71A97A0}" destId="{50291A7B-0361-49BE-9414-74801B838E88}" srcOrd="5" destOrd="0" presId="urn:microsoft.com/office/officeart/2005/8/layout/hierarchy2"/>
    <dgm:cxn modelId="{5655E409-920A-4EF4-B644-D5F73459FE49}" type="presParOf" srcId="{50291A7B-0361-49BE-9414-74801B838E88}" destId="{C525D633-500B-4EDD-8F14-936BD12F562C}" srcOrd="0" destOrd="0" presId="urn:microsoft.com/office/officeart/2005/8/layout/hierarchy2"/>
    <dgm:cxn modelId="{A5636C4A-73EA-49DD-9957-24A24C255C13}" type="presParOf" srcId="{50291A7B-0361-49BE-9414-74801B838E88}" destId="{9BB8BEBF-5BD6-45AD-847F-D8DE390BEAD4}" srcOrd="1" destOrd="0" presId="urn:microsoft.com/office/officeart/2005/8/layout/hierarchy2"/>
    <dgm:cxn modelId="{F9853135-5668-47A4-BF16-08259B517310}" type="presParOf" srcId="{2C599A7A-3363-4123-BEE1-42D2F71A97A0}" destId="{DEC96FCD-A819-4469-A2BD-EE55C6B84837}" srcOrd="6" destOrd="0" presId="urn:microsoft.com/office/officeart/2005/8/layout/hierarchy2"/>
    <dgm:cxn modelId="{490EBBB5-478E-4CE2-983B-1A69271DD02B}" type="presParOf" srcId="{DEC96FCD-A819-4469-A2BD-EE55C6B84837}" destId="{AC2F8FD2-BEFC-4010-A78D-583CD46B7786}" srcOrd="0" destOrd="0" presId="urn:microsoft.com/office/officeart/2005/8/layout/hierarchy2"/>
    <dgm:cxn modelId="{95383A56-0464-4D4D-914F-4AEF122E50E9}" type="presParOf" srcId="{2C599A7A-3363-4123-BEE1-42D2F71A97A0}" destId="{E05994FF-5D7C-4AB3-86D2-93517B6568E5}" srcOrd="7" destOrd="0" presId="urn:microsoft.com/office/officeart/2005/8/layout/hierarchy2"/>
    <dgm:cxn modelId="{706D2294-E832-47A4-99B1-D166E2FCA630}" type="presParOf" srcId="{E05994FF-5D7C-4AB3-86D2-93517B6568E5}" destId="{79219079-88FC-48DB-A364-0C0144AC2D27}" srcOrd="0" destOrd="0" presId="urn:microsoft.com/office/officeart/2005/8/layout/hierarchy2"/>
    <dgm:cxn modelId="{53BF3BA0-F32F-4ED0-883E-90238C2A67C7}" type="presParOf" srcId="{E05994FF-5D7C-4AB3-86D2-93517B6568E5}" destId="{1440A820-4C88-40C8-81D9-E5F7E2E8A9C1}" srcOrd="1" destOrd="0" presId="urn:microsoft.com/office/officeart/2005/8/layout/hierarchy2"/>
    <dgm:cxn modelId="{E0CCC020-8194-47E1-823A-035CB96B5CD9}" type="presParOf" srcId="{2C599A7A-3363-4123-BEE1-42D2F71A97A0}" destId="{AA5AF771-39B3-41E0-81A8-7FFEA4402CBF}" srcOrd="8" destOrd="0" presId="urn:microsoft.com/office/officeart/2005/8/layout/hierarchy2"/>
    <dgm:cxn modelId="{AA4FF4A6-C2B5-4AEB-9EDC-BB6E8F14EBD7}" type="presParOf" srcId="{AA5AF771-39B3-41E0-81A8-7FFEA4402CBF}" destId="{83A3358D-9A60-4364-9317-97D1E463B9A6}" srcOrd="0" destOrd="0" presId="urn:microsoft.com/office/officeart/2005/8/layout/hierarchy2"/>
    <dgm:cxn modelId="{A227E602-FDE2-4EAB-9978-DD26604E756A}" type="presParOf" srcId="{2C599A7A-3363-4123-BEE1-42D2F71A97A0}" destId="{0E2181D0-6D5F-4FFD-828F-3DA4441E2E9D}" srcOrd="9" destOrd="0" presId="urn:microsoft.com/office/officeart/2005/8/layout/hierarchy2"/>
    <dgm:cxn modelId="{E28DAACD-5BB7-4996-B2FE-126D39EB79B4}" type="presParOf" srcId="{0E2181D0-6D5F-4FFD-828F-3DA4441E2E9D}" destId="{75E130A5-06E6-4FC5-A322-106ACD89E6AA}" srcOrd="0" destOrd="0" presId="urn:microsoft.com/office/officeart/2005/8/layout/hierarchy2"/>
    <dgm:cxn modelId="{4D22F9BA-2A6B-4053-B181-0293B028B005}" type="presParOf" srcId="{0E2181D0-6D5F-4FFD-828F-3DA4441E2E9D}" destId="{896E7804-E279-41C2-B980-96EBD27362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B5608648-EC43-46CB-BBFE-05CD72D02E3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1F003-236C-4022-AC3F-90EFB3ABECC2}">
      <dgm:prSet phldrT="[Text]"/>
      <dgm:spPr/>
      <dgm:t>
        <a:bodyPr/>
        <a:lstStyle/>
        <a:p>
          <a:r>
            <a:rPr lang="en-US" dirty="0"/>
            <a:t>Diffusion Based Image Restoration</a:t>
          </a:r>
        </a:p>
      </dgm:t>
    </dgm:pt>
    <dgm:pt modelId="{557FC7BF-815F-45CD-80F4-423307C8416E}" type="parTrans" cxnId="{26642068-E91D-4521-A057-D82AB742BDD1}">
      <dgm:prSet/>
      <dgm:spPr/>
      <dgm:t>
        <a:bodyPr/>
        <a:lstStyle/>
        <a:p>
          <a:endParaRPr lang="en-US"/>
        </a:p>
      </dgm:t>
    </dgm:pt>
    <dgm:pt modelId="{694B7330-FE19-40AD-9E02-ACC9581E0C46}" type="sibTrans" cxnId="{26642068-E91D-4521-A057-D82AB742BDD1}">
      <dgm:prSet/>
      <dgm:spPr/>
      <dgm:t>
        <a:bodyPr/>
        <a:lstStyle/>
        <a:p>
          <a:endParaRPr lang="en-US"/>
        </a:p>
      </dgm:t>
    </dgm:pt>
    <dgm:pt modelId="{D9EE96E7-C7E2-4C8D-9260-ECB56A7D5ABB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Conditional Mechanisms</a:t>
          </a:r>
        </a:p>
      </dgm:t>
    </dgm:pt>
    <dgm:pt modelId="{852618DC-9799-445F-9D71-CA28F10E6FCE}" type="parTrans" cxnId="{F012792E-928B-4926-B370-82863A7F98B2}">
      <dgm:prSet/>
      <dgm:spPr/>
      <dgm:t>
        <a:bodyPr/>
        <a:lstStyle/>
        <a:p>
          <a:endParaRPr lang="en-US"/>
        </a:p>
      </dgm:t>
    </dgm:pt>
    <dgm:pt modelId="{C951A1AE-6F14-4CC0-B3CC-6F96B29B46F2}" type="sibTrans" cxnId="{F012792E-928B-4926-B370-82863A7F98B2}">
      <dgm:prSet/>
      <dgm:spPr/>
      <dgm:t>
        <a:bodyPr/>
        <a:lstStyle/>
        <a:p>
          <a:endParaRPr lang="en-US"/>
        </a:p>
      </dgm:t>
    </dgm:pt>
    <dgm:pt modelId="{D0555774-A367-4891-92F3-25BACB59FC55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Zero-shot</a:t>
          </a:r>
        </a:p>
      </dgm:t>
    </dgm:pt>
    <dgm:pt modelId="{01690521-70C8-4014-AEFE-AA16387DBB92}" type="parTrans" cxnId="{0D6BF134-451E-4715-8B93-87F62D516405}">
      <dgm:prSet/>
      <dgm:spPr/>
      <dgm:t>
        <a:bodyPr/>
        <a:lstStyle/>
        <a:p>
          <a:endParaRPr lang="en-US"/>
        </a:p>
      </dgm:t>
    </dgm:pt>
    <dgm:pt modelId="{2332B518-B407-4858-B3B5-37C75403793C}" type="sibTrans" cxnId="{0D6BF134-451E-4715-8B93-87F62D516405}">
      <dgm:prSet/>
      <dgm:spPr/>
      <dgm:t>
        <a:bodyPr/>
        <a:lstStyle/>
        <a:p>
          <a:endParaRPr lang="en-US"/>
        </a:p>
      </dgm:t>
    </dgm:pt>
    <dgm:pt modelId="{D3D4D75B-98DA-4C29-AA4A-567F91D2FA9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Guidance Mechanisms</a:t>
          </a:r>
        </a:p>
      </dgm:t>
    </dgm:pt>
    <dgm:pt modelId="{1FA4CF3E-372D-44E4-9FC0-BA38BB306AEE}" type="parTrans" cxnId="{163EE34D-838C-4698-9EA5-A0F7EA9D9199}">
      <dgm:prSet/>
      <dgm:spPr/>
      <dgm:t>
        <a:bodyPr/>
        <a:lstStyle/>
        <a:p>
          <a:endParaRPr lang="en-US"/>
        </a:p>
      </dgm:t>
    </dgm:pt>
    <dgm:pt modelId="{4C2660FC-2F99-4167-BD82-A7E6F6EF087E}" type="sibTrans" cxnId="{163EE34D-838C-4698-9EA5-A0F7EA9D9199}">
      <dgm:prSet/>
      <dgm:spPr/>
      <dgm:t>
        <a:bodyPr/>
        <a:lstStyle/>
        <a:p>
          <a:endParaRPr lang="en-US"/>
        </a:p>
      </dgm:t>
    </dgm:pt>
    <dgm:pt modelId="{F8B7A892-FC8C-4DBD-AB72-8595A4479676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Latent Diffusion Models</a:t>
          </a:r>
        </a:p>
      </dgm:t>
    </dgm:pt>
    <dgm:pt modelId="{F6A344FF-0657-4195-A926-A236F1D76EAA}" type="parTrans" cxnId="{41F37A33-907E-41C9-BACD-52C85853117B}">
      <dgm:prSet/>
      <dgm:spPr/>
      <dgm:t>
        <a:bodyPr/>
        <a:lstStyle/>
        <a:p>
          <a:endParaRPr lang="en-US"/>
        </a:p>
      </dgm:t>
    </dgm:pt>
    <dgm:pt modelId="{C42EAD9F-C4E2-4FAB-9ED0-1DCF7BCF4726}" type="sibTrans" cxnId="{41F37A33-907E-41C9-BACD-52C85853117B}">
      <dgm:prSet/>
      <dgm:spPr/>
      <dgm:t>
        <a:bodyPr/>
        <a:lstStyle/>
        <a:p>
          <a:endParaRPr lang="en-US"/>
        </a:p>
      </dgm:t>
    </dgm:pt>
    <dgm:pt modelId="{4C7DFB61-F4E3-429D-A92E-791265AF771F}">
      <dgm:prSet phldrT="[Text]"/>
      <dgm:spPr/>
      <dgm:t>
        <a:bodyPr/>
        <a:lstStyle/>
        <a:p>
          <a:r>
            <a:rPr lang="en-US" dirty="0"/>
            <a:t>Hybrid Methods</a:t>
          </a:r>
        </a:p>
      </dgm:t>
    </dgm:pt>
    <dgm:pt modelId="{392D5EF2-2F55-4F70-97B8-F9DAA6BB4353}" type="parTrans" cxnId="{191DA087-A8BF-4CB1-BCA4-0F2783A3843B}">
      <dgm:prSet/>
      <dgm:spPr/>
      <dgm:t>
        <a:bodyPr/>
        <a:lstStyle/>
        <a:p>
          <a:endParaRPr lang="en-US"/>
        </a:p>
      </dgm:t>
    </dgm:pt>
    <dgm:pt modelId="{A39562D4-7619-433E-80C1-7DDC597FEB70}" type="sibTrans" cxnId="{191DA087-A8BF-4CB1-BCA4-0F2783A3843B}">
      <dgm:prSet/>
      <dgm:spPr/>
      <dgm:t>
        <a:bodyPr/>
        <a:lstStyle/>
        <a:p>
          <a:endParaRPr lang="en-US"/>
        </a:p>
      </dgm:t>
    </dgm:pt>
    <dgm:pt modelId="{5AE5F2FB-A242-4326-8C50-F748DFAB8936}" type="pres">
      <dgm:prSet presAssocID="{B5608648-EC43-46CB-BBFE-05CD72D02E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D1F6C8-238A-4B67-B779-E3CF2A5ADB34}" type="pres">
      <dgm:prSet presAssocID="{7D51F003-236C-4022-AC3F-90EFB3ABECC2}" presName="root1" presStyleCnt="0"/>
      <dgm:spPr/>
    </dgm:pt>
    <dgm:pt modelId="{6CCDCD5E-0ECA-4B3A-B95F-8EC1D4DF23B2}" type="pres">
      <dgm:prSet presAssocID="{7D51F003-236C-4022-AC3F-90EFB3ABECC2}" presName="LevelOneTextNode" presStyleLbl="node0" presStyleIdx="0" presStyleCnt="1" custScaleX="251249">
        <dgm:presLayoutVars>
          <dgm:chPref val="3"/>
        </dgm:presLayoutVars>
      </dgm:prSet>
      <dgm:spPr/>
    </dgm:pt>
    <dgm:pt modelId="{2C599A7A-3363-4123-BEE1-42D2F71A97A0}" type="pres">
      <dgm:prSet presAssocID="{7D51F003-236C-4022-AC3F-90EFB3ABECC2}" presName="level2hierChild" presStyleCnt="0"/>
      <dgm:spPr/>
    </dgm:pt>
    <dgm:pt modelId="{D2BD3716-778C-46DB-A1F5-1D3BDCB61F05}" type="pres">
      <dgm:prSet presAssocID="{852618DC-9799-445F-9D71-CA28F10E6FCE}" presName="conn2-1" presStyleLbl="parChTrans1D2" presStyleIdx="0" presStyleCnt="5"/>
      <dgm:spPr/>
    </dgm:pt>
    <dgm:pt modelId="{7E16BE04-08C7-447C-8B83-551CBA7F15AA}" type="pres">
      <dgm:prSet presAssocID="{852618DC-9799-445F-9D71-CA28F10E6FCE}" presName="connTx" presStyleLbl="parChTrans1D2" presStyleIdx="0" presStyleCnt="5"/>
      <dgm:spPr/>
    </dgm:pt>
    <dgm:pt modelId="{73CBB6A2-9EAD-49FD-867D-158FCC7E0D16}" type="pres">
      <dgm:prSet presAssocID="{D9EE96E7-C7E2-4C8D-9260-ECB56A7D5ABB}" presName="root2" presStyleCnt="0"/>
      <dgm:spPr/>
    </dgm:pt>
    <dgm:pt modelId="{62D2AFE5-8D4F-42EF-A085-BEF9005595EC}" type="pres">
      <dgm:prSet presAssocID="{D9EE96E7-C7E2-4C8D-9260-ECB56A7D5ABB}" presName="LevelTwoTextNode" presStyleLbl="node2" presStyleIdx="0" presStyleCnt="5" custScaleX="234055">
        <dgm:presLayoutVars>
          <dgm:chPref val="3"/>
        </dgm:presLayoutVars>
      </dgm:prSet>
      <dgm:spPr/>
    </dgm:pt>
    <dgm:pt modelId="{D86798D8-63AF-4CF0-9ADD-878C9A982978}" type="pres">
      <dgm:prSet presAssocID="{D9EE96E7-C7E2-4C8D-9260-ECB56A7D5ABB}" presName="level3hierChild" presStyleCnt="0"/>
      <dgm:spPr/>
    </dgm:pt>
    <dgm:pt modelId="{4A16EF98-6287-4731-82DC-E08069D2896E}" type="pres">
      <dgm:prSet presAssocID="{01690521-70C8-4014-AEFE-AA16387DBB92}" presName="conn2-1" presStyleLbl="parChTrans1D2" presStyleIdx="1" presStyleCnt="5"/>
      <dgm:spPr/>
    </dgm:pt>
    <dgm:pt modelId="{B88A9C5F-99C3-4B4E-8BF3-AB587B3757D5}" type="pres">
      <dgm:prSet presAssocID="{01690521-70C8-4014-AEFE-AA16387DBB92}" presName="connTx" presStyleLbl="parChTrans1D2" presStyleIdx="1" presStyleCnt="5"/>
      <dgm:spPr/>
    </dgm:pt>
    <dgm:pt modelId="{9805F210-14D4-469C-B5A3-C5FDD40F729C}" type="pres">
      <dgm:prSet presAssocID="{D0555774-A367-4891-92F3-25BACB59FC55}" presName="root2" presStyleCnt="0"/>
      <dgm:spPr/>
    </dgm:pt>
    <dgm:pt modelId="{6815F9DF-F236-4AEB-B1BD-3EB0F938B97F}" type="pres">
      <dgm:prSet presAssocID="{D0555774-A367-4891-92F3-25BACB59FC55}" presName="LevelTwoTextNode" presStyleLbl="node2" presStyleIdx="1" presStyleCnt="5" custScaleX="234055">
        <dgm:presLayoutVars>
          <dgm:chPref val="3"/>
        </dgm:presLayoutVars>
      </dgm:prSet>
      <dgm:spPr/>
    </dgm:pt>
    <dgm:pt modelId="{9AF4FA8A-43E3-4257-8A39-87A5B9D410F1}" type="pres">
      <dgm:prSet presAssocID="{D0555774-A367-4891-92F3-25BACB59FC55}" presName="level3hierChild" presStyleCnt="0"/>
      <dgm:spPr/>
    </dgm:pt>
    <dgm:pt modelId="{89185884-84DA-4CD0-9F8D-D3ED326F9C8A}" type="pres">
      <dgm:prSet presAssocID="{1FA4CF3E-372D-44E4-9FC0-BA38BB306AEE}" presName="conn2-1" presStyleLbl="parChTrans1D2" presStyleIdx="2" presStyleCnt="5"/>
      <dgm:spPr/>
    </dgm:pt>
    <dgm:pt modelId="{20E32689-483C-48D5-9CFD-3227ACEE7116}" type="pres">
      <dgm:prSet presAssocID="{1FA4CF3E-372D-44E4-9FC0-BA38BB306AEE}" presName="connTx" presStyleLbl="parChTrans1D2" presStyleIdx="2" presStyleCnt="5"/>
      <dgm:spPr/>
    </dgm:pt>
    <dgm:pt modelId="{50291A7B-0361-49BE-9414-74801B838E88}" type="pres">
      <dgm:prSet presAssocID="{D3D4D75B-98DA-4C29-AA4A-567F91D2FA97}" presName="root2" presStyleCnt="0"/>
      <dgm:spPr/>
    </dgm:pt>
    <dgm:pt modelId="{C525D633-500B-4EDD-8F14-936BD12F562C}" type="pres">
      <dgm:prSet presAssocID="{D3D4D75B-98DA-4C29-AA4A-567F91D2FA97}" presName="LevelTwoTextNode" presStyleLbl="node2" presStyleIdx="2" presStyleCnt="5" custScaleX="234055">
        <dgm:presLayoutVars>
          <dgm:chPref val="3"/>
        </dgm:presLayoutVars>
      </dgm:prSet>
      <dgm:spPr/>
    </dgm:pt>
    <dgm:pt modelId="{9BB8BEBF-5BD6-45AD-847F-D8DE390BEAD4}" type="pres">
      <dgm:prSet presAssocID="{D3D4D75B-98DA-4C29-AA4A-567F91D2FA97}" presName="level3hierChild" presStyleCnt="0"/>
      <dgm:spPr/>
    </dgm:pt>
    <dgm:pt modelId="{DEC96FCD-A819-4469-A2BD-EE55C6B84837}" type="pres">
      <dgm:prSet presAssocID="{F6A344FF-0657-4195-A926-A236F1D76EAA}" presName="conn2-1" presStyleLbl="parChTrans1D2" presStyleIdx="3" presStyleCnt="5"/>
      <dgm:spPr/>
    </dgm:pt>
    <dgm:pt modelId="{AC2F8FD2-BEFC-4010-A78D-583CD46B7786}" type="pres">
      <dgm:prSet presAssocID="{F6A344FF-0657-4195-A926-A236F1D76EAA}" presName="connTx" presStyleLbl="parChTrans1D2" presStyleIdx="3" presStyleCnt="5"/>
      <dgm:spPr/>
    </dgm:pt>
    <dgm:pt modelId="{E05994FF-5D7C-4AB3-86D2-93517B6568E5}" type="pres">
      <dgm:prSet presAssocID="{F8B7A892-FC8C-4DBD-AB72-8595A4479676}" presName="root2" presStyleCnt="0"/>
      <dgm:spPr/>
    </dgm:pt>
    <dgm:pt modelId="{79219079-88FC-48DB-A364-0C0144AC2D27}" type="pres">
      <dgm:prSet presAssocID="{F8B7A892-FC8C-4DBD-AB72-8595A4479676}" presName="LevelTwoTextNode" presStyleLbl="node2" presStyleIdx="3" presStyleCnt="5" custScaleX="234055">
        <dgm:presLayoutVars>
          <dgm:chPref val="3"/>
        </dgm:presLayoutVars>
      </dgm:prSet>
      <dgm:spPr/>
    </dgm:pt>
    <dgm:pt modelId="{1440A820-4C88-40C8-81D9-E5F7E2E8A9C1}" type="pres">
      <dgm:prSet presAssocID="{F8B7A892-FC8C-4DBD-AB72-8595A4479676}" presName="level3hierChild" presStyleCnt="0"/>
      <dgm:spPr/>
    </dgm:pt>
    <dgm:pt modelId="{AA5AF771-39B3-41E0-81A8-7FFEA4402CBF}" type="pres">
      <dgm:prSet presAssocID="{392D5EF2-2F55-4F70-97B8-F9DAA6BB4353}" presName="conn2-1" presStyleLbl="parChTrans1D2" presStyleIdx="4" presStyleCnt="5"/>
      <dgm:spPr/>
    </dgm:pt>
    <dgm:pt modelId="{83A3358D-9A60-4364-9317-97D1E463B9A6}" type="pres">
      <dgm:prSet presAssocID="{392D5EF2-2F55-4F70-97B8-F9DAA6BB4353}" presName="connTx" presStyleLbl="parChTrans1D2" presStyleIdx="4" presStyleCnt="5"/>
      <dgm:spPr/>
    </dgm:pt>
    <dgm:pt modelId="{0E2181D0-6D5F-4FFD-828F-3DA4441E2E9D}" type="pres">
      <dgm:prSet presAssocID="{4C7DFB61-F4E3-429D-A92E-791265AF771F}" presName="root2" presStyleCnt="0"/>
      <dgm:spPr/>
    </dgm:pt>
    <dgm:pt modelId="{75E130A5-06E6-4FC5-A322-106ACD89E6AA}" type="pres">
      <dgm:prSet presAssocID="{4C7DFB61-F4E3-429D-A92E-791265AF771F}" presName="LevelTwoTextNode" presStyleLbl="node2" presStyleIdx="4" presStyleCnt="5" custScaleX="234055">
        <dgm:presLayoutVars>
          <dgm:chPref val="3"/>
        </dgm:presLayoutVars>
      </dgm:prSet>
      <dgm:spPr/>
    </dgm:pt>
    <dgm:pt modelId="{896E7804-E279-41C2-B980-96EBD2736212}" type="pres">
      <dgm:prSet presAssocID="{4C7DFB61-F4E3-429D-A92E-791265AF771F}" presName="level3hierChild" presStyleCnt="0"/>
      <dgm:spPr/>
    </dgm:pt>
  </dgm:ptLst>
  <dgm:cxnLst>
    <dgm:cxn modelId="{E9FFE710-E444-4942-93CF-B850BAEE162A}" type="presOf" srcId="{852618DC-9799-445F-9D71-CA28F10E6FCE}" destId="{7E16BE04-08C7-447C-8B83-551CBA7F15AA}" srcOrd="1" destOrd="0" presId="urn:microsoft.com/office/officeart/2005/8/layout/hierarchy2"/>
    <dgm:cxn modelId="{EA818314-F046-4DF9-B04F-44E2F46BEBE4}" type="presOf" srcId="{B5608648-EC43-46CB-BBFE-05CD72D02E34}" destId="{5AE5F2FB-A242-4326-8C50-F748DFAB8936}" srcOrd="0" destOrd="0" presId="urn:microsoft.com/office/officeart/2005/8/layout/hierarchy2"/>
    <dgm:cxn modelId="{26D0A717-23D4-47D7-8663-1E6D63A28C41}" type="presOf" srcId="{852618DC-9799-445F-9D71-CA28F10E6FCE}" destId="{D2BD3716-778C-46DB-A1F5-1D3BDCB61F05}" srcOrd="0" destOrd="0" presId="urn:microsoft.com/office/officeart/2005/8/layout/hierarchy2"/>
    <dgm:cxn modelId="{77FD1A27-7090-491D-9930-64AC9994E33C}" type="presOf" srcId="{D3D4D75B-98DA-4C29-AA4A-567F91D2FA97}" destId="{C525D633-500B-4EDD-8F14-936BD12F562C}" srcOrd="0" destOrd="0" presId="urn:microsoft.com/office/officeart/2005/8/layout/hierarchy2"/>
    <dgm:cxn modelId="{8AE3082C-65DE-4024-880E-D59BF0552D7A}" type="presOf" srcId="{F8B7A892-FC8C-4DBD-AB72-8595A4479676}" destId="{79219079-88FC-48DB-A364-0C0144AC2D27}" srcOrd="0" destOrd="0" presId="urn:microsoft.com/office/officeart/2005/8/layout/hierarchy2"/>
    <dgm:cxn modelId="{F012792E-928B-4926-B370-82863A7F98B2}" srcId="{7D51F003-236C-4022-AC3F-90EFB3ABECC2}" destId="{D9EE96E7-C7E2-4C8D-9260-ECB56A7D5ABB}" srcOrd="0" destOrd="0" parTransId="{852618DC-9799-445F-9D71-CA28F10E6FCE}" sibTransId="{C951A1AE-6F14-4CC0-B3CC-6F96B29B46F2}"/>
    <dgm:cxn modelId="{41F37A33-907E-41C9-BACD-52C85853117B}" srcId="{7D51F003-236C-4022-AC3F-90EFB3ABECC2}" destId="{F8B7A892-FC8C-4DBD-AB72-8595A4479676}" srcOrd="3" destOrd="0" parTransId="{F6A344FF-0657-4195-A926-A236F1D76EAA}" sibTransId="{C42EAD9F-C4E2-4FAB-9ED0-1DCF7BCF4726}"/>
    <dgm:cxn modelId="{0D6BF134-451E-4715-8B93-87F62D516405}" srcId="{7D51F003-236C-4022-AC3F-90EFB3ABECC2}" destId="{D0555774-A367-4891-92F3-25BACB59FC55}" srcOrd="1" destOrd="0" parTransId="{01690521-70C8-4014-AEFE-AA16387DBB92}" sibTransId="{2332B518-B407-4858-B3B5-37C75403793C}"/>
    <dgm:cxn modelId="{E8C6A138-4753-4DDF-AF5B-363C92940DA0}" type="presOf" srcId="{F6A344FF-0657-4195-A926-A236F1D76EAA}" destId="{AC2F8FD2-BEFC-4010-A78D-583CD46B7786}" srcOrd="1" destOrd="0" presId="urn:microsoft.com/office/officeart/2005/8/layout/hierarchy2"/>
    <dgm:cxn modelId="{00C64E41-DAED-4630-9238-5FA8622A2110}" type="presOf" srcId="{392D5EF2-2F55-4F70-97B8-F9DAA6BB4353}" destId="{AA5AF771-39B3-41E0-81A8-7FFEA4402CBF}" srcOrd="0" destOrd="0" presId="urn:microsoft.com/office/officeart/2005/8/layout/hierarchy2"/>
    <dgm:cxn modelId="{1500BB42-33A3-46FC-B8A0-EEC0A0755DB6}" type="presOf" srcId="{01690521-70C8-4014-AEFE-AA16387DBB92}" destId="{B88A9C5F-99C3-4B4E-8BF3-AB587B3757D5}" srcOrd="1" destOrd="0" presId="urn:microsoft.com/office/officeart/2005/8/layout/hierarchy2"/>
    <dgm:cxn modelId="{26642068-E91D-4521-A057-D82AB742BDD1}" srcId="{B5608648-EC43-46CB-BBFE-05CD72D02E34}" destId="{7D51F003-236C-4022-AC3F-90EFB3ABECC2}" srcOrd="0" destOrd="0" parTransId="{557FC7BF-815F-45CD-80F4-423307C8416E}" sibTransId="{694B7330-FE19-40AD-9E02-ACC9581E0C46}"/>
    <dgm:cxn modelId="{A24FF44B-6D24-4691-8A9C-F19AC3043499}" type="presOf" srcId="{392D5EF2-2F55-4F70-97B8-F9DAA6BB4353}" destId="{83A3358D-9A60-4364-9317-97D1E463B9A6}" srcOrd="1" destOrd="0" presId="urn:microsoft.com/office/officeart/2005/8/layout/hierarchy2"/>
    <dgm:cxn modelId="{163EE34D-838C-4698-9EA5-A0F7EA9D9199}" srcId="{7D51F003-236C-4022-AC3F-90EFB3ABECC2}" destId="{D3D4D75B-98DA-4C29-AA4A-567F91D2FA97}" srcOrd="2" destOrd="0" parTransId="{1FA4CF3E-372D-44E4-9FC0-BA38BB306AEE}" sibTransId="{4C2660FC-2F99-4167-BD82-A7E6F6EF087E}"/>
    <dgm:cxn modelId="{191DA087-A8BF-4CB1-BCA4-0F2783A3843B}" srcId="{7D51F003-236C-4022-AC3F-90EFB3ABECC2}" destId="{4C7DFB61-F4E3-429D-A92E-791265AF771F}" srcOrd="4" destOrd="0" parTransId="{392D5EF2-2F55-4F70-97B8-F9DAA6BB4353}" sibTransId="{A39562D4-7619-433E-80C1-7DDC597FEB70}"/>
    <dgm:cxn modelId="{B3896B88-B5CA-4CE7-A630-232C4107FA7E}" type="presOf" srcId="{F6A344FF-0657-4195-A926-A236F1D76EAA}" destId="{DEC96FCD-A819-4469-A2BD-EE55C6B84837}" srcOrd="0" destOrd="0" presId="urn:microsoft.com/office/officeart/2005/8/layout/hierarchy2"/>
    <dgm:cxn modelId="{554675B0-C4E0-44A9-BF62-917AEA84DC78}" type="presOf" srcId="{01690521-70C8-4014-AEFE-AA16387DBB92}" destId="{4A16EF98-6287-4731-82DC-E08069D2896E}" srcOrd="0" destOrd="0" presId="urn:microsoft.com/office/officeart/2005/8/layout/hierarchy2"/>
    <dgm:cxn modelId="{C1D069B5-9758-490E-8147-291C6DEE6A35}" type="presOf" srcId="{D9EE96E7-C7E2-4C8D-9260-ECB56A7D5ABB}" destId="{62D2AFE5-8D4F-42EF-A085-BEF9005595EC}" srcOrd="0" destOrd="0" presId="urn:microsoft.com/office/officeart/2005/8/layout/hierarchy2"/>
    <dgm:cxn modelId="{59D7B1BD-B5CB-4076-8B84-3D4C3019195A}" type="presOf" srcId="{4C7DFB61-F4E3-429D-A92E-791265AF771F}" destId="{75E130A5-06E6-4FC5-A322-106ACD89E6AA}" srcOrd="0" destOrd="0" presId="urn:microsoft.com/office/officeart/2005/8/layout/hierarchy2"/>
    <dgm:cxn modelId="{A04703DA-BB3D-4FCB-A7F2-371B2523EE9C}" type="presOf" srcId="{1FA4CF3E-372D-44E4-9FC0-BA38BB306AEE}" destId="{20E32689-483C-48D5-9CFD-3227ACEE7116}" srcOrd="1" destOrd="0" presId="urn:microsoft.com/office/officeart/2005/8/layout/hierarchy2"/>
    <dgm:cxn modelId="{3771F3E4-BD7B-4E9C-BF3E-5D0A5DB4B284}" type="presOf" srcId="{1FA4CF3E-372D-44E4-9FC0-BA38BB306AEE}" destId="{89185884-84DA-4CD0-9F8D-D3ED326F9C8A}" srcOrd="0" destOrd="0" presId="urn:microsoft.com/office/officeart/2005/8/layout/hierarchy2"/>
    <dgm:cxn modelId="{F9754BF4-9EB1-4945-970D-F77EB7780C04}" type="presOf" srcId="{D0555774-A367-4891-92F3-25BACB59FC55}" destId="{6815F9DF-F236-4AEB-B1BD-3EB0F938B97F}" srcOrd="0" destOrd="0" presId="urn:microsoft.com/office/officeart/2005/8/layout/hierarchy2"/>
    <dgm:cxn modelId="{B63920FF-0828-42CD-BE2F-D1FAFC1FFA75}" type="presOf" srcId="{7D51F003-236C-4022-AC3F-90EFB3ABECC2}" destId="{6CCDCD5E-0ECA-4B3A-B95F-8EC1D4DF23B2}" srcOrd="0" destOrd="0" presId="urn:microsoft.com/office/officeart/2005/8/layout/hierarchy2"/>
    <dgm:cxn modelId="{0525D294-B00E-4DF4-9A51-38267C32317F}" type="presParOf" srcId="{5AE5F2FB-A242-4326-8C50-F748DFAB8936}" destId="{4FD1F6C8-238A-4B67-B779-E3CF2A5ADB34}" srcOrd="0" destOrd="0" presId="urn:microsoft.com/office/officeart/2005/8/layout/hierarchy2"/>
    <dgm:cxn modelId="{CB95AA06-1DC3-48C9-8A06-1044E08C97BC}" type="presParOf" srcId="{4FD1F6C8-238A-4B67-B779-E3CF2A5ADB34}" destId="{6CCDCD5E-0ECA-4B3A-B95F-8EC1D4DF23B2}" srcOrd="0" destOrd="0" presId="urn:microsoft.com/office/officeart/2005/8/layout/hierarchy2"/>
    <dgm:cxn modelId="{B77117DF-FB8B-4EDE-9D40-7B2B084F9AE7}" type="presParOf" srcId="{4FD1F6C8-238A-4B67-B779-E3CF2A5ADB34}" destId="{2C599A7A-3363-4123-BEE1-42D2F71A97A0}" srcOrd="1" destOrd="0" presId="urn:microsoft.com/office/officeart/2005/8/layout/hierarchy2"/>
    <dgm:cxn modelId="{67A0162B-847B-4960-8216-5467D53502FF}" type="presParOf" srcId="{2C599A7A-3363-4123-BEE1-42D2F71A97A0}" destId="{D2BD3716-778C-46DB-A1F5-1D3BDCB61F05}" srcOrd="0" destOrd="0" presId="urn:microsoft.com/office/officeart/2005/8/layout/hierarchy2"/>
    <dgm:cxn modelId="{7DC8B946-BC29-41B7-AC5F-5208EC383779}" type="presParOf" srcId="{D2BD3716-778C-46DB-A1F5-1D3BDCB61F05}" destId="{7E16BE04-08C7-447C-8B83-551CBA7F15AA}" srcOrd="0" destOrd="0" presId="urn:microsoft.com/office/officeart/2005/8/layout/hierarchy2"/>
    <dgm:cxn modelId="{B9CE001C-5F36-4DF4-9C5C-2B28FC035DBB}" type="presParOf" srcId="{2C599A7A-3363-4123-BEE1-42D2F71A97A0}" destId="{73CBB6A2-9EAD-49FD-867D-158FCC7E0D16}" srcOrd="1" destOrd="0" presId="urn:microsoft.com/office/officeart/2005/8/layout/hierarchy2"/>
    <dgm:cxn modelId="{95C59462-1675-45AF-9E2C-6976A55B6877}" type="presParOf" srcId="{73CBB6A2-9EAD-49FD-867D-158FCC7E0D16}" destId="{62D2AFE5-8D4F-42EF-A085-BEF9005595EC}" srcOrd="0" destOrd="0" presId="urn:microsoft.com/office/officeart/2005/8/layout/hierarchy2"/>
    <dgm:cxn modelId="{EB13108D-0F0C-4964-A270-965B4F3AFDF1}" type="presParOf" srcId="{73CBB6A2-9EAD-49FD-867D-158FCC7E0D16}" destId="{D86798D8-63AF-4CF0-9ADD-878C9A982978}" srcOrd="1" destOrd="0" presId="urn:microsoft.com/office/officeart/2005/8/layout/hierarchy2"/>
    <dgm:cxn modelId="{8DABEA1C-7811-411F-9B8B-AD0915A6FF7F}" type="presParOf" srcId="{2C599A7A-3363-4123-BEE1-42D2F71A97A0}" destId="{4A16EF98-6287-4731-82DC-E08069D2896E}" srcOrd="2" destOrd="0" presId="urn:microsoft.com/office/officeart/2005/8/layout/hierarchy2"/>
    <dgm:cxn modelId="{E2221101-9A4C-4BFA-9559-9187351F6E8D}" type="presParOf" srcId="{4A16EF98-6287-4731-82DC-E08069D2896E}" destId="{B88A9C5F-99C3-4B4E-8BF3-AB587B3757D5}" srcOrd="0" destOrd="0" presId="urn:microsoft.com/office/officeart/2005/8/layout/hierarchy2"/>
    <dgm:cxn modelId="{1BF09137-F8A2-4FE1-B1CB-DE42805FD046}" type="presParOf" srcId="{2C599A7A-3363-4123-BEE1-42D2F71A97A0}" destId="{9805F210-14D4-469C-B5A3-C5FDD40F729C}" srcOrd="3" destOrd="0" presId="urn:microsoft.com/office/officeart/2005/8/layout/hierarchy2"/>
    <dgm:cxn modelId="{E73C338B-1506-45B1-9978-1254CF292DD1}" type="presParOf" srcId="{9805F210-14D4-469C-B5A3-C5FDD40F729C}" destId="{6815F9DF-F236-4AEB-B1BD-3EB0F938B97F}" srcOrd="0" destOrd="0" presId="urn:microsoft.com/office/officeart/2005/8/layout/hierarchy2"/>
    <dgm:cxn modelId="{E24D7288-4A67-4C0E-B524-F817BF6239E4}" type="presParOf" srcId="{9805F210-14D4-469C-B5A3-C5FDD40F729C}" destId="{9AF4FA8A-43E3-4257-8A39-87A5B9D410F1}" srcOrd="1" destOrd="0" presId="urn:microsoft.com/office/officeart/2005/8/layout/hierarchy2"/>
    <dgm:cxn modelId="{B482ECE7-296D-4AA8-A25A-1385B9A8E919}" type="presParOf" srcId="{2C599A7A-3363-4123-BEE1-42D2F71A97A0}" destId="{89185884-84DA-4CD0-9F8D-D3ED326F9C8A}" srcOrd="4" destOrd="0" presId="urn:microsoft.com/office/officeart/2005/8/layout/hierarchy2"/>
    <dgm:cxn modelId="{1EA26D89-8D5A-4FAA-849E-EE9CCC5AAAC2}" type="presParOf" srcId="{89185884-84DA-4CD0-9F8D-D3ED326F9C8A}" destId="{20E32689-483C-48D5-9CFD-3227ACEE7116}" srcOrd="0" destOrd="0" presId="urn:microsoft.com/office/officeart/2005/8/layout/hierarchy2"/>
    <dgm:cxn modelId="{22BAD6A7-B608-4042-934D-56A041433650}" type="presParOf" srcId="{2C599A7A-3363-4123-BEE1-42D2F71A97A0}" destId="{50291A7B-0361-49BE-9414-74801B838E88}" srcOrd="5" destOrd="0" presId="urn:microsoft.com/office/officeart/2005/8/layout/hierarchy2"/>
    <dgm:cxn modelId="{5655E409-920A-4EF4-B644-D5F73459FE49}" type="presParOf" srcId="{50291A7B-0361-49BE-9414-74801B838E88}" destId="{C525D633-500B-4EDD-8F14-936BD12F562C}" srcOrd="0" destOrd="0" presId="urn:microsoft.com/office/officeart/2005/8/layout/hierarchy2"/>
    <dgm:cxn modelId="{A5636C4A-73EA-49DD-9957-24A24C255C13}" type="presParOf" srcId="{50291A7B-0361-49BE-9414-74801B838E88}" destId="{9BB8BEBF-5BD6-45AD-847F-D8DE390BEAD4}" srcOrd="1" destOrd="0" presId="urn:microsoft.com/office/officeart/2005/8/layout/hierarchy2"/>
    <dgm:cxn modelId="{F9853135-5668-47A4-BF16-08259B517310}" type="presParOf" srcId="{2C599A7A-3363-4123-BEE1-42D2F71A97A0}" destId="{DEC96FCD-A819-4469-A2BD-EE55C6B84837}" srcOrd="6" destOrd="0" presId="urn:microsoft.com/office/officeart/2005/8/layout/hierarchy2"/>
    <dgm:cxn modelId="{490EBBB5-478E-4CE2-983B-1A69271DD02B}" type="presParOf" srcId="{DEC96FCD-A819-4469-A2BD-EE55C6B84837}" destId="{AC2F8FD2-BEFC-4010-A78D-583CD46B7786}" srcOrd="0" destOrd="0" presId="urn:microsoft.com/office/officeart/2005/8/layout/hierarchy2"/>
    <dgm:cxn modelId="{95383A56-0464-4D4D-914F-4AEF122E50E9}" type="presParOf" srcId="{2C599A7A-3363-4123-BEE1-42D2F71A97A0}" destId="{E05994FF-5D7C-4AB3-86D2-93517B6568E5}" srcOrd="7" destOrd="0" presId="urn:microsoft.com/office/officeart/2005/8/layout/hierarchy2"/>
    <dgm:cxn modelId="{706D2294-E832-47A4-99B1-D166E2FCA630}" type="presParOf" srcId="{E05994FF-5D7C-4AB3-86D2-93517B6568E5}" destId="{79219079-88FC-48DB-A364-0C0144AC2D27}" srcOrd="0" destOrd="0" presId="urn:microsoft.com/office/officeart/2005/8/layout/hierarchy2"/>
    <dgm:cxn modelId="{53BF3BA0-F32F-4ED0-883E-90238C2A67C7}" type="presParOf" srcId="{E05994FF-5D7C-4AB3-86D2-93517B6568E5}" destId="{1440A820-4C88-40C8-81D9-E5F7E2E8A9C1}" srcOrd="1" destOrd="0" presId="urn:microsoft.com/office/officeart/2005/8/layout/hierarchy2"/>
    <dgm:cxn modelId="{E0CCC020-8194-47E1-823A-035CB96B5CD9}" type="presParOf" srcId="{2C599A7A-3363-4123-BEE1-42D2F71A97A0}" destId="{AA5AF771-39B3-41E0-81A8-7FFEA4402CBF}" srcOrd="8" destOrd="0" presId="urn:microsoft.com/office/officeart/2005/8/layout/hierarchy2"/>
    <dgm:cxn modelId="{AA4FF4A6-C2B5-4AEB-9EDC-BB6E8F14EBD7}" type="presParOf" srcId="{AA5AF771-39B3-41E0-81A8-7FFEA4402CBF}" destId="{83A3358D-9A60-4364-9317-97D1E463B9A6}" srcOrd="0" destOrd="0" presId="urn:microsoft.com/office/officeart/2005/8/layout/hierarchy2"/>
    <dgm:cxn modelId="{A227E602-FDE2-4EAB-9978-DD26604E756A}" type="presParOf" srcId="{2C599A7A-3363-4123-BEE1-42D2F71A97A0}" destId="{0E2181D0-6D5F-4FFD-828F-3DA4441E2E9D}" srcOrd="9" destOrd="0" presId="urn:microsoft.com/office/officeart/2005/8/layout/hierarchy2"/>
    <dgm:cxn modelId="{E28DAACD-5BB7-4996-B2FE-126D39EB79B4}" type="presParOf" srcId="{0E2181D0-6D5F-4FFD-828F-3DA4441E2E9D}" destId="{75E130A5-06E6-4FC5-A322-106ACD89E6AA}" srcOrd="0" destOrd="0" presId="urn:microsoft.com/office/officeart/2005/8/layout/hierarchy2"/>
    <dgm:cxn modelId="{4D22F9BA-2A6B-4053-B181-0293B028B005}" type="presParOf" srcId="{0E2181D0-6D5F-4FFD-828F-3DA4441E2E9D}" destId="{896E7804-E279-41C2-B980-96EBD27362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B5608648-EC43-46CB-BBFE-05CD72D02E34}" type="doc">
      <dgm:prSet loTypeId="urn:microsoft.com/office/officeart/2005/8/layout/hierarchy2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51F003-236C-4022-AC3F-90EFB3ABECC2}">
      <dgm:prSet phldrT="[Text]"/>
      <dgm:spPr/>
      <dgm:t>
        <a:bodyPr/>
        <a:lstStyle/>
        <a:p>
          <a:r>
            <a:rPr lang="en-US" dirty="0"/>
            <a:t>Diffusion Based Image Restoration</a:t>
          </a:r>
        </a:p>
      </dgm:t>
    </dgm:pt>
    <dgm:pt modelId="{557FC7BF-815F-45CD-80F4-423307C8416E}" type="parTrans" cxnId="{26642068-E91D-4521-A057-D82AB742BDD1}">
      <dgm:prSet/>
      <dgm:spPr/>
      <dgm:t>
        <a:bodyPr/>
        <a:lstStyle/>
        <a:p>
          <a:endParaRPr lang="en-US"/>
        </a:p>
      </dgm:t>
    </dgm:pt>
    <dgm:pt modelId="{694B7330-FE19-40AD-9E02-ACC9581E0C46}" type="sibTrans" cxnId="{26642068-E91D-4521-A057-D82AB742BDD1}">
      <dgm:prSet/>
      <dgm:spPr/>
      <dgm:t>
        <a:bodyPr/>
        <a:lstStyle/>
        <a:p>
          <a:endParaRPr lang="en-US"/>
        </a:p>
      </dgm:t>
    </dgm:pt>
    <dgm:pt modelId="{D9EE96E7-C7E2-4C8D-9260-ECB56A7D5ABB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Conditional Mechanisms</a:t>
          </a:r>
        </a:p>
      </dgm:t>
    </dgm:pt>
    <dgm:pt modelId="{852618DC-9799-445F-9D71-CA28F10E6FCE}" type="parTrans" cxnId="{F012792E-928B-4926-B370-82863A7F98B2}">
      <dgm:prSet/>
      <dgm:spPr/>
      <dgm:t>
        <a:bodyPr/>
        <a:lstStyle/>
        <a:p>
          <a:endParaRPr lang="en-US"/>
        </a:p>
      </dgm:t>
    </dgm:pt>
    <dgm:pt modelId="{C951A1AE-6F14-4CC0-B3CC-6F96B29B46F2}" type="sibTrans" cxnId="{F012792E-928B-4926-B370-82863A7F98B2}">
      <dgm:prSet/>
      <dgm:spPr/>
      <dgm:t>
        <a:bodyPr/>
        <a:lstStyle/>
        <a:p>
          <a:endParaRPr lang="en-US"/>
        </a:p>
      </dgm:t>
    </dgm:pt>
    <dgm:pt modelId="{D0555774-A367-4891-92F3-25BACB59FC55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Zero-shot</a:t>
          </a:r>
        </a:p>
      </dgm:t>
    </dgm:pt>
    <dgm:pt modelId="{01690521-70C8-4014-AEFE-AA16387DBB92}" type="parTrans" cxnId="{0D6BF134-451E-4715-8B93-87F62D516405}">
      <dgm:prSet/>
      <dgm:spPr/>
      <dgm:t>
        <a:bodyPr/>
        <a:lstStyle/>
        <a:p>
          <a:endParaRPr lang="en-US"/>
        </a:p>
      </dgm:t>
    </dgm:pt>
    <dgm:pt modelId="{2332B518-B407-4858-B3B5-37C75403793C}" type="sibTrans" cxnId="{0D6BF134-451E-4715-8B93-87F62D516405}">
      <dgm:prSet/>
      <dgm:spPr/>
      <dgm:t>
        <a:bodyPr/>
        <a:lstStyle/>
        <a:p>
          <a:endParaRPr lang="en-US"/>
        </a:p>
      </dgm:t>
    </dgm:pt>
    <dgm:pt modelId="{D3D4D75B-98DA-4C29-AA4A-567F91D2FA97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Guidance Mechanisms</a:t>
          </a:r>
        </a:p>
      </dgm:t>
    </dgm:pt>
    <dgm:pt modelId="{1FA4CF3E-372D-44E4-9FC0-BA38BB306AEE}" type="parTrans" cxnId="{163EE34D-838C-4698-9EA5-A0F7EA9D9199}">
      <dgm:prSet/>
      <dgm:spPr/>
      <dgm:t>
        <a:bodyPr/>
        <a:lstStyle/>
        <a:p>
          <a:endParaRPr lang="en-US"/>
        </a:p>
      </dgm:t>
    </dgm:pt>
    <dgm:pt modelId="{4C2660FC-2F99-4167-BD82-A7E6F6EF087E}" type="sibTrans" cxnId="{163EE34D-838C-4698-9EA5-A0F7EA9D9199}">
      <dgm:prSet/>
      <dgm:spPr/>
      <dgm:t>
        <a:bodyPr/>
        <a:lstStyle/>
        <a:p>
          <a:endParaRPr lang="en-US"/>
        </a:p>
      </dgm:t>
    </dgm:pt>
    <dgm:pt modelId="{F8B7A892-FC8C-4DBD-AB72-8595A4479676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Latent Diffusion Models</a:t>
          </a:r>
        </a:p>
      </dgm:t>
    </dgm:pt>
    <dgm:pt modelId="{F6A344FF-0657-4195-A926-A236F1D76EAA}" type="parTrans" cxnId="{41F37A33-907E-41C9-BACD-52C85853117B}">
      <dgm:prSet/>
      <dgm:spPr/>
      <dgm:t>
        <a:bodyPr/>
        <a:lstStyle/>
        <a:p>
          <a:endParaRPr lang="en-US"/>
        </a:p>
      </dgm:t>
    </dgm:pt>
    <dgm:pt modelId="{C42EAD9F-C4E2-4FAB-9ED0-1DCF7BCF4726}" type="sibTrans" cxnId="{41F37A33-907E-41C9-BACD-52C85853117B}">
      <dgm:prSet/>
      <dgm:spPr/>
      <dgm:t>
        <a:bodyPr/>
        <a:lstStyle/>
        <a:p>
          <a:endParaRPr lang="en-US"/>
        </a:p>
      </dgm:t>
    </dgm:pt>
    <dgm:pt modelId="{4C7DFB61-F4E3-429D-A92E-791265AF771F}">
      <dgm:prSet phldrT="[Text]"/>
      <dgm:spPr>
        <a:solidFill>
          <a:schemeClr val="accent2"/>
        </a:solidFill>
      </dgm:spPr>
      <dgm:t>
        <a:bodyPr/>
        <a:lstStyle/>
        <a:p>
          <a:r>
            <a:rPr lang="en-US" dirty="0"/>
            <a:t>Hybrid Methods</a:t>
          </a:r>
        </a:p>
      </dgm:t>
    </dgm:pt>
    <dgm:pt modelId="{392D5EF2-2F55-4F70-97B8-F9DAA6BB4353}" type="parTrans" cxnId="{191DA087-A8BF-4CB1-BCA4-0F2783A3843B}">
      <dgm:prSet/>
      <dgm:spPr/>
      <dgm:t>
        <a:bodyPr/>
        <a:lstStyle/>
        <a:p>
          <a:endParaRPr lang="en-US"/>
        </a:p>
      </dgm:t>
    </dgm:pt>
    <dgm:pt modelId="{A39562D4-7619-433E-80C1-7DDC597FEB70}" type="sibTrans" cxnId="{191DA087-A8BF-4CB1-BCA4-0F2783A3843B}">
      <dgm:prSet/>
      <dgm:spPr/>
      <dgm:t>
        <a:bodyPr/>
        <a:lstStyle/>
        <a:p>
          <a:endParaRPr lang="en-US"/>
        </a:p>
      </dgm:t>
    </dgm:pt>
    <dgm:pt modelId="{5AE5F2FB-A242-4326-8C50-F748DFAB8936}" type="pres">
      <dgm:prSet presAssocID="{B5608648-EC43-46CB-BBFE-05CD72D02E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4FD1F6C8-238A-4B67-B779-E3CF2A5ADB34}" type="pres">
      <dgm:prSet presAssocID="{7D51F003-236C-4022-AC3F-90EFB3ABECC2}" presName="root1" presStyleCnt="0"/>
      <dgm:spPr/>
    </dgm:pt>
    <dgm:pt modelId="{6CCDCD5E-0ECA-4B3A-B95F-8EC1D4DF23B2}" type="pres">
      <dgm:prSet presAssocID="{7D51F003-236C-4022-AC3F-90EFB3ABECC2}" presName="LevelOneTextNode" presStyleLbl="node0" presStyleIdx="0" presStyleCnt="1" custScaleX="251249">
        <dgm:presLayoutVars>
          <dgm:chPref val="3"/>
        </dgm:presLayoutVars>
      </dgm:prSet>
      <dgm:spPr/>
    </dgm:pt>
    <dgm:pt modelId="{2C599A7A-3363-4123-BEE1-42D2F71A97A0}" type="pres">
      <dgm:prSet presAssocID="{7D51F003-236C-4022-AC3F-90EFB3ABECC2}" presName="level2hierChild" presStyleCnt="0"/>
      <dgm:spPr/>
    </dgm:pt>
    <dgm:pt modelId="{D2BD3716-778C-46DB-A1F5-1D3BDCB61F05}" type="pres">
      <dgm:prSet presAssocID="{852618DC-9799-445F-9D71-CA28F10E6FCE}" presName="conn2-1" presStyleLbl="parChTrans1D2" presStyleIdx="0" presStyleCnt="5"/>
      <dgm:spPr/>
    </dgm:pt>
    <dgm:pt modelId="{7E16BE04-08C7-447C-8B83-551CBA7F15AA}" type="pres">
      <dgm:prSet presAssocID="{852618DC-9799-445F-9D71-CA28F10E6FCE}" presName="connTx" presStyleLbl="parChTrans1D2" presStyleIdx="0" presStyleCnt="5"/>
      <dgm:spPr/>
    </dgm:pt>
    <dgm:pt modelId="{73CBB6A2-9EAD-49FD-867D-158FCC7E0D16}" type="pres">
      <dgm:prSet presAssocID="{D9EE96E7-C7E2-4C8D-9260-ECB56A7D5ABB}" presName="root2" presStyleCnt="0"/>
      <dgm:spPr/>
    </dgm:pt>
    <dgm:pt modelId="{62D2AFE5-8D4F-42EF-A085-BEF9005595EC}" type="pres">
      <dgm:prSet presAssocID="{D9EE96E7-C7E2-4C8D-9260-ECB56A7D5ABB}" presName="LevelTwoTextNode" presStyleLbl="node2" presStyleIdx="0" presStyleCnt="5" custScaleX="234055">
        <dgm:presLayoutVars>
          <dgm:chPref val="3"/>
        </dgm:presLayoutVars>
      </dgm:prSet>
      <dgm:spPr/>
    </dgm:pt>
    <dgm:pt modelId="{D86798D8-63AF-4CF0-9ADD-878C9A982978}" type="pres">
      <dgm:prSet presAssocID="{D9EE96E7-C7E2-4C8D-9260-ECB56A7D5ABB}" presName="level3hierChild" presStyleCnt="0"/>
      <dgm:spPr/>
    </dgm:pt>
    <dgm:pt modelId="{4A16EF98-6287-4731-82DC-E08069D2896E}" type="pres">
      <dgm:prSet presAssocID="{01690521-70C8-4014-AEFE-AA16387DBB92}" presName="conn2-1" presStyleLbl="parChTrans1D2" presStyleIdx="1" presStyleCnt="5"/>
      <dgm:spPr/>
    </dgm:pt>
    <dgm:pt modelId="{B88A9C5F-99C3-4B4E-8BF3-AB587B3757D5}" type="pres">
      <dgm:prSet presAssocID="{01690521-70C8-4014-AEFE-AA16387DBB92}" presName="connTx" presStyleLbl="parChTrans1D2" presStyleIdx="1" presStyleCnt="5"/>
      <dgm:spPr/>
    </dgm:pt>
    <dgm:pt modelId="{9805F210-14D4-469C-B5A3-C5FDD40F729C}" type="pres">
      <dgm:prSet presAssocID="{D0555774-A367-4891-92F3-25BACB59FC55}" presName="root2" presStyleCnt="0"/>
      <dgm:spPr/>
    </dgm:pt>
    <dgm:pt modelId="{6815F9DF-F236-4AEB-B1BD-3EB0F938B97F}" type="pres">
      <dgm:prSet presAssocID="{D0555774-A367-4891-92F3-25BACB59FC55}" presName="LevelTwoTextNode" presStyleLbl="node2" presStyleIdx="1" presStyleCnt="5" custScaleX="234055">
        <dgm:presLayoutVars>
          <dgm:chPref val="3"/>
        </dgm:presLayoutVars>
      </dgm:prSet>
      <dgm:spPr/>
    </dgm:pt>
    <dgm:pt modelId="{9AF4FA8A-43E3-4257-8A39-87A5B9D410F1}" type="pres">
      <dgm:prSet presAssocID="{D0555774-A367-4891-92F3-25BACB59FC55}" presName="level3hierChild" presStyleCnt="0"/>
      <dgm:spPr/>
    </dgm:pt>
    <dgm:pt modelId="{89185884-84DA-4CD0-9F8D-D3ED326F9C8A}" type="pres">
      <dgm:prSet presAssocID="{1FA4CF3E-372D-44E4-9FC0-BA38BB306AEE}" presName="conn2-1" presStyleLbl="parChTrans1D2" presStyleIdx="2" presStyleCnt="5"/>
      <dgm:spPr/>
    </dgm:pt>
    <dgm:pt modelId="{20E32689-483C-48D5-9CFD-3227ACEE7116}" type="pres">
      <dgm:prSet presAssocID="{1FA4CF3E-372D-44E4-9FC0-BA38BB306AEE}" presName="connTx" presStyleLbl="parChTrans1D2" presStyleIdx="2" presStyleCnt="5"/>
      <dgm:spPr/>
    </dgm:pt>
    <dgm:pt modelId="{50291A7B-0361-49BE-9414-74801B838E88}" type="pres">
      <dgm:prSet presAssocID="{D3D4D75B-98DA-4C29-AA4A-567F91D2FA97}" presName="root2" presStyleCnt="0"/>
      <dgm:spPr/>
    </dgm:pt>
    <dgm:pt modelId="{C525D633-500B-4EDD-8F14-936BD12F562C}" type="pres">
      <dgm:prSet presAssocID="{D3D4D75B-98DA-4C29-AA4A-567F91D2FA97}" presName="LevelTwoTextNode" presStyleLbl="node2" presStyleIdx="2" presStyleCnt="5" custScaleX="234055">
        <dgm:presLayoutVars>
          <dgm:chPref val="3"/>
        </dgm:presLayoutVars>
      </dgm:prSet>
      <dgm:spPr/>
    </dgm:pt>
    <dgm:pt modelId="{9BB8BEBF-5BD6-45AD-847F-D8DE390BEAD4}" type="pres">
      <dgm:prSet presAssocID="{D3D4D75B-98DA-4C29-AA4A-567F91D2FA97}" presName="level3hierChild" presStyleCnt="0"/>
      <dgm:spPr/>
    </dgm:pt>
    <dgm:pt modelId="{DEC96FCD-A819-4469-A2BD-EE55C6B84837}" type="pres">
      <dgm:prSet presAssocID="{F6A344FF-0657-4195-A926-A236F1D76EAA}" presName="conn2-1" presStyleLbl="parChTrans1D2" presStyleIdx="3" presStyleCnt="5"/>
      <dgm:spPr/>
    </dgm:pt>
    <dgm:pt modelId="{AC2F8FD2-BEFC-4010-A78D-583CD46B7786}" type="pres">
      <dgm:prSet presAssocID="{F6A344FF-0657-4195-A926-A236F1D76EAA}" presName="connTx" presStyleLbl="parChTrans1D2" presStyleIdx="3" presStyleCnt="5"/>
      <dgm:spPr/>
    </dgm:pt>
    <dgm:pt modelId="{E05994FF-5D7C-4AB3-86D2-93517B6568E5}" type="pres">
      <dgm:prSet presAssocID="{F8B7A892-FC8C-4DBD-AB72-8595A4479676}" presName="root2" presStyleCnt="0"/>
      <dgm:spPr/>
    </dgm:pt>
    <dgm:pt modelId="{79219079-88FC-48DB-A364-0C0144AC2D27}" type="pres">
      <dgm:prSet presAssocID="{F8B7A892-FC8C-4DBD-AB72-8595A4479676}" presName="LevelTwoTextNode" presStyleLbl="node2" presStyleIdx="3" presStyleCnt="5" custScaleX="234055">
        <dgm:presLayoutVars>
          <dgm:chPref val="3"/>
        </dgm:presLayoutVars>
      </dgm:prSet>
      <dgm:spPr/>
    </dgm:pt>
    <dgm:pt modelId="{1440A820-4C88-40C8-81D9-E5F7E2E8A9C1}" type="pres">
      <dgm:prSet presAssocID="{F8B7A892-FC8C-4DBD-AB72-8595A4479676}" presName="level3hierChild" presStyleCnt="0"/>
      <dgm:spPr/>
    </dgm:pt>
    <dgm:pt modelId="{AA5AF771-39B3-41E0-81A8-7FFEA4402CBF}" type="pres">
      <dgm:prSet presAssocID="{392D5EF2-2F55-4F70-97B8-F9DAA6BB4353}" presName="conn2-1" presStyleLbl="parChTrans1D2" presStyleIdx="4" presStyleCnt="5"/>
      <dgm:spPr/>
    </dgm:pt>
    <dgm:pt modelId="{83A3358D-9A60-4364-9317-97D1E463B9A6}" type="pres">
      <dgm:prSet presAssocID="{392D5EF2-2F55-4F70-97B8-F9DAA6BB4353}" presName="connTx" presStyleLbl="parChTrans1D2" presStyleIdx="4" presStyleCnt="5"/>
      <dgm:spPr/>
    </dgm:pt>
    <dgm:pt modelId="{0E2181D0-6D5F-4FFD-828F-3DA4441E2E9D}" type="pres">
      <dgm:prSet presAssocID="{4C7DFB61-F4E3-429D-A92E-791265AF771F}" presName="root2" presStyleCnt="0"/>
      <dgm:spPr/>
    </dgm:pt>
    <dgm:pt modelId="{75E130A5-06E6-4FC5-A322-106ACD89E6AA}" type="pres">
      <dgm:prSet presAssocID="{4C7DFB61-F4E3-429D-A92E-791265AF771F}" presName="LevelTwoTextNode" presStyleLbl="node2" presStyleIdx="4" presStyleCnt="5" custScaleX="234055">
        <dgm:presLayoutVars>
          <dgm:chPref val="3"/>
        </dgm:presLayoutVars>
      </dgm:prSet>
      <dgm:spPr/>
    </dgm:pt>
    <dgm:pt modelId="{896E7804-E279-41C2-B980-96EBD2736212}" type="pres">
      <dgm:prSet presAssocID="{4C7DFB61-F4E3-429D-A92E-791265AF771F}" presName="level3hierChild" presStyleCnt="0"/>
      <dgm:spPr/>
    </dgm:pt>
  </dgm:ptLst>
  <dgm:cxnLst>
    <dgm:cxn modelId="{E9FFE710-E444-4942-93CF-B850BAEE162A}" type="presOf" srcId="{852618DC-9799-445F-9D71-CA28F10E6FCE}" destId="{7E16BE04-08C7-447C-8B83-551CBA7F15AA}" srcOrd="1" destOrd="0" presId="urn:microsoft.com/office/officeart/2005/8/layout/hierarchy2"/>
    <dgm:cxn modelId="{EA818314-F046-4DF9-B04F-44E2F46BEBE4}" type="presOf" srcId="{B5608648-EC43-46CB-BBFE-05CD72D02E34}" destId="{5AE5F2FB-A242-4326-8C50-F748DFAB8936}" srcOrd="0" destOrd="0" presId="urn:microsoft.com/office/officeart/2005/8/layout/hierarchy2"/>
    <dgm:cxn modelId="{26D0A717-23D4-47D7-8663-1E6D63A28C41}" type="presOf" srcId="{852618DC-9799-445F-9D71-CA28F10E6FCE}" destId="{D2BD3716-778C-46DB-A1F5-1D3BDCB61F05}" srcOrd="0" destOrd="0" presId="urn:microsoft.com/office/officeart/2005/8/layout/hierarchy2"/>
    <dgm:cxn modelId="{77FD1A27-7090-491D-9930-64AC9994E33C}" type="presOf" srcId="{D3D4D75B-98DA-4C29-AA4A-567F91D2FA97}" destId="{C525D633-500B-4EDD-8F14-936BD12F562C}" srcOrd="0" destOrd="0" presId="urn:microsoft.com/office/officeart/2005/8/layout/hierarchy2"/>
    <dgm:cxn modelId="{8AE3082C-65DE-4024-880E-D59BF0552D7A}" type="presOf" srcId="{F8B7A892-FC8C-4DBD-AB72-8595A4479676}" destId="{79219079-88FC-48DB-A364-0C0144AC2D27}" srcOrd="0" destOrd="0" presId="urn:microsoft.com/office/officeart/2005/8/layout/hierarchy2"/>
    <dgm:cxn modelId="{F012792E-928B-4926-B370-82863A7F98B2}" srcId="{7D51F003-236C-4022-AC3F-90EFB3ABECC2}" destId="{D9EE96E7-C7E2-4C8D-9260-ECB56A7D5ABB}" srcOrd="0" destOrd="0" parTransId="{852618DC-9799-445F-9D71-CA28F10E6FCE}" sibTransId="{C951A1AE-6F14-4CC0-B3CC-6F96B29B46F2}"/>
    <dgm:cxn modelId="{41F37A33-907E-41C9-BACD-52C85853117B}" srcId="{7D51F003-236C-4022-AC3F-90EFB3ABECC2}" destId="{F8B7A892-FC8C-4DBD-AB72-8595A4479676}" srcOrd="3" destOrd="0" parTransId="{F6A344FF-0657-4195-A926-A236F1D76EAA}" sibTransId="{C42EAD9F-C4E2-4FAB-9ED0-1DCF7BCF4726}"/>
    <dgm:cxn modelId="{0D6BF134-451E-4715-8B93-87F62D516405}" srcId="{7D51F003-236C-4022-AC3F-90EFB3ABECC2}" destId="{D0555774-A367-4891-92F3-25BACB59FC55}" srcOrd="1" destOrd="0" parTransId="{01690521-70C8-4014-AEFE-AA16387DBB92}" sibTransId="{2332B518-B407-4858-B3B5-37C75403793C}"/>
    <dgm:cxn modelId="{E8C6A138-4753-4DDF-AF5B-363C92940DA0}" type="presOf" srcId="{F6A344FF-0657-4195-A926-A236F1D76EAA}" destId="{AC2F8FD2-BEFC-4010-A78D-583CD46B7786}" srcOrd="1" destOrd="0" presId="urn:microsoft.com/office/officeart/2005/8/layout/hierarchy2"/>
    <dgm:cxn modelId="{00C64E41-DAED-4630-9238-5FA8622A2110}" type="presOf" srcId="{392D5EF2-2F55-4F70-97B8-F9DAA6BB4353}" destId="{AA5AF771-39B3-41E0-81A8-7FFEA4402CBF}" srcOrd="0" destOrd="0" presId="urn:microsoft.com/office/officeart/2005/8/layout/hierarchy2"/>
    <dgm:cxn modelId="{1500BB42-33A3-46FC-B8A0-EEC0A0755DB6}" type="presOf" srcId="{01690521-70C8-4014-AEFE-AA16387DBB92}" destId="{B88A9C5F-99C3-4B4E-8BF3-AB587B3757D5}" srcOrd="1" destOrd="0" presId="urn:microsoft.com/office/officeart/2005/8/layout/hierarchy2"/>
    <dgm:cxn modelId="{26642068-E91D-4521-A057-D82AB742BDD1}" srcId="{B5608648-EC43-46CB-BBFE-05CD72D02E34}" destId="{7D51F003-236C-4022-AC3F-90EFB3ABECC2}" srcOrd="0" destOrd="0" parTransId="{557FC7BF-815F-45CD-80F4-423307C8416E}" sibTransId="{694B7330-FE19-40AD-9E02-ACC9581E0C46}"/>
    <dgm:cxn modelId="{A24FF44B-6D24-4691-8A9C-F19AC3043499}" type="presOf" srcId="{392D5EF2-2F55-4F70-97B8-F9DAA6BB4353}" destId="{83A3358D-9A60-4364-9317-97D1E463B9A6}" srcOrd="1" destOrd="0" presId="urn:microsoft.com/office/officeart/2005/8/layout/hierarchy2"/>
    <dgm:cxn modelId="{163EE34D-838C-4698-9EA5-A0F7EA9D9199}" srcId="{7D51F003-236C-4022-AC3F-90EFB3ABECC2}" destId="{D3D4D75B-98DA-4C29-AA4A-567F91D2FA97}" srcOrd="2" destOrd="0" parTransId="{1FA4CF3E-372D-44E4-9FC0-BA38BB306AEE}" sibTransId="{4C2660FC-2F99-4167-BD82-A7E6F6EF087E}"/>
    <dgm:cxn modelId="{191DA087-A8BF-4CB1-BCA4-0F2783A3843B}" srcId="{7D51F003-236C-4022-AC3F-90EFB3ABECC2}" destId="{4C7DFB61-F4E3-429D-A92E-791265AF771F}" srcOrd="4" destOrd="0" parTransId="{392D5EF2-2F55-4F70-97B8-F9DAA6BB4353}" sibTransId="{A39562D4-7619-433E-80C1-7DDC597FEB70}"/>
    <dgm:cxn modelId="{B3896B88-B5CA-4CE7-A630-232C4107FA7E}" type="presOf" srcId="{F6A344FF-0657-4195-A926-A236F1D76EAA}" destId="{DEC96FCD-A819-4469-A2BD-EE55C6B84837}" srcOrd="0" destOrd="0" presId="urn:microsoft.com/office/officeart/2005/8/layout/hierarchy2"/>
    <dgm:cxn modelId="{554675B0-C4E0-44A9-BF62-917AEA84DC78}" type="presOf" srcId="{01690521-70C8-4014-AEFE-AA16387DBB92}" destId="{4A16EF98-6287-4731-82DC-E08069D2896E}" srcOrd="0" destOrd="0" presId="urn:microsoft.com/office/officeart/2005/8/layout/hierarchy2"/>
    <dgm:cxn modelId="{C1D069B5-9758-490E-8147-291C6DEE6A35}" type="presOf" srcId="{D9EE96E7-C7E2-4C8D-9260-ECB56A7D5ABB}" destId="{62D2AFE5-8D4F-42EF-A085-BEF9005595EC}" srcOrd="0" destOrd="0" presId="urn:microsoft.com/office/officeart/2005/8/layout/hierarchy2"/>
    <dgm:cxn modelId="{59D7B1BD-B5CB-4076-8B84-3D4C3019195A}" type="presOf" srcId="{4C7DFB61-F4E3-429D-A92E-791265AF771F}" destId="{75E130A5-06E6-4FC5-A322-106ACD89E6AA}" srcOrd="0" destOrd="0" presId="urn:microsoft.com/office/officeart/2005/8/layout/hierarchy2"/>
    <dgm:cxn modelId="{A04703DA-BB3D-4FCB-A7F2-371B2523EE9C}" type="presOf" srcId="{1FA4CF3E-372D-44E4-9FC0-BA38BB306AEE}" destId="{20E32689-483C-48D5-9CFD-3227ACEE7116}" srcOrd="1" destOrd="0" presId="urn:microsoft.com/office/officeart/2005/8/layout/hierarchy2"/>
    <dgm:cxn modelId="{3771F3E4-BD7B-4E9C-BF3E-5D0A5DB4B284}" type="presOf" srcId="{1FA4CF3E-372D-44E4-9FC0-BA38BB306AEE}" destId="{89185884-84DA-4CD0-9F8D-D3ED326F9C8A}" srcOrd="0" destOrd="0" presId="urn:microsoft.com/office/officeart/2005/8/layout/hierarchy2"/>
    <dgm:cxn modelId="{F9754BF4-9EB1-4945-970D-F77EB7780C04}" type="presOf" srcId="{D0555774-A367-4891-92F3-25BACB59FC55}" destId="{6815F9DF-F236-4AEB-B1BD-3EB0F938B97F}" srcOrd="0" destOrd="0" presId="urn:microsoft.com/office/officeart/2005/8/layout/hierarchy2"/>
    <dgm:cxn modelId="{B63920FF-0828-42CD-BE2F-D1FAFC1FFA75}" type="presOf" srcId="{7D51F003-236C-4022-AC3F-90EFB3ABECC2}" destId="{6CCDCD5E-0ECA-4B3A-B95F-8EC1D4DF23B2}" srcOrd="0" destOrd="0" presId="urn:microsoft.com/office/officeart/2005/8/layout/hierarchy2"/>
    <dgm:cxn modelId="{0525D294-B00E-4DF4-9A51-38267C32317F}" type="presParOf" srcId="{5AE5F2FB-A242-4326-8C50-F748DFAB8936}" destId="{4FD1F6C8-238A-4B67-B779-E3CF2A5ADB34}" srcOrd="0" destOrd="0" presId="urn:microsoft.com/office/officeart/2005/8/layout/hierarchy2"/>
    <dgm:cxn modelId="{CB95AA06-1DC3-48C9-8A06-1044E08C97BC}" type="presParOf" srcId="{4FD1F6C8-238A-4B67-B779-E3CF2A5ADB34}" destId="{6CCDCD5E-0ECA-4B3A-B95F-8EC1D4DF23B2}" srcOrd="0" destOrd="0" presId="urn:microsoft.com/office/officeart/2005/8/layout/hierarchy2"/>
    <dgm:cxn modelId="{B77117DF-FB8B-4EDE-9D40-7B2B084F9AE7}" type="presParOf" srcId="{4FD1F6C8-238A-4B67-B779-E3CF2A5ADB34}" destId="{2C599A7A-3363-4123-BEE1-42D2F71A97A0}" srcOrd="1" destOrd="0" presId="urn:microsoft.com/office/officeart/2005/8/layout/hierarchy2"/>
    <dgm:cxn modelId="{67A0162B-847B-4960-8216-5467D53502FF}" type="presParOf" srcId="{2C599A7A-3363-4123-BEE1-42D2F71A97A0}" destId="{D2BD3716-778C-46DB-A1F5-1D3BDCB61F05}" srcOrd="0" destOrd="0" presId="urn:microsoft.com/office/officeart/2005/8/layout/hierarchy2"/>
    <dgm:cxn modelId="{7DC8B946-BC29-41B7-AC5F-5208EC383779}" type="presParOf" srcId="{D2BD3716-778C-46DB-A1F5-1D3BDCB61F05}" destId="{7E16BE04-08C7-447C-8B83-551CBA7F15AA}" srcOrd="0" destOrd="0" presId="urn:microsoft.com/office/officeart/2005/8/layout/hierarchy2"/>
    <dgm:cxn modelId="{B9CE001C-5F36-4DF4-9C5C-2B28FC035DBB}" type="presParOf" srcId="{2C599A7A-3363-4123-BEE1-42D2F71A97A0}" destId="{73CBB6A2-9EAD-49FD-867D-158FCC7E0D16}" srcOrd="1" destOrd="0" presId="urn:microsoft.com/office/officeart/2005/8/layout/hierarchy2"/>
    <dgm:cxn modelId="{95C59462-1675-45AF-9E2C-6976A55B6877}" type="presParOf" srcId="{73CBB6A2-9EAD-49FD-867D-158FCC7E0D16}" destId="{62D2AFE5-8D4F-42EF-A085-BEF9005595EC}" srcOrd="0" destOrd="0" presId="urn:microsoft.com/office/officeart/2005/8/layout/hierarchy2"/>
    <dgm:cxn modelId="{EB13108D-0F0C-4964-A270-965B4F3AFDF1}" type="presParOf" srcId="{73CBB6A2-9EAD-49FD-867D-158FCC7E0D16}" destId="{D86798D8-63AF-4CF0-9ADD-878C9A982978}" srcOrd="1" destOrd="0" presId="urn:microsoft.com/office/officeart/2005/8/layout/hierarchy2"/>
    <dgm:cxn modelId="{8DABEA1C-7811-411F-9B8B-AD0915A6FF7F}" type="presParOf" srcId="{2C599A7A-3363-4123-BEE1-42D2F71A97A0}" destId="{4A16EF98-6287-4731-82DC-E08069D2896E}" srcOrd="2" destOrd="0" presId="urn:microsoft.com/office/officeart/2005/8/layout/hierarchy2"/>
    <dgm:cxn modelId="{E2221101-9A4C-4BFA-9559-9187351F6E8D}" type="presParOf" srcId="{4A16EF98-6287-4731-82DC-E08069D2896E}" destId="{B88A9C5F-99C3-4B4E-8BF3-AB587B3757D5}" srcOrd="0" destOrd="0" presId="urn:microsoft.com/office/officeart/2005/8/layout/hierarchy2"/>
    <dgm:cxn modelId="{1BF09137-F8A2-4FE1-B1CB-DE42805FD046}" type="presParOf" srcId="{2C599A7A-3363-4123-BEE1-42D2F71A97A0}" destId="{9805F210-14D4-469C-B5A3-C5FDD40F729C}" srcOrd="3" destOrd="0" presId="urn:microsoft.com/office/officeart/2005/8/layout/hierarchy2"/>
    <dgm:cxn modelId="{E73C338B-1506-45B1-9978-1254CF292DD1}" type="presParOf" srcId="{9805F210-14D4-469C-B5A3-C5FDD40F729C}" destId="{6815F9DF-F236-4AEB-B1BD-3EB0F938B97F}" srcOrd="0" destOrd="0" presId="urn:microsoft.com/office/officeart/2005/8/layout/hierarchy2"/>
    <dgm:cxn modelId="{E24D7288-4A67-4C0E-B524-F817BF6239E4}" type="presParOf" srcId="{9805F210-14D4-469C-B5A3-C5FDD40F729C}" destId="{9AF4FA8A-43E3-4257-8A39-87A5B9D410F1}" srcOrd="1" destOrd="0" presId="urn:microsoft.com/office/officeart/2005/8/layout/hierarchy2"/>
    <dgm:cxn modelId="{B482ECE7-296D-4AA8-A25A-1385B9A8E919}" type="presParOf" srcId="{2C599A7A-3363-4123-BEE1-42D2F71A97A0}" destId="{89185884-84DA-4CD0-9F8D-D3ED326F9C8A}" srcOrd="4" destOrd="0" presId="urn:microsoft.com/office/officeart/2005/8/layout/hierarchy2"/>
    <dgm:cxn modelId="{1EA26D89-8D5A-4FAA-849E-EE9CCC5AAAC2}" type="presParOf" srcId="{89185884-84DA-4CD0-9F8D-D3ED326F9C8A}" destId="{20E32689-483C-48D5-9CFD-3227ACEE7116}" srcOrd="0" destOrd="0" presId="urn:microsoft.com/office/officeart/2005/8/layout/hierarchy2"/>
    <dgm:cxn modelId="{22BAD6A7-B608-4042-934D-56A041433650}" type="presParOf" srcId="{2C599A7A-3363-4123-BEE1-42D2F71A97A0}" destId="{50291A7B-0361-49BE-9414-74801B838E88}" srcOrd="5" destOrd="0" presId="urn:microsoft.com/office/officeart/2005/8/layout/hierarchy2"/>
    <dgm:cxn modelId="{5655E409-920A-4EF4-B644-D5F73459FE49}" type="presParOf" srcId="{50291A7B-0361-49BE-9414-74801B838E88}" destId="{C525D633-500B-4EDD-8F14-936BD12F562C}" srcOrd="0" destOrd="0" presId="urn:microsoft.com/office/officeart/2005/8/layout/hierarchy2"/>
    <dgm:cxn modelId="{A5636C4A-73EA-49DD-9957-24A24C255C13}" type="presParOf" srcId="{50291A7B-0361-49BE-9414-74801B838E88}" destId="{9BB8BEBF-5BD6-45AD-847F-D8DE390BEAD4}" srcOrd="1" destOrd="0" presId="urn:microsoft.com/office/officeart/2005/8/layout/hierarchy2"/>
    <dgm:cxn modelId="{F9853135-5668-47A4-BF16-08259B517310}" type="presParOf" srcId="{2C599A7A-3363-4123-BEE1-42D2F71A97A0}" destId="{DEC96FCD-A819-4469-A2BD-EE55C6B84837}" srcOrd="6" destOrd="0" presId="urn:microsoft.com/office/officeart/2005/8/layout/hierarchy2"/>
    <dgm:cxn modelId="{490EBBB5-478E-4CE2-983B-1A69271DD02B}" type="presParOf" srcId="{DEC96FCD-A819-4469-A2BD-EE55C6B84837}" destId="{AC2F8FD2-BEFC-4010-A78D-583CD46B7786}" srcOrd="0" destOrd="0" presId="urn:microsoft.com/office/officeart/2005/8/layout/hierarchy2"/>
    <dgm:cxn modelId="{95383A56-0464-4D4D-914F-4AEF122E50E9}" type="presParOf" srcId="{2C599A7A-3363-4123-BEE1-42D2F71A97A0}" destId="{E05994FF-5D7C-4AB3-86D2-93517B6568E5}" srcOrd="7" destOrd="0" presId="urn:microsoft.com/office/officeart/2005/8/layout/hierarchy2"/>
    <dgm:cxn modelId="{706D2294-E832-47A4-99B1-D166E2FCA630}" type="presParOf" srcId="{E05994FF-5D7C-4AB3-86D2-93517B6568E5}" destId="{79219079-88FC-48DB-A364-0C0144AC2D27}" srcOrd="0" destOrd="0" presId="urn:microsoft.com/office/officeart/2005/8/layout/hierarchy2"/>
    <dgm:cxn modelId="{53BF3BA0-F32F-4ED0-883E-90238C2A67C7}" type="presParOf" srcId="{E05994FF-5D7C-4AB3-86D2-93517B6568E5}" destId="{1440A820-4C88-40C8-81D9-E5F7E2E8A9C1}" srcOrd="1" destOrd="0" presId="urn:microsoft.com/office/officeart/2005/8/layout/hierarchy2"/>
    <dgm:cxn modelId="{E0CCC020-8194-47E1-823A-035CB96B5CD9}" type="presParOf" srcId="{2C599A7A-3363-4123-BEE1-42D2F71A97A0}" destId="{AA5AF771-39B3-41E0-81A8-7FFEA4402CBF}" srcOrd="8" destOrd="0" presId="urn:microsoft.com/office/officeart/2005/8/layout/hierarchy2"/>
    <dgm:cxn modelId="{AA4FF4A6-C2B5-4AEB-9EDC-BB6E8F14EBD7}" type="presParOf" srcId="{AA5AF771-39B3-41E0-81A8-7FFEA4402CBF}" destId="{83A3358D-9A60-4364-9317-97D1E463B9A6}" srcOrd="0" destOrd="0" presId="urn:microsoft.com/office/officeart/2005/8/layout/hierarchy2"/>
    <dgm:cxn modelId="{A227E602-FDE2-4EAB-9978-DD26604E756A}" type="presParOf" srcId="{2C599A7A-3363-4123-BEE1-42D2F71A97A0}" destId="{0E2181D0-6D5F-4FFD-828F-3DA4441E2E9D}" srcOrd="9" destOrd="0" presId="urn:microsoft.com/office/officeart/2005/8/layout/hierarchy2"/>
    <dgm:cxn modelId="{E28DAACD-5BB7-4996-B2FE-126D39EB79B4}" type="presParOf" srcId="{0E2181D0-6D5F-4FFD-828F-3DA4441E2E9D}" destId="{75E130A5-06E6-4FC5-A322-106ACD89E6AA}" srcOrd="0" destOrd="0" presId="urn:microsoft.com/office/officeart/2005/8/layout/hierarchy2"/>
    <dgm:cxn modelId="{4D22F9BA-2A6B-4053-B181-0293B028B005}" type="presParOf" srcId="{0E2181D0-6D5F-4FFD-828F-3DA4441E2E9D}" destId="{896E7804-E279-41C2-B980-96EBD2736212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0455C-B963-4B55-A88B-AC0A8D49C330}">
      <dsp:nvSpPr>
        <dsp:cNvPr id="0" name=""/>
        <dsp:cNvSpPr/>
      </dsp:nvSpPr>
      <dsp:spPr>
        <a:xfrm>
          <a:off x="6064250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98A6F-2B12-4FFE-B0D0-8532C923AA00}">
      <dsp:nvSpPr>
        <dsp:cNvPr id="0" name=""/>
        <dsp:cNvSpPr/>
      </dsp:nvSpPr>
      <dsp:spPr>
        <a:xfrm>
          <a:off x="6018530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CF2AC4-3E06-4437-897A-AB3000F2C92C}">
      <dsp:nvSpPr>
        <dsp:cNvPr id="0" name=""/>
        <dsp:cNvSpPr/>
      </dsp:nvSpPr>
      <dsp:spPr>
        <a:xfrm>
          <a:off x="4689078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444F3-A9E1-4251-8120-E8EFBE28A593}">
      <dsp:nvSpPr>
        <dsp:cNvPr id="0" name=""/>
        <dsp:cNvSpPr/>
      </dsp:nvSpPr>
      <dsp:spPr>
        <a:xfrm>
          <a:off x="3858976" y="1965490"/>
          <a:ext cx="2205273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205273" y="222996"/>
              </a:lnTo>
              <a:lnTo>
                <a:pt x="2205273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91F8255-D50D-4DCC-8B2C-2D34EFD53010}">
      <dsp:nvSpPr>
        <dsp:cNvPr id="0" name=""/>
        <dsp:cNvSpPr/>
      </dsp:nvSpPr>
      <dsp:spPr>
        <a:xfrm>
          <a:off x="1938734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D19D1-48E1-41E6-B696-2DCDC2559886}">
      <dsp:nvSpPr>
        <dsp:cNvPr id="0" name=""/>
        <dsp:cNvSpPr/>
      </dsp:nvSpPr>
      <dsp:spPr>
        <a:xfrm>
          <a:off x="1893014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5A6690-AAC1-4288-9463-BA04F2F42816}">
      <dsp:nvSpPr>
        <dsp:cNvPr id="0" name=""/>
        <dsp:cNvSpPr/>
      </dsp:nvSpPr>
      <dsp:spPr>
        <a:xfrm>
          <a:off x="563562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4B1407-4E32-4593-B172-FD2D9EAE000B}">
      <dsp:nvSpPr>
        <dsp:cNvPr id="0" name=""/>
        <dsp:cNvSpPr/>
      </dsp:nvSpPr>
      <dsp:spPr>
        <a:xfrm>
          <a:off x="1938734" y="1965490"/>
          <a:ext cx="1920241" cy="327228"/>
        </a:xfrm>
        <a:custGeom>
          <a:avLst/>
          <a:gdLst/>
          <a:ahLst/>
          <a:cxnLst/>
          <a:rect l="0" t="0" r="0" b="0"/>
          <a:pathLst>
            <a:path>
              <a:moveTo>
                <a:pt x="1920241" y="0"/>
              </a:moveTo>
              <a:lnTo>
                <a:pt x="192024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469E6-21C1-4496-B1BD-C5B9FB31144F}">
      <dsp:nvSpPr>
        <dsp:cNvPr id="0" name=""/>
        <dsp:cNvSpPr/>
      </dsp:nvSpPr>
      <dsp:spPr>
        <a:xfrm>
          <a:off x="3296405" y="1251026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F985B-A482-4F03-B9FC-F2087F4985B0}">
      <dsp:nvSpPr>
        <dsp:cNvPr id="0" name=""/>
        <dsp:cNvSpPr/>
      </dsp:nvSpPr>
      <dsp:spPr>
        <a:xfrm>
          <a:off x="3421421" y="1369791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LLIE </a:t>
          </a:r>
          <a:r>
            <a:rPr lang="en-US" sz="1200" kern="1200" dirty="0" err="1"/>
            <a:t>Apporaches</a:t>
          </a:r>
          <a:endParaRPr lang="en-US" sz="1200" kern="1200" dirty="0"/>
        </a:p>
      </dsp:txBody>
      <dsp:txXfrm>
        <a:off x="3442347" y="1390717"/>
        <a:ext cx="1083288" cy="672612"/>
      </dsp:txXfrm>
    </dsp:sp>
    <dsp:sp modelId="{C6D3DFB5-2C4F-4951-ABFB-002B4782E3E7}">
      <dsp:nvSpPr>
        <dsp:cNvPr id="0" name=""/>
        <dsp:cNvSpPr/>
      </dsp:nvSpPr>
      <dsp:spPr>
        <a:xfrm>
          <a:off x="1091132" y="2292718"/>
          <a:ext cx="1695204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3C1D7-B01F-41C0-8A94-7C44DE6FB64C}">
      <dsp:nvSpPr>
        <dsp:cNvPr id="0" name=""/>
        <dsp:cNvSpPr/>
      </dsp:nvSpPr>
      <dsp:spPr>
        <a:xfrm>
          <a:off x="1216147" y="2411483"/>
          <a:ext cx="1695204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Hand Crafted Rules</a:t>
          </a:r>
        </a:p>
      </dsp:txBody>
      <dsp:txXfrm>
        <a:off x="1237073" y="2432409"/>
        <a:ext cx="1653352" cy="672612"/>
      </dsp:txXfrm>
    </dsp:sp>
    <dsp:sp modelId="{B6614825-30C4-45F2-A77D-818F6EAE04FD}">
      <dsp:nvSpPr>
        <dsp:cNvPr id="0" name=""/>
        <dsp:cNvSpPr/>
      </dsp:nvSpPr>
      <dsp:spPr>
        <a:xfrm>
          <a:off x="992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4249-C516-425D-9CFB-D5BB3CE2038E}">
      <dsp:nvSpPr>
        <dsp:cNvPr id="0" name=""/>
        <dsp:cNvSpPr/>
      </dsp:nvSpPr>
      <dsp:spPr>
        <a:xfrm>
          <a:off x="126007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Histogram Equalization (HE)</a:t>
          </a:r>
        </a:p>
      </dsp:txBody>
      <dsp:txXfrm>
        <a:off x="146933" y="3474102"/>
        <a:ext cx="1083288" cy="672612"/>
      </dsp:txXfrm>
    </dsp:sp>
    <dsp:sp modelId="{8A9EEE43-EA3F-4AD7-9625-94E48EF7953A}">
      <dsp:nvSpPr>
        <dsp:cNvPr id="0" name=""/>
        <dsp:cNvSpPr/>
      </dsp:nvSpPr>
      <dsp:spPr>
        <a:xfrm>
          <a:off x="1376164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78141-4629-4009-940C-E94709A1DA50}">
      <dsp:nvSpPr>
        <dsp:cNvPr id="0" name=""/>
        <dsp:cNvSpPr/>
      </dsp:nvSpPr>
      <dsp:spPr>
        <a:xfrm>
          <a:off x="1501179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Retinex</a:t>
          </a:r>
          <a:r>
            <a:rPr lang="en-US" sz="1200" kern="1200" dirty="0"/>
            <a:t> Theory</a:t>
          </a:r>
        </a:p>
      </dsp:txBody>
      <dsp:txXfrm>
        <a:off x="1522105" y="3474102"/>
        <a:ext cx="1083288" cy="672612"/>
      </dsp:txXfrm>
    </dsp:sp>
    <dsp:sp modelId="{8ECBE4A4-777E-4DA5-AADF-D59A2A343862}">
      <dsp:nvSpPr>
        <dsp:cNvPr id="0" name=""/>
        <dsp:cNvSpPr/>
      </dsp:nvSpPr>
      <dsp:spPr>
        <a:xfrm>
          <a:off x="2751335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830C93-DAD9-4CC9-9CF7-DA1359DF4E94}">
      <dsp:nvSpPr>
        <dsp:cNvPr id="0" name=""/>
        <dsp:cNvSpPr/>
      </dsp:nvSpPr>
      <dsp:spPr>
        <a:xfrm>
          <a:off x="2876351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Other methods</a:t>
          </a:r>
        </a:p>
      </dsp:txBody>
      <dsp:txXfrm>
        <a:off x="2897277" y="3474102"/>
        <a:ext cx="1083288" cy="672612"/>
      </dsp:txXfrm>
    </dsp:sp>
    <dsp:sp modelId="{59474F24-E888-4275-934F-F86DA1305216}">
      <dsp:nvSpPr>
        <dsp:cNvPr id="0" name=""/>
        <dsp:cNvSpPr/>
      </dsp:nvSpPr>
      <dsp:spPr>
        <a:xfrm>
          <a:off x="5501679" y="2292718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6F87C-6CDE-47E5-A0EF-FD92E5081A36}">
      <dsp:nvSpPr>
        <dsp:cNvPr id="0" name=""/>
        <dsp:cNvSpPr/>
      </dsp:nvSpPr>
      <dsp:spPr>
        <a:xfrm>
          <a:off x="5626695" y="2411483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Learning</a:t>
          </a:r>
        </a:p>
      </dsp:txBody>
      <dsp:txXfrm>
        <a:off x="5647621" y="2432409"/>
        <a:ext cx="1083288" cy="672612"/>
      </dsp:txXfrm>
    </dsp:sp>
    <dsp:sp modelId="{69CBED36-6734-43B6-8310-1C58D81E424D}">
      <dsp:nvSpPr>
        <dsp:cNvPr id="0" name=""/>
        <dsp:cNvSpPr/>
      </dsp:nvSpPr>
      <dsp:spPr>
        <a:xfrm>
          <a:off x="4126507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CC18B-132E-4E83-B384-D15F3BE15EE7}">
      <dsp:nvSpPr>
        <dsp:cNvPr id="0" name=""/>
        <dsp:cNvSpPr/>
      </dsp:nvSpPr>
      <dsp:spPr>
        <a:xfrm>
          <a:off x="4251523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Supervised</a:t>
          </a:r>
        </a:p>
      </dsp:txBody>
      <dsp:txXfrm>
        <a:off x="4272449" y="3474102"/>
        <a:ext cx="1083288" cy="672612"/>
      </dsp:txXfrm>
    </dsp:sp>
    <dsp:sp modelId="{A399198D-9D62-4107-8A9D-6C9AAAC6F3F8}">
      <dsp:nvSpPr>
        <dsp:cNvPr id="0" name=""/>
        <dsp:cNvSpPr/>
      </dsp:nvSpPr>
      <dsp:spPr>
        <a:xfrm>
          <a:off x="5501679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E5188-5397-45A1-B064-865A63FBE262}">
      <dsp:nvSpPr>
        <dsp:cNvPr id="0" name=""/>
        <dsp:cNvSpPr/>
      </dsp:nvSpPr>
      <dsp:spPr>
        <a:xfrm>
          <a:off x="5626695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Unsupervised</a:t>
          </a:r>
        </a:p>
      </dsp:txBody>
      <dsp:txXfrm>
        <a:off x="5647621" y="3474102"/>
        <a:ext cx="1083288" cy="672612"/>
      </dsp:txXfrm>
    </dsp:sp>
    <dsp:sp modelId="{1736A74C-677B-40F4-BEA4-951F680C85DA}">
      <dsp:nvSpPr>
        <dsp:cNvPr id="0" name=""/>
        <dsp:cNvSpPr/>
      </dsp:nvSpPr>
      <dsp:spPr>
        <a:xfrm>
          <a:off x="6876851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245FF-436A-4DB5-A2F2-D0F6659BBAE7}">
      <dsp:nvSpPr>
        <dsp:cNvPr id="0" name=""/>
        <dsp:cNvSpPr/>
      </dsp:nvSpPr>
      <dsp:spPr>
        <a:xfrm>
          <a:off x="7001867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Semi-supervised</a:t>
          </a:r>
        </a:p>
      </dsp:txBody>
      <dsp:txXfrm>
        <a:off x="7022793" y="3474102"/>
        <a:ext cx="1083288" cy="6726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F0A352-22E8-4BB4-B3C3-626FC3A30783}">
      <dsp:nvSpPr>
        <dsp:cNvPr id="0" name=""/>
        <dsp:cNvSpPr/>
      </dsp:nvSpPr>
      <dsp:spPr>
        <a:xfrm>
          <a:off x="1713861" y="2175797"/>
          <a:ext cx="3713559" cy="4049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978"/>
              </a:lnTo>
              <a:lnTo>
                <a:pt x="3713559" y="275978"/>
              </a:lnTo>
              <a:lnTo>
                <a:pt x="3713559" y="40497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D19D1-48E1-41E6-B696-2DCDC2559886}">
      <dsp:nvSpPr>
        <dsp:cNvPr id="0" name=""/>
        <dsp:cNvSpPr/>
      </dsp:nvSpPr>
      <dsp:spPr>
        <a:xfrm>
          <a:off x="1713861" y="2175797"/>
          <a:ext cx="1216134" cy="4049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5978"/>
              </a:lnTo>
              <a:lnTo>
                <a:pt x="1216134" y="275978"/>
              </a:lnTo>
              <a:lnTo>
                <a:pt x="1216134" y="40497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5A6690-AAC1-4288-9463-BA04F2F42816}">
      <dsp:nvSpPr>
        <dsp:cNvPr id="0" name=""/>
        <dsp:cNvSpPr/>
      </dsp:nvSpPr>
      <dsp:spPr>
        <a:xfrm>
          <a:off x="559799" y="2175797"/>
          <a:ext cx="1154061" cy="404974"/>
        </a:xfrm>
        <a:custGeom>
          <a:avLst/>
          <a:gdLst/>
          <a:ahLst/>
          <a:cxnLst/>
          <a:rect l="0" t="0" r="0" b="0"/>
          <a:pathLst>
            <a:path>
              <a:moveTo>
                <a:pt x="1154061" y="0"/>
              </a:moveTo>
              <a:lnTo>
                <a:pt x="1154061" y="275978"/>
              </a:lnTo>
              <a:lnTo>
                <a:pt x="0" y="275978"/>
              </a:lnTo>
              <a:lnTo>
                <a:pt x="0" y="40497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4B1407-4E32-4593-B172-FD2D9EAE000B}">
      <dsp:nvSpPr>
        <dsp:cNvPr id="0" name=""/>
        <dsp:cNvSpPr/>
      </dsp:nvSpPr>
      <dsp:spPr>
        <a:xfrm>
          <a:off x="1713861" y="886609"/>
          <a:ext cx="2450579" cy="404974"/>
        </a:xfrm>
        <a:custGeom>
          <a:avLst/>
          <a:gdLst/>
          <a:ahLst/>
          <a:cxnLst/>
          <a:rect l="0" t="0" r="0" b="0"/>
          <a:pathLst>
            <a:path>
              <a:moveTo>
                <a:pt x="2450579" y="0"/>
              </a:moveTo>
              <a:lnTo>
                <a:pt x="2450579" y="275978"/>
              </a:lnTo>
              <a:lnTo>
                <a:pt x="0" y="275978"/>
              </a:lnTo>
              <a:lnTo>
                <a:pt x="0" y="40497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469E6-21C1-4496-B1BD-C5B9FB31144F}">
      <dsp:nvSpPr>
        <dsp:cNvPr id="0" name=""/>
        <dsp:cNvSpPr/>
      </dsp:nvSpPr>
      <dsp:spPr>
        <a:xfrm>
          <a:off x="3468210" y="2396"/>
          <a:ext cx="1392461" cy="8842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F985B-A482-4F03-B9FC-F2087F4985B0}">
      <dsp:nvSpPr>
        <dsp:cNvPr id="0" name=""/>
        <dsp:cNvSpPr/>
      </dsp:nvSpPr>
      <dsp:spPr>
        <a:xfrm>
          <a:off x="3622928" y="149378"/>
          <a:ext cx="1392461" cy="8842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LLIE </a:t>
          </a:r>
          <a:r>
            <a:rPr lang="en-US" sz="1700" kern="1200" dirty="0" err="1"/>
            <a:t>Apporaches</a:t>
          </a:r>
          <a:endParaRPr lang="en-US" sz="1700" kern="1200" dirty="0"/>
        </a:p>
      </dsp:txBody>
      <dsp:txXfrm>
        <a:off x="3648826" y="175276"/>
        <a:ext cx="1340665" cy="832417"/>
      </dsp:txXfrm>
    </dsp:sp>
    <dsp:sp modelId="{C6D3DFB5-2C4F-4951-ABFB-002B4782E3E7}">
      <dsp:nvSpPr>
        <dsp:cNvPr id="0" name=""/>
        <dsp:cNvSpPr/>
      </dsp:nvSpPr>
      <dsp:spPr>
        <a:xfrm>
          <a:off x="664877" y="1291584"/>
          <a:ext cx="2097966" cy="8842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3C1D7-B01F-41C0-8A94-7C44DE6FB64C}">
      <dsp:nvSpPr>
        <dsp:cNvPr id="0" name=""/>
        <dsp:cNvSpPr/>
      </dsp:nvSpPr>
      <dsp:spPr>
        <a:xfrm>
          <a:off x="819595" y="1438566"/>
          <a:ext cx="2097966" cy="8842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Hand Crafted Rules</a:t>
          </a:r>
        </a:p>
      </dsp:txBody>
      <dsp:txXfrm>
        <a:off x="845493" y="1464464"/>
        <a:ext cx="2046170" cy="832417"/>
      </dsp:txXfrm>
    </dsp:sp>
    <dsp:sp modelId="{B6614825-30C4-45F2-A77D-818F6EAE04FD}">
      <dsp:nvSpPr>
        <dsp:cNvPr id="0" name=""/>
        <dsp:cNvSpPr/>
      </dsp:nvSpPr>
      <dsp:spPr>
        <a:xfrm>
          <a:off x="-136431" y="2580771"/>
          <a:ext cx="1392461" cy="8842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4249-C516-425D-9CFB-D5BB3CE2038E}">
      <dsp:nvSpPr>
        <dsp:cNvPr id="0" name=""/>
        <dsp:cNvSpPr/>
      </dsp:nvSpPr>
      <dsp:spPr>
        <a:xfrm>
          <a:off x="18286" y="2727754"/>
          <a:ext cx="1392461" cy="8842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Histogram Equalization (HE)</a:t>
          </a:r>
        </a:p>
      </dsp:txBody>
      <dsp:txXfrm>
        <a:off x="44184" y="2753652"/>
        <a:ext cx="1340665" cy="832417"/>
      </dsp:txXfrm>
    </dsp:sp>
    <dsp:sp modelId="{8A9EEE43-EA3F-4AD7-9625-94E48EF7953A}">
      <dsp:nvSpPr>
        <dsp:cNvPr id="0" name=""/>
        <dsp:cNvSpPr/>
      </dsp:nvSpPr>
      <dsp:spPr>
        <a:xfrm>
          <a:off x="2233764" y="2580771"/>
          <a:ext cx="1392461" cy="8842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78141-4629-4009-940C-E94709A1DA50}">
      <dsp:nvSpPr>
        <dsp:cNvPr id="0" name=""/>
        <dsp:cNvSpPr/>
      </dsp:nvSpPr>
      <dsp:spPr>
        <a:xfrm>
          <a:off x="2388482" y="2727754"/>
          <a:ext cx="1392461" cy="8842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Retinex</a:t>
          </a:r>
          <a:r>
            <a:rPr lang="en-US" sz="1700" kern="1200" dirty="0"/>
            <a:t> Theory</a:t>
          </a:r>
        </a:p>
      </dsp:txBody>
      <dsp:txXfrm>
        <a:off x="2414380" y="2753652"/>
        <a:ext cx="1340665" cy="832417"/>
      </dsp:txXfrm>
    </dsp:sp>
    <dsp:sp modelId="{E5274E56-1889-432C-9A96-DA42F305DF0D}">
      <dsp:nvSpPr>
        <dsp:cNvPr id="0" name=""/>
        <dsp:cNvSpPr/>
      </dsp:nvSpPr>
      <dsp:spPr>
        <a:xfrm>
          <a:off x="4731190" y="2580771"/>
          <a:ext cx="1392461" cy="8842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2D956-F6AB-448A-9732-ACB0B424703A}">
      <dsp:nvSpPr>
        <dsp:cNvPr id="0" name=""/>
        <dsp:cNvSpPr/>
      </dsp:nvSpPr>
      <dsp:spPr>
        <a:xfrm>
          <a:off x="4885908" y="2727754"/>
          <a:ext cx="1392461" cy="884213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Others</a:t>
          </a:r>
        </a:p>
      </dsp:txBody>
      <dsp:txXfrm>
        <a:off x="4911806" y="2753652"/>
        <a:ext cx="1340665" cy="8324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0455C-B963-4B55-A88B-AC0A8D49C330}">
      <dsp:nvSpPr>
        <dsp:cNvPr id="0" name=""/>
        <dsp:cNvSpPr/>
      </dsp:nvSpPr>
      <dsp:spPr>
        <a:xfrm>
          <a:off x="6064250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98A6F-2B12-4FFE-B0D0-8532C923AA00}">
      <dsp:nvSpPr>
        <dsp:cNvPr id="0" name=""/>
        <dsp:cNvSpPr/>
      </dsp:nvSpPr>
      <dsp:spPr>
        <a:xfrm>
          <a:off x="6018530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CF2AC4-3E06-4437-897A-AB3000F2C92C}">
      <dsp:nvSpPr>
        <dsp:cNvPr id="0" name=""/>
        <dsp:cNvSpPr/>
      </dsp:nvSpPr>
      <dsp:spPr>
        <a:xfrm>
          <a:off x="4689078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444F3-A9E1-4251-8120-E8EFBE28A593}">
      <dsp:nvSpPr>
        <dsp:cNvPr id="0" name=""/>
        <dsp:cNvSpPr/>
      </dsp:nvSpPr>
      <dsp:spPr>
        <a:xfrm>
          <a:off x="3858976" y="1965490"/>
          <a:ext cx="2205273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205273" y="222996"/>
              </a:lnTo>
              <a:lnTo>
                <a:pt x="2205273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0A352-22E8-4BB4-B3C3-626FC3A30783}">
      <dsp:nvSpPr>
        <dsp:cNvPr id="0" name=""/>
        <dsp:cNvSpPr/>
      </dsp:nvSpPr>
      <dsp:spPr>
        <a:xfrm>
          <a:off x="1938734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D19D1-48E1-41E6-B696-2DCDC2559886}">
      <dsp:nvSpPr>
        <dsp:cNvPr id="0" name=""/>
        <dsp:cNvSpPr/>
      </dsp:nvSpPr>
      <dsp:spPr>
        <a:xfrm>
          <a:off x="1893014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5A6690-AAC1-4288-9463-BA04F2F42816}">
      <dsp:nvSpPr>
        <dsp:cNvPr id="0" name=""/>
        <dsp:cNvSpPr/>
      </dsp:nvSpPr>
      <dsp:spPr>
        <a:xfrm>
          <a:off x="563562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4B1407-4E32-4593-B172-FD2D9EAE000B}">
      <dsp:nvSpPr>
        <dsp:cNvPr id="0" name=""/>
        <dsp:cNvSpPr/>
      </dsp:nvSpPr>
      <dsp:spPr>
        <a:xfrm>
          <a:off x="1938734" y="1965490"/>
          <a:ext cx="1920241" cy="327228"/>
        </a:xfrm>
        <a:custGeom>
          <a:avLst/>
          <a:gdLst/>
          <a:ahLst/>
          <a:cxnLst/>
          <a:rect l="0" t="0" r="0" b="0"/>
          <a:pathLst>
            <a:path>
              <a:moveTo>
                <a:pt x="1920241" y="0"/>
              </a:moveTo>
              <a:lnTo>
                <a:pt x="192024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469E6-21C1-4496-B1BD-C5B9FB31144F}">
      <dsp:nvSpPr>
        <dsp:cNvPr id="0" name=""/>
        <dsp:cNvSpPr/>
      </dsp:nvSpPr>
      <dsp:spPr>
        <a:xfrm>
          <a:off x="3296405" y="1251026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F985B-A482-4F03-B9FC-F2087F4985B0}">
      <dsp:nvSpPr>
        <dsp:cNvPr id="0" name=""/>
        <dsp:cNvSpPr/>
      </dsp:nvSpPr>
      <dsp:spPr>
        <a:xfrm>
          <a:off x="3421421" y="1369791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LLIE </a:t>
          </a:r>
          <a:r>
            <a:rPr lang="en-US" sz="1200" kern="1200" dirty="0" err="1"/>
            <a:t>Apporaches</a:t>
          </a:r>
          <a:endParaRPr lang="en-US" sz="1200" kern="1200" dirty="0"/>
        </a:p>
      </dsp:txBody>
      <dsp:txXfrm>
        <a:off x="3442347" y="1390717"/>
        <a:ext cx="1083288" cy="672612"/>
      </dsp:txXfrm>
    </dsp:sp>
    <dsp:sp modelId="{C6D3DFB5-2C4F-4951-ABFB-002B4782E3E7}">
      <dsp:nvSpPr>
        <dsp:cNvPr id="0" name=""/>
        <dsp:cNvSpPr/>
      </dsp:nvSpPr>
      <dsp:spPr>
        <a:xfrm>
          <a:off x="1091132" y="2292718"/>
          <a:ext cx="1695204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3C1D7-B01F-41C0-8A94-7C44DE6FB64C}">
      <dsp:nvSpPr>
        <dsp:cNvPr id="0" name=""/>
        <dsp:cNvSpPr/>
      </dsp:nvSpPr>
      <dsp:spPr>
        <a:xfrm>
          <a:off x="1216147" y="2411483"/>
          <a:ext cx="1695204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Hand Crafted Rules</a:t>
          </a:r>
        </a:p>
      </dsp:txBody>
      <dsp:txXfrm>
        <a:off x="1237073" y="2432409"/>
        <a:ext cx="1653352" cy="672612"/>
      </dsp:txXfrm>
    </dsp:sp>
    <dsp:sp modelId="{B6614825-30C4-45F2-A77D-818F6EAE04FD}">
      <dsp:nvSpPr>
        <dsp:cNvPr id="0" name=""/>
        <dsp:cNvSpPr/>
      </dsp:nvSpPr>
      <dsp:spPr>
        <a:xfrm>
          <a:off x="992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4249-C516-425D-9CFB-D5BB3CE2038E}">
      <dsp:nvSpPr>
        <dsp:cNvPr id="0" name=""/>
        <dsp:cNvSpPr/>
      </dsp:nvSpPr>
      <dsp:spPr>
        <a:xfrm>
          <a:off x="126007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Histogram Equalization (HE)</a:t>
          </a:r>
        </a:p>
      </dsp:txBody>
      <dsp:txXfrm>
        <a:off x="146933" y="3474102"/>
        <a:ext cx="1083288" cy="672612"/>
      </dsp:txXfrm>
    </dsp:sp>
    <dsp:sp modelId="{8A9EEE43-EA3F-4AD7-9625-94E48EF7953A}">
      <dsp:nvSpPr>
        <dsp:cNvPr id="0" name=""/>
        <dsp:cNvSpPr/>
      </dsp:nvSpPr>
      <dsp:spPr>
        <a:xfrm>
          <a:off x="1376164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78141-4629-4009-940C-E94709A1DA50}">
      <dsp:nvSpPr>
        <dsp:cNvPr id="0" name=""/>
        <dsp:cNvSpPr/>
      </dsp:nvSpPr>
      <dsp:spPr>
        <a:xfrm>
          <a:off x="1501179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Retinex</a:t>
          </a:r>
          <a:r>
            <a:rPr lang="en-US" sz="1200" kern="1200" dirty="0"/>
            <a:t> Theory</a:t>
          </a:r>
        </a:p>
      </dsp:txBody>
      <dsp:txXfrm>
        <a:off x="1522105" y="3474102"/>
        <a:ext cx="1083288" cy="672612"/>
      </dsp:txXfrm>
    </dsp:sp>
    <dsp:sp modelId="{E5274E56-1889-432C-9A96-DA42F305DF0D}">
      <dsp:nvSpPr>
        <dsp:cNvPr id="0" name=""/>
        <dsp:cNvSpPr/>
      </dsp:nvSpPr>
      <dsp:spPr>
        <a:xfrm>
          <a:off x="2751335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12D956-F6AB-448A-9732-ACB0B424703A}">
      <dsp:nvSpPr>
        <dsp:cNvPr id="0" name=""/>
        <dsp:cNvSpPr/>
      </dsp:nvSpPr>
      <dsp:spPr>
        <a:xfrm>
          <a:off x="2876351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Others</a:t>
          </a:r>
        </a:p>
      </dsp:txBody>
      <dsp:txXfrm>
        <a:off x="2897277" y="3474102"/>
        <a:ext cx="1083288" cy="672612"/>
      </dsp:txXfrm>
    </dsp:sp>
    <dsp:sp modelId="{59474F24-E888-4275-934F-F86DA1305216}">
      <dsp:nvSpPr>
        <dsp:cNvPr id="0" name=""/>
        <dsp:cNvSpPr/>
      </dsp:nvSpPr>
      <dsp:spPr>
        <a:xfrm>
          <a:off x="5501679" y="2292718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6F87C-6CDE-47E5-A0EF-FD92E5081A36}">
      <dsp:nvSpPr>
        <dsp:cNvPr id="0" name=""/>
        <dsp:cNvSpPr/>
      </dsp:nvSpPr>
      <dsp:spPr>
        <a:xfrm>
          <a:off x="5626695" y="2411483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Learning</a:t>
          </a:r>
        </a:p>
      </dsp:txBody>
      <dsp:txXfrm>
        <a:off x="5647621" y="2432409"/>
        <a:ext cx="1083288" cy="672612"/>
      </dsp:txXfrm>
    </dsp:sp>
    <dsp:sp modelId="{69CBED36-6734-43B6-8310-1C58D81E424D}">
      <dsp:nvSpPr>
        <dsp:cNvPr id="0" name=""/>
        <dsp:cNvSpPr/>
      </dsp:nvSpPr>
      <dsp:spPr>
        <a:xfrm>
          <a:off x="4126507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CC18B-132E-4E83-B384-D15F3BE15EE7}">
      <dsp:nvSpPr>
        <dsp:cNvPr id="0" name=""/>
        <dsp:cNvSpPr/>
      </dsp:nvSpPr>
      <dsp:spPr>
        <a:xfrm>
          <a:off x="4251523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Supervised</a:t>
          </a:r>
        </a:p>
      </dsp:txBody>
      <dsp:txXfrm>
        <a:off x="4272449" y="3474102"/>
        <a:ext cx="1083288" cy="672612"/>
      </dsp:txXfrm>
    </dsp:sp>
    <dsp:sp modelId="{A399198D-9D62-4107-8A9D-6C9AAAC6F3F8}">
      <dsp:nvSpPr>
        <dsp:cNvPr id="0" name=""/>
        <dsp:cNvSpPr/>
      </dsp:nvSpPr>
      <dsp:spPr>
        <a:xfrm>
          <a:off x="5501679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E5188-5397-45A1-B064-865A63FBE262}">
      <dsp:nvSpPr>
        <dsp:cNvPr id="0" name=""/>
        <dsp:cNvSpPr/>
      </dsp:nvSpPr>
      <dsp:spPr>
        <a:xfrm>
          <a:off x="5626695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Unsupervised</a:t>
          </a:r>
        </a:p>
      </dsp:txBody>
      <dsp:txXfrm>
        <a:off x="5647621" y="3474102"/>
        <a:ext cx="1083288" cy="672612"/>
      </dsp:txXfrm>
    </dsp:sp>
    <dsp:sp modelId="{1736A74C-677B-40F4-BEA4-951F680C85DA}">
      <dsp:nvSpPr>
        <dsp:cNvPr id="0" name=""/>
        <dsp:cNvSpPr/>
      </dsp:nvSpPr>
      <dsp:spPr>
        <a:xfrm>
          <a:off x="6876851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245FF-436A-4DB5-A2F2-D0F6659BBAE7}">
      <dsp:nvSpPr>
        <dsp:cNvPr id="0" name=""/>
        <dsp:cNvSpPr/>
      </dsp:nvSpPr>
      <dsp:spPr>
        <a:xfrm>
          <a:off x="7001867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Semi-supervised</a:t>
          </a:r>
        </a:p>
      </dsp:txBody>
      <dsp:txXfrm>
        <a:off x="7022793" y="3474102"/>
        <a:ext cx="1083288" cy="6726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0455C-B963-4B55-A88B-AC0A8D49C330}">
      <dsp:nvSpPr>
        <dsp:cNvPr id="0" name=""/>
        <dsp:cNvSpPr/>
      </dsp:nvSpPr>
      <dsp:spPr>
        <a:xfrm>
          <a:off x="6064250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98A6F-2B12-4FFE-B0D0-8532C923AA00}">
      <dsp:nvSpPr>
        <dsp:cNvPr id="0" name=""/>
        <dsp:cNvSpPr/>
      </dsp:nvSpPr>
      <dsp:spPr>
        <a:xfrm>
          <a:off x="6018530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CF2AC4-3E06-4437-897A-AB3000F2C92C}">
      <dsp:nvSpPr>
        <dsp:cNvPr id="0" name=""/>
        <dsp:cNvSpPr/>
      </dsp:nvSpPr>
      <dsp:spPr>
        <a:xfrm>
          <a:off x="4689078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444F3-A9E1-4251-8120-E8EFBE28A593}">
      <dsp:nvSpPr>
        <dsp:cNvPr id="0" name=""/>
        <dsp:cNvSpPr/>
      </dsp:nvSpPr>
      <dsp:spPr>
        <a:xfrm>
          <a:off x="3858976" y="1965490"/>
          <a:ext cx="2205273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205273" y="222996"/>
              </a:lnTo>
              <a:lnTo>
                <a:pt x="2205273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1ADCF5-6DC8-46B4-A5FC-D7455D389AE7}">
      <dsp:nvSpPr>
        <dsp:cNvPr id="0" name=""/>
        <dsp:cNvSpPr/>
      </dsp:nvSpPr>
      <dsp:spPr>
        <a:xfrm>
          <a:off x="1938734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D19D1-48E1-41E6-B696-2DCDC2559886}">
      <dsp:nvSpPr>
        <dsp:cNvPr id="0" name=""/>
        <dsp:cNvSpPr/>
      </dsp:nvSpPr>
      <dsp:spPr>
        <a:xfrm>
          <a:off x="1893014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5A6690-AAC1-4288-9463-BA04F2F42816}">
      <dsp:nvSpPr>
        <dsp:cNvPr id="0" name=""/>
        <dsp:cNvSpPr/>
      </dsp:nvSpPr>
      <dsp:spPr>
        <a:xfrm>
          <a:off x="563562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4B1407-4E32-4593-B172-FD2D9EAE000B}">
      <dsp:nvSpPr>
        <dsp:cNvPr id="0" name=""/>
        <dsp:cNvSpPr/>
      </dsp:nvSpPr>
      <dsp:spPr>
        <a:xfrm>
          <a:off x="1938734" y="1965490"/>
          <a:ext cx="1920241" cy="327228"/>
        </a:xfrm>
        <a:custGeom>
          <a:avLst/>
          <a:gdLst/>
          <a:ahLst/>
          <a:cxnLst/>
          <a:rect l="0" t="0" r="0" b="0"/>
          <a:pathLst>
            <a:path>
              <a:moveTo>
                <a:pt x="1920241" y="0"/>
              </a:moveTo>
              <a:lnTo>
                <a:pt x="192024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469E6-21C1-4496-B1BD-C5B9FB31144F}">
      <dsp:nvSpPr>
        <dsp:cNvPr id="0" name=""/>
        <dsp:cNvSpPr/>
      </dsp:nvSpPr>
      <dsp:spPr>
        <a:xfrm>
          <a:off x="3296405" y="1251026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F985B-A482-4F03-B9FC-F2087F4985B0}">
      <dsp:nvSpPr>
        <dsp:cNvPr id="0" name=""/>
        <dsp:cNvSpPr/>
      </dsp:nvSpPr>
      <dsp:spPr>
        <a:xfrm>
          <a:off x="3421421" y="1369791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LLIE </a:t>
          </a:r>
          <a:r>
            <a:rPr lang="en-US" sz="1200" kern="1200" dirty="0" err="1"/>
            <a:t>Apporaches</a:t>
          </a:r>
          <a:endParaRPr lang="en-US" sz="1200" kern="1200" dirty="0"/>
        </a:p>
      </dsp:txBody>
      <dsp:txXfrm>
        <a:off x="3442347" y="1390717"/>
        <a:ext cx="1083288" cy="672612"/>
      </dsp:txXfrm>
    </dsp:sp>
    <dsp:sp modelId="{C6D3DFB5-2C4F-4951-ABFB-002B4782E3E7}">
      <dsp:nvSpPr>
        <dsp:cNvPr id="0" name=""/>
        <dsp:cNvSpPr/>
      </dsp:nvSpPr>
      <dsp:spPr>
        <a:xfrm>
          <a:off x="1091132" y="2292718"/>
          <a:ext cx="1695204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3C1D7-B01F-41C0-8A94-7C44DE6FB64C}">
      <dsp:nvSpPr>
        <dsp:cNvPr id="0" name=""/>
        <dsp:cNvSpPr/>
      </dsp:nvSpPr>
      <dsp:spPr>
        <a:xfrm>
          <a:off x="1216147" y="2411483"/>
          <a:ext cx="1695204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Hand Crafted Rules</a:t>
          </a:r>
        </a:p>
      </dsp:txBody>
      <dsp:txXfrm>
        <a:off x="1237073" y="2432409"/>
        <a:ext cx="1653352" cy="672612"/>
      </dsp:txXfrm>
    </dsp:sp>
    <dsp:sp modelId="{B6614825-30C4-45F2-A77D-818F6EAE04FD}">
      <dsp:nvSpPr>
        <dsp:cNvPr id="0" name=""/>
        <dsp:cNvSpPr/>
      </dsp:nvSpPr>
      <dsp:spPr>
        <a:xfrm>
          <a:off x="992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4249-C516-425D-9CFB-D5BB3CE2038E}">
      <dsp:nvSpPr>
        <dsp:cNvPr id="0" name=""/>
        <dsp:cNvSpPr/>
      </dsp:nvSpPr>
      <dsp:spPr>
        <a:xfrm>
          <a:off x="126007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Histogram Equalization (HE)</a:t>
          </a:r>
        </a:p>
      </dsp:txBody>
      <dsp:txXfrm>
        <a:off x="146933" y="3474102"/>
        <a:ext cx="1083288" cy="672612"/>
      </dsp:txXfrm>
    </dsp:sp>
    <dsp:sp modelId="{8A9EEE43-EA3F-4AD7-9625-94E48EF7953A}">
      <dsp:nvSpPr>
        <dsp:cNvPr id="0" name=""/>
        <dsp:cNvSpPr/>
      </dsp:nvSpPr>
      <dsp:spPr>
        <a:xfrm>
          <a:off x="1376164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78141-4629-4009-940C-E94709A1DA50}">
      <dsp:nvSpPr>
        <dsp:cNvPr id="0" name=""/>
        <dsp:cNvSpPr/>
      </dsp:nvSpPr>
      <dsp:spPr>
        <a:xfrm>
          <a:off x="1501179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Retinex</a:t>
          </a:r>
          <a:r>
            <a:rPr lang="en-US" sz="1200" kern="1200" dirty="0"/>
            <a:t> Theory</a:t>
          </a:r>
        </a:p>
      </dsp:txBody>
      <dsp:txXfrm>
        <a:off x="1522105" y="3474102"/>
        <a:ext cx="1083288" cy="672612"/>
      </dsp:txXfrm>
    </dsp:sp>
    <dsp:sp modelId="{FA1A96AB-EF9A-48F6-A75F-E5822B29A666}">
      <dsp:nvSpPr>
        <dsp:cNvPr id="0" name=""/>
        <dsp:cNvSpPr/>
      </dsp:nvSpPr>
      <dsp:spPr>
        <a:xfrm>
          <a:off x="2751335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EE592-E95F-4FEB-8DA0-8628C032AF14}">
      <dsp:nvSpPr>
        <dsp:cNvPr id="0" name=""/>
        <dsp:cNvSpPr/>
      </dsp:nvSpPr>
      <dsp:spPr>
        <a:xfrm>
          <a:off x="2876351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Others</a:t>
          </a:r>
        </a:p>
      </dsp:txBody>
      <dsp:txXfrm>
        <a:off x="2897277" y="3474102"/>
        <a:ext cx="1083288" cy="672612"/>
      </dsp:txXfrm>
    </dsp:sp>
    <dsp:sp modelId="{59474F24-E888-4275-934F-F86DA1305216}">
      <dsp:nvSpPr>
        <dsp:cNvPr id="0" name=""/>
        <dsp:cNvSpPr/>
      </dsp:nvSpPr>
      <dsp:spPr>
        <a:xfrm>
          <a:off x="5501679" y="2292718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6F87C-6CDE-47E5-A0EF-FD92E5081A36}">
      <dsp:nvSpPr>
        <dsp:cNvPr id="0" name=""/>
        <dsp:cNvSpPr/>
      </dsp:nvSpPr>
      <dsp:spPr>
        <a:xfrm>
          <a:off x="5626695" y="2411483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Learning</a:t>
          </a:r>
        </a:p>
      </dsp:txBody>
      <dsp:txXfrm>
        <a:off x="5647621" y="2432409"/>
        <a:ext cx="1083288" cy="672612"/>
      </dsp:txXfrm>
    </dsp:sp>
    <dsp:sp modelId="{69CBED36-6734-43B6-8310-1C58D81E424D}">
      <dsp:nvSpPr>
        <dsp:cNvPr id="0" name=""/>
        <dsp:cNvSpPr/>
      </dsp:nvSpPr>
      <dsp:spPr>
        <a:xfrm>
          <a:off x="4126507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CC18B-132E-4E83-B384-D15F3BE15EE7}">
      <dsp:nvSpPr>
        <dsp:cNvPr id="0" name=""/>
        <dsp:cNvSpPr/>
      </dsp:nvSpPr>
      <dsp:spPr>
        <a:xfrm>
          <a:off x="4251523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Supervised</a:t>
          </a:r>
        </a:p>
      </dsp:txBody>
      <dsp:txXfrm>
        <a:off x="4272449" y="3474102"/>
        <a:ext cx="1083288" cy="672612"/>
      </dsp:txXfrm>
    </dsp:sp>
    <dsp:sp modelId="{A399198D-9D62-4107-8A9D-6C9AAAC6F3F8}">
      <dsp:nvSpPr>
        <dsp:cNvPr id="0" name=""/>
        <dsp:cNvSpPr/>
      </dsp:nvSpPr>
      <dsp:spPr>
        <a:xfrm>
          <a:off x="5501679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E5188-5397-45A1-B064-865A63FBE262}">
      <dsp:nvSpPr>
        <dsp:cNvPr id="0" name=""/>
        <dsp:cNvSpPr/>
      </dsp:nvSpPr>
      <dsp:spPr>
        <a:xfrm>
          <a:off x="5626695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Unsupervised</a:t>
          </a:r>
        </a:p>
      </dsp:txBody>
      <dsp:txXfrm>
        <a:off x="5647621" y="3474102"/>
        <a:ext cx="1083288" cy="672612"/>
      </dsp:txXfrm>
    </dsp:sp>
    <dsp:sp modelId="{1736A74C-677B-40F4-BEA4-951F680C85DA}">
      <dsp:nvSpPr>
        <dsp:cNvPr id="0" name=""/>
        <dsp:cNvSpPr/>
      </dsp:nvSpPr>
      <dsp:spPr>
        <a:xfrm>
          <a:off x="6876851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245FF-436A-4DB5-A2F2-D0F6659BBAE7}">
      <dsp:nvSpPr>
        <dsp:cNvPr id="0" name=""/>
        <dsp:cNvSpPr/>
      </dsp:nvSpPr>
      <dsp:spPr>
        <a:xfrm>
          <a:off x="7001867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Semi-supervised</a:t>
          </a:r>
        </a:p>
      </dsp:txBody>
      <dsp:txXfrm>
        <a:off x="7022793" y="3474102"/>
        <a:ext cx="1083288" cy="6726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0455C-B963-4B55-A88B-AC0A8D49C330}">
      <dsp:nvSpPr>
        <dsp:cNvPr id="0" name=""/>
        <dsp:cNvSpPr/>
      </dsp:nvSpPr>
      <dsp:spPr>
        <a:xfrm>
          <a:off x="6064250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98A6F-2B12-4FFE-B0D0-8532C923AA00}">
      <dsp:nvSpPr>
        <dsp:cNvPr id="0" name=""/>
        <dsp:cNvSpPr/>
      </dsp:nvSpPr>
      <dsp:spPr>
        <a:xfrm>
          <a:off x="6018530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CF2AC4-3E06-4437-897A-AB3000F2C92C}">
      <dsp:nvSpPr>
        <dsp:cNvPr id="0" name=""/>
        <dsp:cNvSpPr/>
      </dsp:nvSpPr>
      <dsp:spPr>
        <a:xfrm>
          <a:off x="4689078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444F3-A9E1-4251-8120-E8EFBE28A593}">
      <dsp:nvSpPr>
        <dsp:cNvPr id="0" name=""/>
        <dsp:cNvSpPr/>
      </dsp:nvSpPr>
      <dsp:spPr>
        <a:xfrm>
          <a:off x="3858976" y="1965490"/>
          <a:ext cx="2205273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205273" y="222996"/>
              </a:lnTo>
              <a:lnTo>
                <a:pt x="2205273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1ADCF5-6DC8-46B4-A5FC-D7455D389AE7}">
      <dsp:nvSpPr>
        <dsp:cNvPr id="0" name=""/>
        <dsp:cNvSpPr/>
      </dsp:nvSpPr>
      <dsp:spPr>
        <a:xfrm>
          <a:off x="1938734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D19D1-48E1-41E6-B696-2DCDC2559886}">
      <dsp:nvSpPr>
        <dsp:cNvPr id="0" name=""/>
        <dsp:cNvSpPr/>
      </dsp:nvSpPr>
      <dsp:spPr>
        <a:xfrm>
          <a:off x="1893014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5A6690-AAC1-4288-9463-BA04F2F42816}">
      <dsp:nvSpPr>
        <dsp:cNvPr id="0" name=""/>
        <dsp:cNvSpPr/>
      </dsp:nvSpPr>
      <dsp:spPr>
        <a:xfrm>
          <a:off x="563562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4B1407-4E32-4593-B172-FD2D9EAE000B}">
      <dsp:nvSpPr>
        <dsp:cNvPr id="0" name=""/>
        <dsp:cNvSpPr/>
      </dsp:nvSpPr>
      <dsp:spPr>
        <a:xfrm>
          <a:off x="1938734" y="1965490"/>
          <a:ext cx="1920241" cy="327228"/>
        </a:xfrm>
        <a:custGeom>
          <a:avLst/>
          <a:gdLst/>
          <a:ahLst/>
          <a:cxnLst/>
          <a:rect l="0" t="0" r="0" b="0"/>
          <a:pathLst>
            <a:path>
              <a:moveTo>
                <a:pt x="1920241" y="0"/>
              </a:moveTo>
              <a:lnTo>
                <a:pt x="192024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469E6-21C1-4496-B1BD-C5B9FB31144F}">
      <dsp:nvSpPr>
        <dsp:cNvPr id="0" name=""/>
        <dsp:cNvSpPr/>
      </dsp:nvSpPr>
      <dsp:spPr>
        <a:xfrm>
          <a:off x="3296405" y="1251026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F985B-A482-4F03-B9FC-F2087F4985B0}">
      <dsp:nvSpPr>
        <dsp:cNvPr id="0" name=""/>
        <dsp:cNvSpPr/>
      </dsp:nvSpPr>
      <dsp:spPr>
        <a:xfrm>
          <a:off x="3421421" y="1369791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LLIE </a:t>
          </a:r>
          <a:r>
            <a:rPr lang="en-US" sz="1200" kern="1200" dirty="0" err="1"/>
            <a:t>Apporaches</a:t>
          </a:r>
          <a:endParaRPr lang="en-US" sz="1200" kern="1200" dirty="0"/>
        </a:p>
      </dsp:txBody>
      <dsp:txXfrm>
        <a:off x="3442347" y="1390717"/>
        <a:ext cx="1083288" cy="672612"/>
      </dsp:txXfrm>
    </dsp:sp>
    <dsp:sp modelId="{C6D3DFB5-2C4F-4951-ABFB-002B4782E3E7}">
      <dsp:nvSpPr>
        <dsp:cNvPr id="0" name=""/>
        <dsp:cNvSpPr/>
      </dsp:nvSpPr>
      <dsp:spPr>
        <a:xfrm>
          <a:off x="1091132" y="2292718"/>
          <a:ext cx="1695204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3C1D7-B01F-41C0-8A94-7C44DE6FB64C}">
      <dsp:nvSpPr>
        <dsp:cNvPr id="0" name=""/>
        <dsp:cNvSpPr/>
      </dsp:nvSpPr>
      <dsp:spPr>
        <a:xfrm>
          <a:off x="1216147" y="2411483"/>
          <a:ext cx="1695204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Hand Crafted Rules</a:t>
          </a:r>
        </a:p>
      </dsp:txBody>
      <dsp:txXfrm>
        <a:off x="1237073" y="2432409"/>
        <a:ext cx="1653352" cy="672612"/>
      </dsp:txXfrm>
    </dsp:sp>
    <dsp:sp modelId="{B6614825-30C4-45F2-A77D-818F6EAE04FD}">
      <dsp:nvSpPr>
        <dsp:cNvPr id="0" name=""/>
        <dsp:cNvSpPr/>
      </dsp:nvSpPr>
      <dsp:spPr>
        <a:xfrm>
          <a:off x="992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4249-C516-425D-9CFB-D5BB3CE2038E}">
      <dsp:nvSpPr>
        <dsp:cNvPr id="0" name=""/>
        <dsp:cNvSpPr/>
      </dsp:nvSpPr>
      <dsp:spPr>
        <a:xfrm>
          <a:off x="126007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Histogram Equalization (HE)</a:t>
          </a:r>
        </a:p>
      </dsp:txBody>
      <dsp:txXfrm>
        <a:off x="146933" y="3474102"/>
        <a:ext cx="1083288" cy="672612"/>
      </dsp:txXfrm>
    </dsp:sp>
    <dsp:sp modelId="{8A9EEE43-EA3F-4AD7-9625-94E48EF7953A}">
      <dsp:nvSpPr>
        <dsp:cNvPr id="0" name=""/>
        <dsp:cNvSpPr/>
      </dsp:nvSpPr>
      <dsp:spPr>
        <a:xfrm>
          <a:off x="1376164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78141-4629-4009-940C-E94709A1DA50}">
      <dsp:nvSpPr>
        <dsp:cNvPr id="0" name=""/>
        <dsp:cNvSpPr/>
      </dsp:nvSpPr>
      <dsp:spPr>
        <a:xfrm>
          <a:off x="1501179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Retinex</a:t>
          </a:r>
          <a:r>
            <a:rPr lang="en-US" sz="1200" kern="1200" dirty="0"/>
            <a:t> Theory</a:t>
          </a:r>
        </a:p>
      </dsp:txBody>
      <dsp:txXfrm>
        <a:off x="1522105" y="3474102"/>
        <a:ext cx="1083288" cy="672612"/>
      </dsp:txXfrm>
    </dsp:sp>
    <dsp:sp modelId="{FA1A96AB-EF9A-48F6-A75F-E5822B29A666}">
      <dsp:nvSpPr>
        <dsp:cNvPr id="0" name=""/>
        <dsp:cNvSpPr/>
      </dsp:nvSpPr>
      <dsp:spPr>
        <a:xfrm>
          <a:off x="2751335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EE592-E95F-4FEB-8DA0-8628C032AF14}">
      <dsp:nvSpPr>
        <dsp:cNvPr id="0" name=""/>
        <dsp:cNvSpPr/>
      </dsp:nvSpPr>
      <dsp:spPr>
        <a:xfrm>
          <a:off x="2876351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Others</a:t>
          </a:r>
        </a:p>
      </dsp:txBody>
      <dsp:txXfrm>
        <a:off x="2897277" y="3474102"/>
        <a:ext cx="1083288" cy="672612"/>
      </dsp:txXfrm>
    </dsp:sp>
    <dsp:sp modelId="{59474F24-E888-4275-934F-F86DA1305216}">
      <dsp:nvSpPr>
        <dsp:cNvPr id="0" name=""/>
        <dsp:cNvSpPr/>
      </dsp:nvSpPr>
      <dsp:spPr>
        <a:xfrm>
          <a:off x="5501679" y="2292718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6F87C-6CDE-47E5-A0EF-FD92E5081A36}">
      <dsp:nvSpPr>
        <dsp:cNvPr id="0" name=""/>
        <dsp:cNvSpPr/>
      </dsp:nvSpPr>
      <dsp:spPr>
        <a:xfrm>
          <a:off x="5626695" y="2411483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Learning</a:t>
          </a:r>
        </a:p>
      </dsp:txBody>
      <dsp:txXfrm>
        <a:off x="5647621" y="2432409"/>
        <a:ext cx="1083288" cy="672612"/>
      </dsp:txXfrm>
    </dsp:sp>
    <dsp:sp modelId="{69CBED36-6734-43B6-8310-1C58D81E424D}">
      <dsp:nvSpPr>
        <dsp:cNvPr id="0" name=""/>
        <dsp:cNvSpPr/>
      </dsp:nvSpPr>
      <dsp:spPr>
        <a:xfrm>
          <a:off x="4126507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CC18B-132E-4E83-B384-D15F3BE15EE7}">
      <dsp:nvSpPr>
        <dsp:cNvPr id="0" name=""/>
        <dsp:cNvSpPr/>
      </dsp:nvSpPr>
      <dsp:spPr>
        <a:xfrm>
          <a:off x="4251523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Supervised</a:t>
          </a:r>
        </a:p>
      </dsp:txBody>
      <dsp:txXfrm>
        <a:off x="4272449" y="3474102"/>
        <a:ext cx="1083288" cy="672612"/>
      </dsp:txXfrm>
    </dsp:sp>
    <dsp:sp modelId="{A399198D-9D62-4107-8A9D-6C9AAAC6F3F8}">
      <dsp:nvSpPr>
        <dsp:cNvPr id="0" name=""/>
        <dsp:cNvSpPr/>
      </dsp:nvSpPr>
      <dsp:spPr>
        <a:xfrm>
          <a:off x="5501679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E5188-5397-45A1-B064-865A63FBE262}">
      <dsp:nvSpPr>
        <dsp:cNvPr id="0" name=""/>
        <dsp:cNvSpPr/>
      </dsp:nvSpPr>
      <dsp:spPr>
        <a:xfrm>
          <a:off x="5626695" y="3453176"/>
          <a:ext cx="1125140" cy="71446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Unsupervised</a:t>
          </a:r>
        </a:p>
      </dsp:txBody>
      <dsp:txXfrm>
        <a:off x="5647621" y="3474102"/>
        <a:ext cx="1083288" cy="672612"/>
      </dsp:txXfrm>
    </dsp:sp>
    <dsp:sp modelId="{1736A74C-677B-40F4-BEA4-951F680C85DA}">
      <dsp:nvSpPr>
        <dsp:cNvPr id="0" name=""/>
        <dsp:cNvSpPr/>
      </dsp:nvSpPr>
      <dsp:spPr>
        <a:xfrm>
          <a:off x="6876851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245FF-436A-4DB5-A2F2-D0F6659BBAE7}">
      <dsp:nvSpPr>
        <dsp:cNvPr id="0" name=""/>
        <dsp:cNvSpPr/>
      </dsp:nvSpPr>
      <dsp:spPr>
        <a:xfrm>
          <a:off x="7001867" y="3453176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Semi-supervised</a:t>
          </a:r>
        </a:p>
      </dsp:txBody>
      <dsp:txXfrm>
        <a:off x="7022793" y="3474102"/>
        <a:ext cx="1083288" cy="67261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0455C-B963-4B55-A88B-AC0A8D49C330}">
      <dsp:nvSpPr>
        <dsp:cNvPr id="0" name=""/>
        <dsp:cNvSpPr/>
      </dsp:nvSpPr>
      <dsp:spPr>
        <a:xfrm>
          <a:off x="6064250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898A6F-2B12-4FFE-B0D0-8532C923AA00}">
      <dsp:nvSpPr>
        <dsp:cNvPr id="0" name=""/>
        <dsp:cNvSpPr/>
      </dsp:nvSpPr>
      <dsp:spPr>
        <a:xfrm>
          <a:off x="6018530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CF2AC4-3E06-4437-897A-AB3000F2C92C}">
      <dsp:nvSpPr>
        <dsp:cNvPr id="0" name=""/>
        <dsp:cNvSpPr/>
      </dsp:nvSpPr>
      <dsp:spPr>
        <a:xfrm>
          <a:off x="4689078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1444F3-A9E1-4251-8120-E8EFBE28A593}">
      <dsp:nvSpPr>
        <dsp:cNvPr id="0" name=""/>
        <dsp:cNvSpPr/>
      </dsp:nvSpPr>
      <dsp:spPr>
        <a:xfrm>
          <a:off x="3858976" y="1965490"/>
          <a:ext cx="2205273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2205273" y="222996"/>
              </a:lnTo>
              <a:lnTo>
                <a:pt x="2205273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1ADCF5-6DC8-46B4-A5FC-D7455D389AE7}">
      <dsp:nvSpPr>
        <dsp:cNvPr id="0" name=""/>
        <dsp:cNvSpPr/>
      </dsp:nvSpPr>
      <dsp:spPr>
        <a:xfrm>
          <a:off x="1938734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2996"/>
              </a:lnTo>
              <a:lnTo>
                <a:pt x="1375171" y="222996"/>
              </a:lnTo>
              <a:lnTo>
                <a:pt x="1375171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3D19D1-48E1-41E6-B696-2DCDC2559886}">
      <dsp:nvSpPr>
        <dsp:cNvPr id="0" name=""/>
        <dsp:cNvSpPr/>
      </dsp:nvSpPr>
      <dsp:spPr>
        <a:xfrm>
          <a:off x="1893014" y="3007183"/>
          <a:ext cx="91440" cy="3272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5A6690-AAC1-4288-9463-BA04F2F42816}">
      <dsp:nvSpPr>
        <dsp:cNvPr id="0" name=""/>
        <dsp:cNvSpPr/>
      </dsp:nvSpPr>
      <dsp:spPr>
        <a:xfrm>
          <a:off x="563562" y="3007183"/>
          <a:ext cx="1375171" cy="327228"/>
        </a:xfrm>
        <a:custGeom>
          <a:avLst/>
          <a:gdLst/>
          <a:ahLst/>
          <a:cxnLst/>
          <a:rect l="0" t="0" r="0" b="0"/>
          <a:pathLst>
            <a:path>
              <a:moveTo>
                <a:pt x="1375171" y="0"/>
              </a:moveTo>
              <a:lnTo>
                <a:pt x="137517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4B1407-4E32-4593-B172-FD2D9EAE000B}">
      <dsp:nvSpPr>
        <dsp:cNvPr id="0" name=""/>
        <dsp:cNvSpPr/>
      </dsp:nvSpPr>
      <dsp:spPr>
        <a:xfrm>
          <a:off x="1938734" y="1965490"/>
          <a:ext cx="1920241" cy="327228"/>
        </a:xfrm>
        <a:custGeom>
          <a:avLst/>
          <a:gdLst/>
          <a:ahLst/>
          <a:cxnLst/>
          <a:rect l="0" t="0" r="0" b="0"/>
          <a:pathLst>
            <a:path>
              <a:moveTo>
                <a:pt x="1920241" y="0"/>
              </a:moveTo>
              <a:lnTo>
                <a:pt x="1920241" y="222996"/>
              </a:lnTo>
              <a:lnTo>
                <a:pt x="0" y="222996"/>
              </a:lnTo>
              <a:lnTo>
                <a:pt x="0" y="3272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1469E6-21C1-4496-B1BD-C5B9FB31144F}">
      <dsp:nvSpPr>
        <dsp:cNvPr id="0" name=""/>
        <dsp:cNvSpPr/>
      </dsp:nvSpPr>
      <dsp:spPr>
        <a:xfrm>
          <a:off x="3296405" y="1251026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F985B-A482-4F03-B9FC-F2087F4985B0}">
      <dsp:nvSpPr>
        <dsp:cNvPr id="0" name=""/>
        <dsp:cNvSpPr/>
      </dsp:nvSpPr>
      <dsp:spPr>
        <a:xfrm>
          <a:off x="3421421" y="1369791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LLIE </a:t>
          </a:r>
          <a:r>
            <a:rPr lang="en-US" sz="1200" kern="1200" dirty="0" err="1"/>
            <a:t>Apporaches</a:t>
          </a:r>
          <a:endParaRPr lang="en-US" sz="1200" kern="1200" dirty="0"/>
        </a:p>
      </dsp:txBody>
      <dsp:txXfrm>
        <a:off x="3442347" y="1390717"/>
        <a:ext cx="1083288" cy="672612"/>
      </dsp:txXfrm>
    </dsp:sp>
    <dsp:sp modelId="{C6D3DFB5-2C4F-4951-ABFB-002B4782E3E7}">
      <dsp:nvSpPr>
        <dsp:cNvPr id="0" name=""/>
        <dsp:cNvSpPr/>
      </dsp:nvSpPr>
      <dsp:spPr>
        <a:xfrm>
          <a:off x="1091132" y="2292718"/>
          <a:ext cx="1695204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B3C1D7-B01F-41C0-8A94-7C44DE6FB64C}">
      <dsp:nvSpPr>
        <dsp:cNvPr id="0" name=""/>
        <dsp:cNvSpPr/>
      </dsp:nvSpPr>
      <dsp:spPr>
        <a:xfrm>
          <a:off x="1216147" y="2411483"/>
          <a:ext cx="1695204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Hand Crafted Rules</a:t>
          </a:r>
        </a:p>
      </dsp:txBody>
      <dsp:txXfrm>
        <a:off x="1237073" y="2432409"/>
        <a:ext cx="1653352" cy="672612"/>
      </dsp:txXfrm>
    </dsp:sp>
    <dsp:sp modelId="{B6614825-30C4-45F2-A77D-818F6EAE04FD}">
      <dsp:nvSpPr>
        <dsp:cNvPr id="0" name=""/>
        <dsp:cNvSpPr/>
      </dsp:nvSpPr>
      <dsp:spPr>
        <a:xfrm>
          <a:off x="992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FF4249-C516-425D-9CFB-D5BB3CE2038E}">
      <dsp:nvSpPr>
        <dsp:cNvPr id="0" name=""/>
        <dsp:cNvSpPr/>
      </dsp:nvSpPr>
      <dsp:spPr>
        <a:xfrm>
          <a:off x="126007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Histogram Equalization (HE)</a:t>
          </a:r>
        </a:p>
      </dsp:txBody>
      <dsp:txXfrm>
        <a:off x="146933" y="3474102"/>
        <a:ext cx="1083288" cy="672612"/>
      </dsp:txXfrm>
    </dsp:sp>
    <dsp:sp modelId="{8A9EEE43-EA3F-4AD7-9625-94E48EF7953A}">
      <dsp:nvSpPr>
        <dsp:cNvPr id="0" name=""/>
        <dsp:cNvSpPr/>
      </dsp:nvSpPr>
      <dsp:spPr>
        <a:xfrm>
          <a:off x="1376164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C78141-4629-4009-940C-E94709A1DA50}">
      <dsp:nvSpPr>
        <dsp:cNvPr id="0" name=""/>
        <dsp:cNvSpPr/>
      </dsp:nvSpPr>
      <dsp:spPr>
        <a:xfrm>
          <a:off x="1501179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Retinex</a:t>
          </a:r>
          <a:r>
            <a:rPr lang="en-US" sz="1200" kern="1200" dirty="0"/>
            <a:t> Theory</a:t>
          </a:r>
        </a:p>
      </dsp:txBody>
      <dsp:txXfrm>
        <a:off x="1522105" y="3474102"/>
        <a:ext cx="1083288" cy="672612"/>
      </dsp:txXfrm>
    </dsp:sp>
    <dsp:sp modelId="{FA1A96AB-EF9A-48F6-A75F-E5822B29A666}">
      <dsp:nvSpPr>
        <dsp:cNvPr id="0" name=""/>
        <dsp:cNvSpPr/>
      </dsp:nvSpPr>
      <dsp:spPr>
        <a:xfrm>
          <a:off x="2751335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7EE592-E95F-4FEB-8DA0-8628C032AF14}">
      <dsp:nvSpPr>
        <dsp:cNvPr id="0" name=""/>
        <dsp:cNvSpPr/>
      </dsp:nvSpPr>
      <dsp:spPr>
        <a:xfrm>
          <a:off x="2876351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Others</a:t>
          </a:r>
        </a:p>
      </dsp:txBody>
      <dsp:txXfrm>
        <a:off x="2897277" y="3474102"/>
        <a:ext cx="1083288" cy="672612"/>
      </dsp:txXfrm>
    </dsp:sp>
    <dsp:sp modelId="{59474F24-E888-4275-934F-F86DA1305216}">
      <dsp:nvSpPr>
        <dsp:cNvPr id="0" name=""/>
        <dsp:cNvSpPr/>
      </dsp:nvSpPr>
      <dsp:spPr>
        <a:xfrm>
          <a:off x="5501679" y="2292718"/>
          <a:ext cx="1125140" cy="71446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F6F87C-6CDE-47E5-A0EF-FD92E5081A36}">
      <dsp:nvSpPr>
        <dsp:cNvPr id="0" name=""/>
        <dsp:cNvSpPr/>
      </dsp:nvSpPr>
      <dsp:spPr>
        <a:xfrm>
          <a:off x="5626695" y="2411483"/>
          <a:ext cx="1125140" cy="71446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Learning</a:t>
          </a:r>
        </a:p>
      </dsp:txBody>
      <dsp:txXfrm>
        <a:off x="5647621" y="2432409"/>
        <a:ext cx="1083288" cy="672612"/>
      </dsp:txXfrm>
    </dsp:sp>
    <dsp:sp modelId="{69CBED36-6734-43B6-8310-1C58D81E424D}">
      <dsp:nvSpPr>
        <dsp:cNvPr id="0" name=""/>
        <dsp:cNvSpPr/>
      </dsp:nvSpPr>
      <dsp:spPr>
        <a:xfrm>
          <a:off x="4126507" y="3334411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CCC18B-132E-4E83-B384-D15F3BE15EE7}">
      <dsp:nvSpPr>
        <dsp:cNvPr id="0" name=""/>
        <dsp:cNvSpPr/>
      </dsp:nvSpPr>
      <dsp:spPr>
        <a:xfrm>
          <a:off x="4251523" y="3453176"/>
          <a:ext cx="1125140" cy="714464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 val="7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Supervised</a:t>
          </a:r>
        </a:p>
      </dsp:txBody>
      <dsp:txXfrm>
        <a:off x="4272449" y="3474102"/>
        <a:ext cx="1083288" cy="672612"/>
      </dsp:txXfrm>
    </dsp:sp>
    <dsp:sp modelId="{A399198D-9D62-4107-8A9D-6C9AAAC6F3F8}">
      <dsp:nvSpPr>
        <dsp:cNvPr id="0" name=""/>
        <dsp:cNvSpPr/>
      </dsp:nvSpPr>
      <dsp:spPr>
        <a:xfrm>
          <a:off x="5501679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CE5188-5397-45A1-B064-865A63FBE262}">
      <dsp:nvSpPr>
        <dsp:cNvPr id="0" name=""/>
        <dsp:cNvSpPr/>
      </dsp:nvSpPr>
      <dsp:spPr>
        <a:xfrm>
          <a:off x="5626695" y="3453176"/>
          <a:ext cx="1125140" cy="714464"/>
        </a:xfrm>
        <a:prstGeom prst="roundRect">
          <a:avLst>
            <a:gd name="adj" fmla="val 10000"/>
          </a:avLst>
        </a:prstGeom>
        <a:solidFill>
          <a:schemeClr val="accent2">
            <a:lumMod val="60000"/>
            <a:lumOff val="4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Unsupervised</a:t>
          </a:r>
        </a:p>
      </dsp:txBody>
      <dsp:txXfrm>
        <a:off x="5647621" y="3474102"/>
        <a:ext cx="1083288" cy="672612"/>
      </dsp:txXfrm>
    </dsp:sp>
    <dsp:sp modelId="{1736A74C-677B-40F4-BEA4-951F680C85DA}">
      <dsp:nvSpPr>
        <dsp:cNvPr id="0" name=""/>
        <dsp:cNvSpPr/>
      </dsp:nvSpPr>
      <dsp:spPr>
        <a:xfrm>
          <a:off x="6876851" y="3334411"/>
          <a:ext cx="1125140" cy="714464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3245FF-436A-4DB5-A2F2-D0F6659BBAE7}">
      <dsp:nvSpPr>
        <dsp:cNvPr id="0" name=""/>
        <dsp:cNvSpPr/>
      </dsp:nvSpPr>
      <dsp:spPr>
        <a:xfrm>
          <a:off x="7001867" y="3453176"/>
          <a:ext cx="1125140" cy="714464"/>
        </a:xfrm>
        <a:prstGeom prst="roundRect">
          <a:avLst>
            <a:gd name="adj" fmla="val 10000"/>
          </a:avLst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Semi-supervised</a:t>
          </a:r>
        </a:p>
      </dsp:txBody>
      <dsp:txXfrm>
        <a:off x="7022793" y="3474102"/>
        <a:ext cx="1083288" cy="6726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64E195-0F24-4C4B-A5EF-1FD5867E2391}">
      <dsp:nvSpPr>
        <dsp:cNvPr id="0" name=""/>
        <dsp:cNvSpPr/>
      </dsp:nvSpPr>
      <dsp:spPr>
        <a:xfrm>
          <a:off x="801595" y="0"/>
          <a:ext cx="6908800" cy="1374309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159E3-08F5-4B7B-BBC5-77D91A7DE536}">
      <dsp:nvSpPr>
        <dsp:cNvPr id="0" name=""/>
        <dsp:cNvSpPr/>
      </dsp:nvSpPr>
      <dsp:spPr>
        <a:xfrm>
          <a:off x="2573" y="412292"/>
          <a:ext cx="2614352" cy="5497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Gamma Correction</a:t>
          </a:r>
        </a:p>
      </dsp:txBody>
      <dsp:txXfrm>
        <a:off x="29408" y="439127"/>
        <a:ext cx="2560682" cy="496053"/>
      </dsp:txXfrm>
    </dsp:sp>
    <dsp:sp modelId="{6EA267EC-85A4-4B9D-B0E0-C407A2FCF2F9}">
      <dsp:nvSpPr>
        <dsp:cNvPr id="0" name=""/>
        <dsp:cNvSpPr/>
      </dsp:nvSpPr>
      <dsp:spPr>
        <a:xfrm>
          <a:off x="2756823" y="412292"/>
          <a:ext cx="2614352" cy="5497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Contrast Adjustments</a:t>
          </a:r>
        </a:p>
      </dsp:txBody>
      <dsp:txXfrm>
        <a:off x="2783658" y="439127"/>
        <a:ext cx="2560682" cy="496053"/>
      </dsp:txXfrm>
    </dsp:sp>
    <dsp:sp modelId="{B6807D7A-DF1F-42AF-8C56-F00E0D730E62}">
      <dsp:nvSpPr>
        <dsp:cNvPr id="0" name=""/>
        <dsp:cNvSpPr/>
      </dsp:nvSpPr>
      <dsp:spPr>
        <a:xfrm>
          <a:off x="5511074" y="412292"/>
          <a:ext cx="2614352" cy="54972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CLAHE</a:t>
          </a:r>
        </a:p>
      </dsp:txBody>
      <dsp:txXfrm>
        <a:off x="5537909" y="439127"/>
        <a:ext cx="2560682" cy="49605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BDEC6-D37F-4645-86DE-64BAB86448DA}">
      <dsp:nvSpPr>
        <dsp:cNvPr id="0" name=""/>
        <dsp:cNvSpPr/>
      </dsp:nvSpPr>
      <dsp:spPr>
        <a:xfrm rot="5400000">
          <a:off x="2600455" y="1197848"/>
          <a:ext cx="1083094" cy="1233064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0CA008-AA91-4C27-900E-6152E1FBA8E4}">
      <dsp:nvSpPr>
        <dsp:cNvPr id="0" name=""/>
        <dsp:cNvSpPr/>
      </dsp:nvSpPr>
      <dsp:spPr>
        <a:xfrm>
          <a:off x="2491983" y="313202"/>
          <a:ext cx="1466329" cy="644274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Stage 1</a:t>
          </a:r>
        </a:p>
      </dsp:txBody>
      <dsp:txXfrm>
        <a:off x="2523440" y="344659"/>
        <a:ext cx="1403415" cy="581360"/>
      </dsp:txXfrm>
    </dsp:sp>
    <dsp:sp modelId="{293EA941-233F-479A-8E65-373A55E200BB}">
      <dsp:nvSpPr>
        <dsp:cNvPr id="0" name=""/>
        <dsp:cNvSpPr/>
      </dsp:nvSpPr>
      <dsp:spPr>
        <a:xfrm>
          <a:off x="4444872" y="147766"/>
          <a:ext cx="3984634" cy="1031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Paired Low Quality Images from SICE dataset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Optimize Encoder + CTDN + Decoder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Freeze the diffusion model</a:t>
          </a:r>
        </a:p>
      </dsp:txBody>
      <dsp:txXfrm>
        <a:off x="4444872" y="147766"/>
        <a:ext cx="3984634" cy="1031518"/>
      </dsp:txXfrm>
    </dsp:sp>
    <dsp:sp modelId="{C3DE28DF-AC78-456F-A513-1E77EEE2F845}">
      <dsp:nvSpPr>
        <dsp:cNvPr id="0" name=""/>
        <dsp:cNvSpPr/>
      </dsp:nvSpPr>
      <dsp:spPr>
        <a:xfrm>
          <a:off x="4556066" y="1623055"/>
          <a:ext cx="1582655" cy="648422"/>
        </a:xfrm>
        <a:prstGeom prst="roundRect">
          <a:avLst>
            <a:gd name="adj" fmla="val 166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Stage 2</a:t>
          </a:r>
        </a:p>
      </dsp:txBody>
      <dsp:txXfrm>
        <a:off x="4587725" y="1654714"/>
        <a:ext cx="1519337" cy="585104"/>
      </dsp:txXfrm>
    </dsp:sp>
    <dsp:sp modelId="{135C3387-3AEC-4757-8517-0C45A90ADA37}">
      <dsp:nvSpPr>
        <dsp:cNvPr id="0" name=""/>
        <dsp:cNvSpPr/>
      </dsp:nvSpPr>
      <dsp:spPr>
        <a:xfrm>
          <a:off x="6370207" y="1425096"/>
          <a:ext cx="3976996" cy="10315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Paired low/normal light image pairs from SICE dataset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Optimize the diffusion model while</a:t>
          </a:r>
          <a:r>
            <a:rPr lang="en-US" sz="1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+mn-ea"/>
              <a:cs typeface="+mn-cs"/>
            </a:rPr>
            <a:t> </a:t>
          </a:r>
          <a:r>
            <a:rPr lang="en-US" sz="14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rial"/>
              <a:ea typeface="+mn-ea"/>
              <a:cs typeface="+mn-cs"/>
            </a:rPr>
            <a:t>freezing other modules. </a:t>
          </a:r>
        </a:p>
      </dsp:txBody>
      <dsp:txXfrm>
        <a:off x="6370207" y="1425096"/>
        <a:ext cx="3976996" cy="103151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ADE98-09EB-425E-8E92-C147940CF21D}">
      <dsp:nvSpPr>
        <dsp:cNvPr id="0" name=""/>
        <dsp:cNvSpPr/>
      </dsp:nvSpPr>
      <dsp:spPr>
        <a:xfrm>
          <a:off x="1991361" y="1915276"/>
          <a:ext cx="2571213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Common LLIE Metrics</a:t>
          </a:r>
        </a:p>
      </dsp:txBody>
      <dsp:txXfrm>
        <a:off x="2013027" y="1936942"/>
        <a:ext cx="2527881" cy="696402"/>
      </dsp:txXfrm>
    </dsp:sp>
    <dsp:sp modelId="{3F3E3F55-94B9-40CE-8ECF-98A96F268706}">
      <dsp:nvSpPr>
        <dsp:cNvPr id="0" name=""/>
        <dsp:cNvSpPr/>
      </dsp:nvSpPr>
      <dsp:spPr>
        <a:xfrm rot="17945813">
          <a:off x="4249993" y="1737398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1723036"/>
        <a:ext cx="60847" cy="60847"/>
      </dsp:txXfrm>
    </dsp:sp>
    <dsp:sp modelId="{CFF61D23-EE44-4521-A35A-5F4A55535A72}">
      <dsp:nvSpPr>
        <dsp:cNvPr id="0" name=""/>
        <dsp:cNvSpPr/>
      </dsp:nvSpPr>
      <dsp:spPr>
        <a:xfrm>
          <a:off x="5154361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Supervised</a:t>
          </a:r>
        </a:p>
      </dsp:txBody>
      <dsp:txXfrm>
        <a:off x="5176027" y="873574"/>
        <a:ext cx="1436136" cy="696402"/>
      </dsp:txXfrm>
    </dsp:sp>
    <dsp:sp modelId="{8FC55360-0BE9-4382-8631-1C515B03870C}">
      <dsp:nvSpPr>
        <dsp:cNvPr id="0" name=""/>
        <dsp:cNvSpPr/>
      </dsp:nvSpPr>
      <dsp:spPr>
        <a:xfrm rot="18289469">
          <a:off x="6411580" y="780366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770521"/>
        <a:ext cx="51814" cy="51814"/>
      </dsp:txXfrm>
    </dsp:sp>
    <dsp:sp modelId="{B0C927DF-1C17-4464-8001-712C22D69E9C}">
      <dsp:nvSpPr>
        <dsp:cNvPr id="0" name=""/>
        <dsp:cNvSpPr/>
      </dsp:nvSpPr>
      <dsp:spPr>
        <a:xfrm>
          <a:off x="7225617" y="1214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PSNR </a:t>
          </a:r>
        </a:p>
      </dsp:txBody>
      <dsp:txXfrm>
        <a:off x="7247283" y="22880"/>
        <a:ext cx="1436136" cy="696402"/>
      </dsp:txXfrm>
    </dsp:sp>
    <dsp:sp modelId="{3AAEB23C-9235-408A-9F7F-E7738A5A9D3C}">
      <dsp:nvSpPr>
        <dsp:cNvPr id="0" name=""/>
        <dsp:cNvSpPr/>
      </dsp:nvSpPr>
      <dsp:spPr>
        <a:xfrm>
          <a:off x="6633830" y="1205713"/>
          <a:ext cx="5917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91787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4929" y="1206981"/>
        <a:ext cx="29589" cy="29589"/>
      </dsp:txXfrm>
    </dsp:sp>
    <dsp:sp modelId="{19152831-D2FD-4205-8C31-77AB54691503}">
      <dsp:nvSpPr>
        <dsp:cNvPr id="0" name=""/>
        <dsp:cNvSpPr/>
      </dsp:nvSpPr>
      <dsp:spPr>
        <a:xfrm>
          <a:off x="7225617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SSIM</a:t>
          </a:r>
        </a:p>
      </dsp:txBody>
      <dsp:txXfrm>
        <a:off x="7247283" y="873574"/>
        <a:ext cx="1436136" cy="696402"/>
      </dsp:txXfrm>
    </dsp:sp>
    <dsp:sp modelId="{032D94F1-D203-458C-A8B3-1668C9811933}">
      <dsp:nvSpPr>
        <dsp:cNvPr id="0" name=""/>
        <dsp:cNvSpPr/>
      </dsp:nvSpPr>
      <dsp:spPr>
        <a:xfrm rot="3310531">
          <a:off x="6411580" y="1631061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1621216"/>
        <a:ext cx="51814" cy="51814"/>
      </dsp:txXfrm>
    </dsp:sp>
    <dsp:sp modelId="{651A15E4-3885-4B24-A86A-6A626CD1F338}">
      <dsp:nvSpPr>
        <dsp:cNvPr id="0" name=""/>
        <dsp:cNvSpPr/>
      </dsp:nvSpPr>
      <dsp:spPr>
        <a:xfrm>
          <a:off x="7225617" y="1702603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LPIPS</a:t>
          </a:r>
        </a:p>
      </dsp:txBody>
      <dsp:txXfrm>
        <a:off x="7247283" y="1724269"/>
        <a:ext cx="1436136" cy="696402"/>
      </dsp:txXfrm>
    </dsp:sp>
    <dsp:sp modelId="{C6CF05DE-413D-4341-9D2B-AB04D4D132CF}">
      <dsp:nvSpPr>
        <dsp:cNvPr id="0" name=""/>
        <dsp:cNvSpPr/>
      </dsp:nvSpPr>
      <dsp:spPr>
        <a:xfrm rot="3654187">
          <a:off x="4249993" y="2800766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2786404"/>
        <a:ext cx="60847" cy="60847"/>
      </dsp:txXfrm>
    </dsp:sp>
    <dsp:sp modelId="{8AF610A3-1177-4005-8E3D-39C4EB0A6C4D}">
      <dsp:nvSpPr>
        <dsp:cNvPr id="0" name=""/>
        <dsp:cNvSpPr/>
      </dsp:nvSpPr>
      <dsp:spPr>
        <a:xfrm>
          <a:off x="5154361" y="2978645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Unsupervised</a:t>
          </a:r>
        </a:p>
      </dsp:txBody>
      <dsp:txXfrm>
        <a:off x="5176027" y="3000311"/>
        <a:ext cx="1436136" cy="696402"/>
      </dsp:txXfrm>
    </dsp:sp>
    <dsp:sp modelId="{4D200293-E1B4-4797-B371-06CCA5816F23}">
      <dsp:nvSpPr>
        <dsp:cNvPr id="0" name=""/>
        <dsp:cNvSpPr/>
      </dsp:nvSpPr>
      <dsp:spPr>
        <a:xfrm rot="19457599">
          <a:off x="6565329" y="3119776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117618"/>
        <a:ext cx="36439" cy="36439"/>
      </dsp:txXfrm>
    </dsp:sp>
    <dsp:sp modelId="{25E88479-DABD-433A-87D5-E1BCFE1222AB}">
      <dsp:nvSpPr>
        <dsp:cNvPr id="0" name=""/>
        <dsp:cNvSpPr/>
      </dsp:nvSpPr>
      <dsp:spPr>
        <a:xfrm>
          <a:off x="7225617" y="2553297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NIQE</a:t>
          </a:r>
        </a:p>
      </dsp:txBody>
      <dsp:txXfrm>
        <a:off x="7247283" y="2574963"/>
        <a:ext cx="1436136" cy="696402"/>
      </dsp:txXfrm>
    </dsp:sp>
    <dsp:sp modelId="{E6C480CA-9AB1-4B24-9702-5A6CFB2579F0}">
      <dsp:nvSpPr>
        <dsp:cNvPr id="0" name=""/>
        <dsp:cNvSpPr/>
      </dsp:nvSpPr>
      <dsp:spPr>
        <a:xfrm rot="2142401">
          <a:off x="6565329" y="3545123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542966"/>
        <a:ext cx="36439" cy="36439"/>
      </dsp:txXfrm>
    </dsp:sp>
    <dsp:sp modelId="{718AB36E-B20E-4430-AB55-D0DCB37D4A93}">
      <dsp:nvSpPr>
        <dsp:cNvPr id="0" name=""/>
        <dsp:cNvSpPr/>
      </dsp:nvSpPr>
      <dsp:spPr>
        <a:xfrm>
          <a:off x="7225617" y="3403992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</a:t>
          </a:r>
        </a:p>
      </dsp:txBody>
      <dsp:txXfrm>
        <a:off x="7247283" y="3425658"/>
        <a:ext cx="1436136" cy="6964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ADE98-09EB-425E-8E92-C147940CF21D}">
      <dsp:nvSpPr>
        <dsp:cNvPr id="0" name=""/>
        <dsp:cNvSpPr/>
      </dsp:nvSpPr>
      <dsp:spPr>
        <a:xfrm>
          <a:off x="1991361" y="1915276"/>
          <a:ext cx="2571213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Common LLIE Metrics</a:t>
          </a:r>
        </a:p>
      </dsp:txBody>
      <dsp:txXfrm>
        <a:off x="2013027" y="1936942"/>
        <a:ext cx="2527881" cy="696402"/>
      </dsp:txXfrm>
    </dsp:sp>
    <dsp:sp modelId="{3F3E3F55-94B9-40CE-8ECF-98A96F268706}">
      <dsp:nvSpPr>
        <dsp:cNvPr id="0" name=""/>
        <dsp:cNvSpPr/>
      </dsp:nvSpPr>
      <dsp:spPr>
        <a:xfrm rot="17945813">
          <a:off x="4249993" y="1737398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1723036"/>
        <a:ext cx="60847" cy="60847"/>
      </dsp:txXfrm>
    </dsp:sp>
    <dsp:sp modelId="{CFF61D23-EE44-4521-A35A-5F4A55535A72}">
      <dsp:nvSpPr>
        <dsp:cNvPr id="0" name=""/>
        <dsp:cNvSpPr/>
      </dsp:nvSpPr>
      <dsp:spPr>
        <a:xfrm>
          <a:off x="5154361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Supervised</a:t>
          </a:r>
        </a:p>
      </dsp:txBody>
      <dsp:txXfrm>
        <a:off x="5176027" y="873574"/>
        <a:ext cx="1436136" cy="696402"/>
      </dsp:txXfrm>
    </dsp:sp>
    <dsp:sp modelId="{8FC55360-0BE9-4382-8631-1C515B03870C}">
      <dsp:nvSpPr>
        <dsp:cNvPr id="0" name=""/>
        <dsp:cNvSpPr/>
      </dsp:nvSpPr>
      <dsp:spPr>
        <a:xfrm rot="18289469">
          <a:off x="6411580" y="780366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770521"/>
        <a:ext cx="51814" cy="51814"/>
      </dsp:txXfrm>
    </dsp:sp>
    <dsp:sp modelId="{B0C927DF-1C17-4464-8001-712C22D69E9C}">
      <dsp:nvSpPr>
        <dsp:cNvPr id="0" name=""/>
        <dsp:cNvSpPr/>
      </dsp:nvSpPr>
      <dsp:spPr>
        <a:xfrm>
          <a:off x="7225617" y="1214"/>
          <a:ext cx="1479468" cy="73973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PSNR</a:t>
          </a:r>
        </a:p>
      </dsp:txBody>
      <dsp:txXfrm>
        <a:off x="7247283" y="22880"/>
        <a:ext cx="1436136" cy="696402"/>
      </dsp:txXfrm>
    </dsp:sp>
    <dsp:sp modelId="{3AAEB23C-9235-408A-9F7F-E7738A5A9D3C}">
      <dsp:nvSpPr>
        <dsp:cNvPr id="0" name=""/>
        <dsp:cNvSpPr/>
      </dsp:nvSpPr>
      <dsp:spPr>
        <a:xfrm>
          <a:off x="6633830" y="1205713"/>
          <a:ext cx="5917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91787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4929" y="1206981"/>
        <a:ext cx="29589" cy="29589"/>
      </dsp:txXfrm>
    </dsp:sp>
    <dsp:sp modelId="{19152831-D2FD-4205-8C31-77AB54691503}">
      <dsp:nvSpPr>
        <dsp:cNvPr id="0" name=""/>
        <dsp:cNvSpPr/>
      </dsp:nvSpPr>
      <dsp:spPr>
        <a:xfrm>
          <a:off x="7225617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SSIM</a:t>
          </a:r>
        </a:p>
      </dsp:txBody>
      <dsp:txXfrm>
        <a:off x="7247283" y="873574"/>
        <a:ext cx="1436136" cy="696402"/>
      </dsp:txXfrm>
    </dsp:sp>
    <dsp:sp modelId="{032D94F1-D203-458C-A8B3-1668C9811933}">
      <dsp:nvSpPr>
        <dsp:cNvPr id="0" name=""/>
        <dsp:cNvSpPr/>
      </dsp:nvSpPr>
      <dsp:spPr>
        <a:xfrm rot="3310531">
          <a:off x="6411580" y="1631061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1621216"/>
        <a:ext cx="51814" cy="51814"/>
      </dsp:txXfrm>
    </dsp:sp>
    <dsp:sp modelId="{651A15E4-3885-4B24-A86A-6A626CD1F338}">
      <dsp:nvSpPr>
        <dsp:cNvPr id="0" name=""/>
        <dsp:cNvSpPr/>
      </dsp:nvSpPr>
      <dsp:spPr>
        <a:xfrm>
          <a:off x="7225617" y="1702603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LPIPS</a:t>
          </a:r>
        </a:p>
      </dsp:txBody>
      <dsp:txXfrm>
        <a:off x="7247283" y="1724269"/>
        <a:ext cx="1436136" cy="696402"/>
      </dsp:txXfrm>
    </dsp:sp>
    <dsp:sp modelId="{C6CF05DE-413D-4341-9D2B-AB04D4D132CF}">
      <dsp:nvSpPr>
        <dsp:cNvPr id="0" name=""/>
        <dsp:cNvSpPr/>
      </dsp:nvSpPr>
      <dsp:spPr>
        <a:xfrm rot="3654187">
          <a:off x="4249993" y="2800766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2786404"/>
        <a:ext cx="60847" cy="60847"/>
      </dsp:txXfrm>
    </dsp:sp>
    <dsp:sp modelId="{8AF610A3-1177-4005-8E3D-39C4EB0A6C4D}">
      <dsp:nvSpPr>
        <dsp:cNvPr id="0" name=""/>
        <dsp:cNvSpPr/>
      </dsp:nvSpPr>
      <dsp:spPr>
        <a:xfrm>
          <a:off x="5154361" y="2978645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Unsupervised</a:t>
          </a:r>
        </a:p>
      </dsp:txBody>
      <dsp:txXfrm>
        <a:off x="5176027" y="3000311"/>
        <a:ext cx="1436136" cy="696402"/>
      </dsp:txXfrm>
    </dsp:sp>
    <dsp:sp modelId="{4D200293-E1B4-4797-B371-06CCA5816F23}">
      <dsp:nvSpPr>
        <dsp:cNvPr id="0" name=""/>
        <dsp:cNvSpPr/>
      </dsp:nvSpPr>
      <dsp:spPr>
        <a:xfrm rot="19457599">
          <a:off x="6565329" y="3119776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117618"/>
        <a:ext cx="36439" cy="36439"/>
      </dsp:txXfrm>
    </dsp:sp>
    <dsp:sp modelId="{25E88479-DABD-433A-87D5-E1BCFE1222AB}">
      <dsp:nvSpPr>
        <dsp:cNvPr id="0" name=""/>
        <dsp:cNvSpPr/>
      </dsp:nvSpPr>
      <dsp:spPr>
        <a:xfrm>
          <a:off x="7225617" y="2553297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NIQE</a:t>
          </a:r>
        </a:p>
      </dsp:txBody>
      <dsp:txXfrm>
        <a:off x="7247283" y="2574963"/>
        <a:ext cx="1436136" cy="696402"/>
      </dsp:txXfrm>
    </dsp:sp>
    <dsp:sp modelId="{E6C480CA-9AB1-4B24-9702-5A6CFB2579F0}">
      <dsp:nvSpPr>
        <dsp:cNvPr id="0" name=""/>
        <dsp:cNvSpPr/>
      </dsp:nvSpPr>
      <dsp:spPr>
        <a:xfrm rot="2142401">
          <a:off x="6565329" y="3545123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542966"/>
        <a:ext cx="36439" cy="36439"/>
      </dsp:txXfrm>
    </dsp:sp>
    <dsp:sp modelId="{718AB36E-B20E-4430-AB55-D0DCB37D4A93}">
      <dsp:nvSpPr>
        <dsp:cNvPr id="0" name=""/>
        <dsp:cNvSpPr/>
      </dsp:nvSpPr>
      <dsp:spPr>
        <a:xfrm>
          <a:off x="7225617" y="3403992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</a:t>
          </a:r>
        </a:p>
      </dsp:txBody>
      <dsp:txXfrm>
        <a:off x="7247283" y="3425658"/>
        <a:ext cx="1436136" cy="696402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ADE98-09EB-425E-8E92-C147940CF21D}">
      <dsp:nvSpPr>
        <dsp:cNvPr id="0" name=""/>
        <dsp:cNvSpPr/>
      </dsp:nvSpPr>
      <dsp:spPr>
        <a:xfrm>
          <a:off x="1991361" y="1915276"/>
          <a:ext cx="2571213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Common LLIE Metrics</a:t>
          </a:r>
        </a:p>
      </dsp:txBody>
      <dsp:txXfrm>
        <a:off x="2013027" y="1936942"/>
        <a:ext cx="2527881" cy="696402"/>
      </dsp:txXfrm>
    </dsp:sp>
    <dsp:sp modelId="{3F3E3F55-94B9-40CE-8ECF-98A96F268706}">
      <dsp:nvSpPr>
        <dsp:cNvPr id="0" name=""/>
        <dsp:cNvSpPr/>
      </dsp:nvSpPr>
      <dsp:spPr>
        <a:xfrm rot="17945813">
          <a:off x="4249993" y="1737398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1723036"/>
        <a:ext cx="60847" cy="60847"/>
      </dsp:txXfrm>
    </dsp:sp>
    <dsp:sp modelId="{CFF61D23-EE44-4521-A35A-5F4A55535A72}">
      <dsp:nvSpPr>
        <dsp:cNvPr id="0" name=""/>
        <dsp:cNvSpPr/>
      </dsp:nvSpPr>
      <dsp:spPr>
        <a:xfrm>
          <a:off x="5154361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Supervised</a:t>
          </a:r>
        </a:p>
      </dsp:txBody>
      <dsp:txXfrm>
        <a:off x="5176027" y="873574"/>
        <a:ext cx="1436136" cy="696402"/>
      </dsp:txXfrm>
    </dsp:sp>
    <dsp:sp modelId="{8FC55360-0BE9-4382-8631-1C515B03870C}">
      <dsp:nvSpPr>
        <dsp:cNvPr id="0" name=""/>
        <dsp:cNvSpPr/>
      </dsp:nvSpPr>
      <dsp:spPr>
        <a:xfrm rot="18289469">
          <a:off x="6411580" y="780366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770521"/>
        <a:ext cx="51814" cy="51814"/>
      </dsp:txXfrm>
    </dsp:sp>
    <dsp:sp modelId="{B0C927DF-1C17-4464-8001-712C22D69E9C}">
      <dsp:nvSpPr>
        <dsp:cNvPr id="0" name=""/>
        <dsp:cNvSpPr/>
      </dsp:nvSpPr>
      <dsp:spPr>
        <a:xfrm>
          <a:off x="7225617" y="1214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PSNR</a:t>
          </a:r>
        </a:p>
      </dsp:txBody>
      <dsp:txXfrm>
        <a:off x="7247283" y="22880"/>
        <a:ext cx="1436136" cy="696402"/>
      </dsp:txXfrm>
    </dsp:sp>
    <dsp:sp modelId="{3AAEB23C-9235-408A-9F7F-E7738A5A9D3C}">
      <dsp:nvSpPr>
        <dsp:cNvPr id="0" name=""/>
        <dsp:cNvSpPr/>
      </dsp:nvSpPr>
      <dsp:spPr>
        <a:xfrm>
          <a:off x="6633830" y="1205713"/>
          <a:ext cx="5917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91787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4929" y="1206981"/>
        <a:ext cx="29589" cy="29589"/>
      </dsp:txXfrm>
    </dsp:sp>
    <dsp:sp modelId="{19152831-D2FD-4205-8C31-77AB54691503}">
      <dsp:nvSpPr>
        <dsp:cNvPr id="0" name=""/>
        <dsp:cNvSpPr/>
      </dsp:nvSpPr>
      <dsp:spPr>
        <a:xfrm>
          <a:off x="7225617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SSIM</a:t>
          </a:r>
        </a:p>
      </dsp:txBody>
      <dsp:txXfrm>
        <a:off x="7247283" y="873574"/>
        <a:ext cx="1436136" cy="696402"/>
      </dsp:txXfrm>
    </dsp:sp>
    <dsp:sp modelId="{032D94F1-D203-458C-A8B3-1668C9811933}">
      <dsp:nvSpPr>
        <dsp:cNvPr id="0" name=""/>
        <dsp:cNvSpPr/>
      </dsp:nvSpPr>
      <dsp:spPr>
        <a:xfrm rot="3310531">
          <a:off x="6411580" y="1631061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1621216"/>
        <a:ext cx="51814" cy="51814"/>
      </dsp:txXfrm>
    </dsp:sp>
    <dsp:sp modelId="{651A15E4-3885-4B24-A86A-6A626CD1F338}">
      <dsp:nvSpPr>
        <dsp:cNvPr id="0" name=""/>
        <dsp:cNvSpPr/>
      </dsp:nvSpPr>
      <dsp:spPr>
        <a:xfrm>
          <a:off x="7225617" y="1702603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LPIPS</a:t>
          </a:r>
        </a:p>
      </dsp:txBody>
      <dsp:txXfrm>
        <a:off x="7247283" y="1724269"/>
        <a:ext cx="1436136" cy="696402"/>
      </dsp:txXfrm>
    </dsp:sp>
    <dsp:sp modelId="{C6CF05DE-413D-4341-9D2B-AB04D4D132CF}">
      <dsp:nvSpPr>
        <dsp:cNvPr id="0" name=""/>
        <dsp:cNvSpPr/>
      </dsp:nvSpPr>
      <dsp:spPr>
        <a:xfrm rot="3654187">
          <a:off x="4249993" y="2800766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2786404"/>
        <a:ext cx="60847" cy="60847"/>
      </dsp:txXfrm>
    </dsp:sp>
    <dsp:sp modelId="{8AF610A3-1177-4005-8E3D-39C4EB0A6C4D}">
      <dsp:nvSpPr>
        <dsp:cNvPr id="0" name=""/>
        <dsp:cNvSpPr/>
      </dsp:nvSpPr>
      <dsp:spPr>
        <a:xfrm>
          <a:off x="5154361" y="2978645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Unsupervised</a:t>
          </a:r>
        </a:p>
      </dsp:txBody>
      <dsp:txXfrm>
        <a:off x="5176027" y="3000311"/>
        <a:ext cx="1436136" cy="696402"/>
      </dsp:txXfrm>
    </dsp:sp>
    <dsp:sp modelId="{4D200293-E1B4-4797-B371-06CCA5816F23}">
      <dsp:nvSpPr>
        <dsp:cNvPr id="0" name=""/>
        <dsp:cNvSpPr/>
      </dsp:nvSpPr>
      <dsp:spPr>
        <a:xfrm rot="19457599">
          <a:off x="6565329" y="3119776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117618"/>
        <a:ext cx="36439" cy="36439"/>
      </dsp:txXfrm>
    </dsp:sp>
    <dsp:sp modelId="{25E88479-DABD-433A-87D5-E1BCFE1222AB}">
      <dsp:nvSpPr>
        <dsp:cNvPr id="0" name=""/>
        <dsp:cNvSpPr/>
      </dsp:nvSpPr>
      <dsp:spPr>
        <a:xfrm>
          <a:off x="7225617" y="2553297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NIQE</a:t>
          </a:r>
        </a:p>
      </dsp:txBody>
      <dsp:txXfrm>
        <a:off x="7247283" y="2574963"/>
        <a:ext cx="1436136" cy="696402"/>
      </dsp:txXfrm>
    </dsp:sp>
    <dsp:sp modelId="{E6C480CA-9AB1-4B24-9702-5A6CFB2579F0}">
      <dsp:nvSpPr>
        <dsp:cNvPr id="0" name=""/>
        <dsp:cNvSpPr/>
      </dsp:nvSpPr>
      <dsp:spPr>
        <a:xfrm rot="2142401">
          <a:off x="6565329" y="3545123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542966"/>
        <a:ext cx="36439" cy="36439"/>
      </dsp:txXfrm>
    </dsp:sp>
    <dsp:sp modelId="{718AB36E-B20E-4430-AB55-D0DCB37D4A93}">
      <dsp:nvSpPr>
        <dsp:cNvPr id="0" name=""/>
        <dsp:cNvSpPr/>
      </dsp:nvSpPr>
      <dsp:spPr>
        <a:xfrm>
          <a:off x="7225617" y="3403992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</a:t>
          </a:r>
        </a:p>
      </dsp:txBody>
      <dsp:txXfrm>
        <a:off x="7247283" y="3425658"/>
        <a:ext cx="1436136" cy="69640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ADE98-09EB-425E-8E92-C147940CF21D}">
      <dsp:nvSpPr>
        <dsp:cNvPr id="0" name=""/>
        <dsp:cNvSpPr/>
      </dsp:nvSpPr>
      <dsp:spPr>
        <a:xfrm>
          <a:off x="1991361" y="1915276"/>
          <a:ext cx="2571213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Common LLIE Metrics</a:t>
          </a:r>
        </a:p>
      </dsp:txBody>
      <dsp:txXfrm>
        <a:off x="2013027" y="1936942"/>
        <a:ext cx="2527881" cy="696402"/>
      </dsp:txXfrm>
    </dsp:sp>
    <dsp:sp modelId="{3F3E3F55-94B9-40CE-8ECF-98A96F268706}">
      <dsp:nvSpPr>
        <dsp:cNvPr id="0" name=""/>
        <dsp:cNvSpPr/>
      </dsp:nvSpPr>
      <dsp:spPr>
        <a:xfrm rot="17945813">
          <a:off x="4249993" y="1737398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1723036"/>
        <a:ext cx="60847" cy="60847"/>
      </dsp:txXfrm>
    </dsp:sp>
    <dsp:sp modelId="{CFF61D23-EE44-4521-A35A-5F4A55535A72}">
      <dsp:nvSpPr>
        <dsp:cNvPr id="0" name=""/>
        <dsp:cNvSpPr/>
      </dsp:nvSpPr>
      <dsp:spPr>
        <a:xfrm>
          <a:off x="5154361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Supervised</a:t>
          </a:r>
        </a:p>
      </dsp:txBody>
      <dsp:txXfrm>
        <a:off x="5176027" y="873574"/>
        <a:ext cx="1436136" cy="696402"/>
      </dsp:txXfrm>
    </dsp:sp>
    <dsp:sp modelId="{8FC55360-0BE9-4382-8631-1C515B03870C}">
      <dsp:nvSpPr>
        <dsp:cNvPr id="0" name=""/>
        <dsp:cNvSpPr/>
      </dsp:nvSpPr>
      <dsp:spPr>
        <a:xfrm rot="18289469">
          <a:off x="6411580" y="780366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770521"/>
        <a:ext cx="51814" cy="51814"/>
      </dsp:txXfrm>
    </dsp:sp>
    <dsp:sp modelId="{B0C927DF-1C17-4464-8001-712C22D69E9C}">
      <dsp:nvSpPr>
        <dsp:cNvPr id="0" name=""/>
        <dsp:cNvSpPr/>
      </dsp:nvSpPr>
      <dsp:spPr>
        <a:xfrm>
          <a:off x="7225617" y="1214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PSNR</a:t>
          </a:r>
        </a:p>
      </dsp:txBody>
      <dsp:txXfrm>
        <a:off x="7247283" y="22880"/>
        <a:ext cx="1436136" cy="696402"/>
      </dsp:txXfrm>
    </dsp:sp>
    <dsp:sp modelId="{3AAEB23C-9235-408A-9F7F-E7738A5A9D3C}">
      <dsp:nvSpPr>
        <dsp:cNvPr id="0" name=""/>
        <dsp:cNvSpPr/>
      </dsp:nvSpPr>
      <dsp:spPr>
        <a:xfrm>
          <a:off x="6633830" y="1205713"/>
          <a:ext cx="5917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91787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4929" y="1206981"/>
        <a:ext cx="29589" cy="29589"/>
      </dsp:txXfrm>
    </dsp:sp>
    <dsp:sp modelId="{19152831-D2FD-4205-8C31-77AB54691503}">
      <dsp:nvSpPr>
        <dsp:cNvPr id="0" name=""/>
        <dsp:cNvSpPr/>
      </dsp:nvSpPr>
      <dsp:spPr>
        <a:xfrm>
          <a:off x="7225617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SSIM</a:t>
          </a:r>
        </a:p>
      </dsp:txBody>
      <dsp:txXfrm>
        <a:off x="7247283" y="873574"/>
        <a:ext cx="1436136" cy="696402"/>
      </dsp:txXfrm>
    </dsp:sp>
    <dsp:sp modelId="{032D94F1-D203-458C-A8B3-1668C9811933}">
      <dsp:nvSpPr>
        <dsp:cNvPr id="0" name=""/>
        <dsp:cNvSpPr/>
      </dsp:nvSpPr>
      <dsp:spPr>
        <a:xfrm rot="3310531">
          <a:off x="6411580" y="1631061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1621216"/>
        <a:ext cx="51814" cy="51814"/>
      </dsp:txXfrm>
    </dsp:sp>
    <dsp:sp modelId="{651A15E4-3885-4B24-A86A-6A626CD1F338}">
      <dsp:nvSpPr>
        <dsp:cNvPr id="0" name=""/>
        <dsp:cNvSpPr/>
      </dsp:nvSpPr>
      <dsp:spPr>
        <a:xfrm>
          <a:off x="7225617" y="1702603"/>
          <a:ext cx="1479468" cy="73973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LPIPS</a:t>
          </a:r>
        </a:p>
      </dsp:txBody>
      <dsp:txXfrm>
        <a:off x="7247283" y="1724269"/>
        <a:ext cx="1436136" cy="696402"/>
      </dsp:txXfrm>
    </dsp:sp>
    <dsp:sp modelId="{C6CF05DE-413D-4341-9D2B-AB04D4D132CF}">
      <dsp:nvSpPr>
        <dsp:cNvPr id="0" name=""/>
        <dsp:cNvSpPr/>
      </dsp:nvSpPr>
      <dsp:spPr>
        <a:xfrm rot="3654187">
          <a:off x="4249993" y="2800766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2786404"/>
        <a:ext cx="60847" cy="60847"/>
      </dsp:txXfrm>
    </dsp:sp>
    <dsp:sp modelId="{8AF610A3-1177-4005-8E3D-39C4EB0A6C4D}">
      <dsp:nvSpPr>
        <dsp:cNvPr id="0" name=""/>
        <dsp:cNvSpPr/>
      </dsp:nvSpPr>
      <dsp:spPr>
        <a:xfrm>
          <a:off x="5154361" y="2978645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Unsupervised</a:t>
          </a:r>
        </a:p>
      </dsp:txBody>
      <dsp:txXfrm>
        <a:off x="5176027" y="3000311"/>
        <a:ext cx="1436136" cy="696402"/>
      </dsp:txXfrm>
    </dsp:sp>
    <dsp:sp modelId="{4D200293-E1B4-4797-B371-06CCA5816F23}">
      <dsp:nvSpPr>
        <dsp:cNvPr id="0" name=""/>
        <dsp:cNvSpPr/>
      </dsp:nvSpPr>
      <dsp:spPr>
        <a:xfrm rot="19457599">
          <a:off x="6565329" y="3119776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117618"/>
        <a:ext cx="36439" cy="36439"/>
      </dsp:txXfrm>
    </dsp:sp>
    <dsp:sp modelId="{25E88479-DABD-433A-87D5-E1BCFE1222AB}">
      <dsp:nvSpPr>
        <dsp:cNvPr id="0" name=""/>
        <dsp:cNvSpPr/>
      </dsp:nvSpPr>
      <dsp:spPr>
        <a:xfrm>
          <a:off x="7225617" y="2553297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NIQE</a:t>
          </a:r>
        </a:p>
      </dsp:txBody>
      <dsp:txXfrm>
        <a:off x="7247283" y="2574963"/>
        <a:ext cx="1436136" cy="696402"/>
      </dsp:txXfrm>
    </dsp:sp>
    <dsp:sp modelId="{E6C480CA-9AB1-4B24-9702-5A6CFB2579F0}">
      <dsp:nvSpPr>
        <dsp:cNvPr id="0" name=""/>
        <dsp:cNvSpPr/>
      </dsp:nvSpPr>
      <dsp:spPr>
        <a:xfrm rot="2142401">
          <a:off x="6565329" y="3545123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542966"/>
        <a:ext cx="36439" cy="36439"/>
      </dsp:txXfrm>
    </dsp:sp>
    <dsp:sp modelId="{718AB36E-B20E-4430-AB55-D0DCB37D4A93}">
      <dsp:nvSpPr>
        <dsp:cNvPr id="0" name=""/>
        <dsp:cNvSpPr/>
      </dsp:nvSpPr>
      <dsp:spPr>
        <a:xfrm>
          <a:off x="7225617" y="3403992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</a:t>
          </a:r>
        </a:p>
      </dsp:txBody>
      <dsp:txXfrm>
        <a:off x="7247283" y="3425658"/>
        <a:ext cx="1436136" cy="69640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ADE98-09EB-425E-8E92-C147940CF21D}">
      <dsp:nvSpPr>
        <dsp:cNvPr id="0" name=""/>
        <dsp:cNvSpPr/>
      </dsp:nvSpPr>
      <dsp:spPr>
        <a:xfrm>
          <a:off x="1991361" y="1915276"/>
          <a:ext cx="2571213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Common LLIE Metrics</a:t>
          </a:r>
        </a:p>
      </dsp:txBody>
      <dsp:txXfrm>
        <a:off x="2013027" y="1936942"/>
        <a:ext cx="2527881" cy="696402"/>
      </dsp:txXfrm>
    </dsp:sp>
    <dsp:sp modelId="{3F3E3F55-94B9-40CE-8ECF-98A96F268706}">
      <dsp:nvSpPr>
        <dsp:cNvPr id="0" name=""/>
        <dsp:cNvSpPr/>
      </dsp:nvSpPr>
      <dsp:spPr>
        <a:xfrm rot="17945813">
          <a:off x="4249993" y="1737398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1723036"/>
        <a:ext cx="60847" cy="60847"/>
      </dsp:txXfrm>
    </dsp:sp>
    <dsp:sp modelId="{CFF61D23-EE44-4521-A35A-5F4A55535A72}">
      <dsp:nvSpPr>
        <dsp:cNvPr id="0" name=""/>
        <dsp:cNvSpPr/>
      </dsp:nvSpPr>
      <dsp:spPr>
        <a:xfrm>
          <a:off x="5154361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Supervised</a:t>
          </a:r>
        </a:p>
      </dsp:txBody>
      <dsp:txXfrm>
        <a:off x="5176027" y="873574"/>
        <a:ext cx="1436136" cy="696402"/>
      </dsp:txXfrm>
    </dsp:sp>
    <dsp:sp modelId="{8FC55360-0BE9-4382-8631-1C515B03870C}">
      <dsp:nvSpPr>
        <dsp:cNvPr id="0" name=""/>
        <dsp:cNvSpPr/>
      </dsp:nvSpPr>
      <dsp:spPr>
        <a:xfrm rot="18289469">
          <a:off x="6411580" y="780366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770521"/>
        <a:ext cx="51814" cy="51814"/>
      </dsp:txXfrm>
    </dsp:sp>
    <dsp:sp modelId="{B0C927DF-1C17-4464-8001-712C22D69E9C}">
      <dsp:nvSpPr>
        <dsp:cNvPr id="0" name=""/>
        <dsp:cNvSpPr/>
      </dsp:nvSpPr>
      <dsp:spPr>
        <a:xfrm>
          <a:off x="7225617" y="1214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PSNR</a:t>
          </a:r>
        </a:p>
      </dsp:txBody>
      <dsp:txXfrm>
        <a:off x="7247283" y="22880"/>
        <a:ext cx="1436136" cy="696402"/>
      </dsp:txXfrm>
    </dsp:sp>
    <dsp:sp modelId="{3AAEB23C-9235-408A-9F7F-E7738A5A9D3C}">
      <dsp:nvSpPr>
        <dsp:cNvPr id="0" name=""/>
        <dsp:cNvSpPr/>
      </dsp:nvSpPr>
      <dsp:spPr>
        <a:xfrm>
          <a:off x="6633830" y="1205713"/>
          <a:ext cx="5917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91787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4929" y="1206981"/>
        <a:ext cx="29589" cy="29589"/>
      </dsp:txXfrm>
    </dsp:sp>
    <dsp:sp modelId="{19152831-D2FD-4205-8C31-77AB54691503}">
      <dsp:nvSpPr>
        <dsp:cNvPr id="0" name=""/>
        <dsp:cNvSpPr/>
      </dsp:nvSpPr>
      <dsp:spPr>
        <a:xfrm>
          <a:off x="7225617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SSIM</a:t>
          </a:r>
        </a:p>
      </dsp:txBody>
      <dsp:txXfrm>
        <a:off x="7247283" y="873574"/>
        <a:ext cx="1436136" cy="696402"/>
      </dsp:txXfrm>
    </dsp:sp>
    <dsp:sp modelId="{032D94F1-D203-458C-A8B3-1668C9811933}">
      <dsp:nvSpPr>
        <dsp:cNvPr id="0" name=""/>
        <dsp:cNvSpPr/>
      </dsp:nvSpPr>
      <dsp:spPr>
        <a:xfrm rot="3310531">
          <a:off x="6411580" y="1631061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1621216"/>
        <a:ext cx="51814" cy="51814"/>
      </dsp:txXfrm>
    </dsp:sp>
    <dsp:sp modelId="{651A15E4-3885-4B24-A86A-6A626CD1F338}">
      <dsp:nvSpPr>
        <dsp:cNvPr id="0" name=""/>
        <dsp:cNvSpPr/>
      </dsp:nvSpPr>
      <dsp:spPr>
        <a:xfrm>
          <a:off x="7225617" y="1702603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LPIPS</a:t>
          </a:r>
        </a:p>
      </dsp:txBody>
      <dsp:txXfrm>
        <a:off x="7247283" y="1724269"/>
        <a:ext cx="1436136" cy="696402"/>
      </dsp:txXfrm>
    </dsp:sp>
    <dsp:sp modelId="{C6CF05DE-413D-4341-9D2B-AB04D4D132CF}">
      <dsp:nvSpPr>
        <dsp:cNvPr id="0" name=""/>
        <dsp:cNvSpPr/>
      </dsp:nvSpPr>
      <dsp:spPr>
        <a:xfrm rot="3654187">
          <a:off x="4249993" y="2800766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2786404"/>
        <a:ext cx="60847" cy="60847"/>
      </dsp:txXfrm>
    </dsp:sp>
    <dsp:sp modelId="{8AF610A3-1177-4005-8E3D-39C4EB0A6C4D}">
      <dsp:nvSpPr>
        <dsp:cNvPr id="0" name=""/>
        <dsp:cNvSpPr/>
      </dsp:nvSpPr>
      <dsp:spPr>
        <a:xfrm>
          <a:off x="5154361" y="2978645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Unsupervised</a:t>
          </a:r>
        </a:p>
      </dsp:txBody>
      <dsp:txXfrm>
        <a:off x="5176027" y="3000311"/>
        <a:ext cx="1436136" cy="696402"/>
      </dsp:txXfrm>
    </dsp:sp>
    <dsp:sp modelId="{4D200293-E1B4-4797-B371-06CCA5816F23}">
      <dsp:nvSpPr>
        <dsp:cNvPr id="0" name=""/>
        <dsp:cNvSpPr/>
      </dsp:nvSpPr>
      <dsp:spPr>
        <a:xfrm rot="19457599">
          <a:off x="6565329" y="3119776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117618"/>
        <a:ext cx="36439" cy="36439"/>
      </dsp:txXfrm>
    </dsp:sp>
    <dsp:sp modelId="{25E88479-DABD-433A-87D5-E1BCFE1222AB}">
      <dsp:nvSpPr>
        <dsp:cNvPr id="0" name=""/>
        <dsp:cNvSpPr/>
      </dsp:nvSpPr>
      <dsp:spPr>
        <a:xfrm>
          <a:off x="7225617" y="2553297"/>
          <a:ext cx="1479468" cy="73973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NIQE</a:t>
          </a:r>
        </a:p>
      </dsp:txBody>
      <dsp:txXfrm>
        <a:off x="7247283" y="2574963"/>
        <a:ext cx="1436136" cy="696402"/>
      </dsp:txXfrm>
    </dsp:sp>
    <dsp:sp modelId="{E6C480CA-9AB1-4B24-9702-5A6CFB2579F0}">
      <dsp:nvSpPr>
        <dsp:cNvPr id="0" name=""/>
        <dsp:cNvSpPr/>
      </dsp:nvSpPr>
      <dsp:spPr>
        <a:xfrm rot="2142401">
          <a:off x="6565329" y="3545123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542966"/>
        <a:ext cx="36439" cy="36439"/>
      </dsp:txXfrm>
    </dsp:sp>
    <dsp:sp modelId="{718AB36E-B20E-4430-AB55-D0DCB37D4A93}">
      <dsp:nvSpPr>
        <dsp:cNvPr id="0" name=""/>
        <dsp:cNvSpPr/>
      </dsp:nvSpPr>
      <dsp:spPr>
        <a:xfrm>
          <a:off x="7225617" y="3403992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</a:t>
          </a:r>
        </a:p>
      </dsp:txBody>
      <dsp:txXfrm>
        <a:off x="7247283" y="3425658"/>
        <a:ext cx="1436136" cy="69640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BADE98-09EB-425E-8E92-C147940CF21D}">
      <dsp:nvSpPr>
        <dsp:cNvPr id="0" name=""/>
        <dsp:cNvSpPr/>
      </dsp:nvSpPr>
      <dsp:spPr>
        <a:xfrm>
          <a:off x="1991361" y="1915276"/>
          <a:ext cx="2571213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Common LLIE Metrics</a:t>
          </a:r>
        </a:p>
      </dsp:txBody>
      <dsp:txXfrm>
        <a:off x="2013027" y="1936942"/>
        <a:ext cx="2527881" cy="696402"/>
      </dsp:txXfrm>
    </dsp:sp>
    <dsp:sp modelId="{3F3E3F55-94B9-40CE-8ECF-98A96F268706}">
      <dsp:nvSpPr>
        <dsp:cNvPr id="0" name=""/>
        <dsp:cNvSpPr/>
      </dsp:nvSpPr>
      <dsp:spPr>
        <a:xfrm rot="17945813">
          <a:off x="4249993" y="1737398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1723036"/>
        <a:ext cx="60847" cy="60847"/>
      </dsp:txXfrm>
    </dsp:sp>
    <dsp:sp modelId="{CFF61D23-EE44-4521-A35A-5F4A55535A72}">
      <dsp:nvSpPr>
        <dsp:cNvPr id="0" name=""/>
        <dsp:cNvSpPr/>
      </dsp:nvSpPr>
      <dsp:spPr>
        <a:xfrm>
          <a:off x="5154361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Supervised</a:t>
          </a:r>
        </a:p>
      </dsp:txBody>
      <dsp:txXfrm>
        <a:off x="5176027" y="873574"/>
        <a:ext cx="1436136" cy="696402"/>
      </dsp:txXfrm>
    </dsp:sp>
    <dsp:sp modelId="{8FC55360-0BE9-4382-8631-1C515B03870C}">
      <dsp:nvSpPr>
        <dsp:cNvPr id="0" name=""/>
        <dsp:cNvSpPr/>
      </dsp:nvSpPr>
      <dsp:spPr>
        <a:xfrm rot="18289469">
          <a:off x="6411580" y="780366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770521"/>
        <a:ext cx="51814" cy="51814"/>
      </dsp:txXfrm>
    </dsp:sp>
    <dsp:sp modelId="{B0C927DF-1C17-4464-8001-712C22D69E9C}">
      <dsp:nvSpPr>
        <dsp:cNvPr id="0" name=""/>
        <dsp:cNvSpPr/>
      </dsp:nvSpPr>
      <dsp:spPr>
        <a:xfrm>
          <a:off x="7225617" y="1214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PSNR</a:t>
          </a:r>
        </a:p>
      </dsp:txBody>
      <dsp:txXfrm>
        <a:off x="7247283" y="22880"/>
        <a:ext cx="1436136" cy="696402"/>
      </dsp:txXfrm>
    </dsp:sp>
    <dsp:sp modelId="{3AAEB23C-9235-408A-9F7F-E7738A5A9D3C}">
      <dsp:nvSpPr>
        <dsp:cNvPr id="0" name=""/>
        <dsp:cNvSpPr/>
      </dsp:nvSpPr>
      <dsp:spPr>
        <a:xfrm>
          <a:off x="6633830" y="1205713"/>
          <a:ext cx="591787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91787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4929" y="1206981"/>
        <a:ext cx="29589" cy="29589"/>
      </dsp:txXfrm>
    </dsp:sp>
    <dsp:sp modelId="{19152831-D2FD-4205-8C31-77AB54691503}">
      <dsp:nvSpPr>
        <dsp:cNvPr id="0" name=""/>
        <dsp:cNvSpPr/>
      </dsp:nvSpPr>
      <dsp:spPr>
        <a:xfrm>
          <a:off x="7225617" y="851908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SSIM</a:t>
          </a:r>
        </a:p>
      </dsp:txBody>
      <dsp:txXfrm>
        <a:off x="7247283" y="873574"/>
        <a:ext cx="1436136" cy="696402"/>
      </dsp:txXfrm>
    </dsp:sp>
    <dsp:sp modelId="{032D94F1-D203-458C-A8B3-1668C9811933}">
      <dsp:nvSpPr>
        <dsp:cNvPr id="0" name=""/>
        <dsp:cNvSpPr/>
      </dsp:nvSpPr>
      <dsp:spPr>
        <a:xfrm rot="3310531">
          <a:off x="6411580" y="1631061"/>
          <a:ext cx="10362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0362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03817" y="1621216"/>
        <a:ext cx="51814" cy="51814"/>
      </dsp:txXfrm>
    </dsp:sp>
    <dsp:sp modelId="{651A15E4-3885-4B24-A86A-6A626CD1F338}">
      <dsp:nvSpPr>
        <dsp:cNvPr id="0" name=""/>
        <dsp:cNvSpPr/>
      </dsp:nvSpPr>
      <dsp:spPr>
        <a:xfrm>
          <a:off x="7225617" y="1702603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LPIPS</a:t>
          </a:r>
        </a:p>
      </dsp:txBody>
      <dsp:txXfrm>
        <a:off x="7247283" y="1724269"/>
        <a:ext cx="1436136" cy="696402"/>
      </dsp:txXfrm>
    </dsp:sp>
    <dsp:sp modelId="{C6CF05DE-413D-4341-9D2B-AB04D4D132CF}">
      <dsp:nvSpPr>
        <dsp:cNvPr id="0" name=""/>
        <dsp:cNvSpPr/>
      </dsp:nvSpPr>
      <dsp:spPr>
        <a:xfrm rot="3654187">
          <a:off x="4249993" y="2800766"/>
          <a:ext cx="121694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1694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28044" y="2786404"/>
        <a:ext cx="60847" cy="60847"/>
      </dsp:txXfrm>
    </dsp:sp>
    <dsp:sp modelId="{8AF610A3-1177-4005-8E3D-39C4EB0A6C4D}">
      <dsp:nvSpPr>
        <dsp:cNvPr id="0" name=""/>
        <dsp:cNvSpPr/>
      </dsp:nvSpPr>
      <dsp:spPr>
        <a:xfrm>
          <a:off x="5154361" y="2978645"/>
          <a:ext cx="1479468" cy="7397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Unsupervised</a:t>
          </a:r>
        </a:p>
      </dsp:txBody>
      <dsp:txXfrm>
        <a:off x="5176027" y="3000311"/>
        <a:ext cx="1436136" cy="696402"/>
      </dsp:txXfrm>
    </dsp:sp>
    <dsp:sp modelId="{4D200293-E1B4-4797-B371-06CCA5816F23}">
      <dsp:nvSpPr>
        <dsp:cNvPr id="0" name=""/>
        <dsp:cNvSpPr/>
      </dsp:nvSpPr>
      <dsp:spPr>
        <a:xfrm rot="19457599">
          <a:off x="6565329" y="3119776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117618"/>
        <a:ext cx="36439" cy="36439"/>
      </dsp:txXfrm>
    </dsp:sp>
    <dsp:sp modelId="{25E88479-DABD-433A-87D5-E1BCFE1222AB}">
      <dsp:nvSpPr>
        <dsp:cNvPr id="0" name=""/>
        <dsp:cNvSpPr/>
      </dsp:nvSpPr>
      <dsp:spPr>
        <a:xfrm>
          <a:off x="7225617" y="2553297"/>
          <a:ext cx="1479468" cy="739734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NIQE</a:t>
          </a:r>
        </a:p>
      </dsp:txBody>
      <dsp:txXfrm>
        <a:off x="7247283" y="2574963"/>
        <a:ext cx="1436136" cy="696402"/>
      </dsp:txXfrm>
    </dsp:sp>
    <dsp:sp modelId="{E6C480CA-9AB1-4B24-9702-5A6CFB2579F0}">
      <dsp:nvSpPr>
        <dsp:cNvPr id="0" name=""/>
        <dsp:cNvSpPr/>
      </dsp:nvSpPr>
      <dsp:spPr>
        <a:xfrm rot="2142401">
          <a:off x="6565329" y="3545123"/>
          <a:ext cx="72878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728788" y="160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911504" y="3542966"/>
        <a:ext cx="36439" cy="36439"/>
      </dsp:txXfrm>
    </dsp:sp>
    <dsp:sp modelId="{718AB36E-B20E-4430-AB55-D0DCB37D4A93}">
      <dsp:nvSpPr>
        <dsp:cNvPr id="0" name=""/>
        <dsp:cNvSpPr/>
      </dsp:nvSpPr>
      <dsp:spPr>
        <a:xfrm>
          <a:off x="7225617" y="3403992"/>
          <a:ext cx="1479468" cy="739734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PI</a:t>
          </a:r>
        </a:p>
      </dsp:txBody>
      <dsp:txXfrm>
        <a:off x="7247283" y="3425658"/>
        <a:ext cx="1436136" cy="69640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DCD5E-0ECA-4B3A-B95F-8EC1D4DF23B2}">
      <dsp:nvSpPr>
        <dsp:cNvPr id="0" name=""/>
        <dsp:cNvSpPr/>
      </dsp:nvSpPr>
      <dsp:spPr>
        <a:xfrm>
          <a:off x="1449792" y="1499777"/>
          <a:ext cx="3274336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Diffusion Based Image Restoration</a:t>
          </a:r>
        </a:p>
      </dsp:txBody>
      <dsp:txXfrm>
        <a:off x="1468877" y="1518862"/>
        <a:ext cx="3236166" cy="613441"/>
      </dsp:txXfrm>
    </dsp:sp>
    <dsp:sp modelId="{D2BD3716-778C-46DB-A1F5-1D3BDCB61F05}">
      <dsp:nvSpPr>
        <dsp:cNvPr id="0" name=""/>
        <dsp:cNvSpPr/>
      </dsp:nvSpPr>
      <dsp:spPr>
        <a:xfrm rot="17350740">
          <a:off x="4191384" y="1060167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1036559"/>
        <a:ext cx="79338" cy="79338"/>
      </dsp:txXfrm>
    </dsp:sp>
    <dsp:sp modelId="{62D2AFE5-8D4F-42EF-A085-BEF9005595EC}">
      <dsp:nvSpPr>
        <dsp:cNvPr id="0" name=""/>
        <dsp:cNvSpPr/>
      </dsp:nvSpPr>
      <dsp:spPr>
        <a:xfrm>
          <a:off x="5245418" y="1069"/>
          <a:ext cx="3050260" cy="651611"/>
        </a:xfrm>
        <a:prstGeom prst="roundRect">
          <a:avLst>
            <a:gd name="adj" fmla="val 10000"/>
          </a:avLst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Conditional Mechanisms</a:t>
          </a:r>
        </a:p>
      </dsp:txBody>
      <dsp:txXfrm>
        <a:off x="5264503" y="20154"/>
        <a:ext cx="3012090" cy="613441"/>
      </dsp:txXfrm>
    </dsp:sp>
    <dsp:sp modelId="{4A16EF98-6287-4731-82DC-E08069D2896E}">
      <dsp:nvSpPr>
        <dsp:cNvPr id="0" name=""/>
        <dsp:cNvSpPr/>
      </dsp:nvSpPr>
      <dsp:spPr>
        <a:xfrm rot="18289469">
          <a:off x="4528355" y="1434844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1428085"/>
        <a:ext cx="45641" cy="45641"/>
      </dsp:txXfrm>
    </dsp:sp>
    <dsp:sp modelId="{6815F9DF-F236-4AEB-B1BD-3EB0F938B97F}">
      <dsp:nvSpPr>
        <dsp:cNvPr id="0" name=""/>
        <dsp:cNvSpPr/>
      </dsp:nvSpPr>
      <dsp:spPr>
        <a:xfrm>
          <a:off x="5245418" y="750423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Zero-shot</a:t>
          </a:r>
        </a:p>
      </dsp:txBody>
      <dsp:txXfrm>
        <a:off x="5264503" y="769508"/>
        <a:ext cx="3012090" cy="613441"/>
      </dsp:txXfrm>
    </dsp:sp>
    <dsp:sp modelId="{89185884-84DA-4CD0-9F8D-D3ED326F9C8A}">
      <dsp:nvSpPr>
        <dsp:cNvPr id="0" name=""/>
        <dsp:cNvSpPr/>
      </dsp:nvSpPr>
      <dsp:spPr>
        <a:xfrm>
          <a:off x="4724129" y="1809520"/>
          <a:ext cx="52128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21289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71741" y="1812550"/>
        <a:ext cx="26064" cy="26064"/>
      </dsp:txXfrm>
    </dsp:sp>
    <dsp:sp modelId="{C525D633-500B-4EDD-8F14-936BD12F562C}">
      <dsp:nvSpPr>
        <dsp:cNvPr id="0" name=""/>
        <dsp:cNvSpPr/>
      </dsp:nvSpPr>
      <dsp:spPr>
        <a:xfrm>
          <a:off x="5245418" y="1499777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Guidance Mechanisms</a:t>
          </a:r>
        </a:p>
      </dsp:txBody>
      <dsp:txXfrm>
        <a:off x="5264503" y="1518862"/>
        <a:ext cx="3012090" cy="613441"/>
      </dsp:txXfrm>
    </dsp:sp>
    <dsp:sp modelId="{DEC96FCD-A819-4469-A2BD-EE55C6B84837}">
      <dsp:nvSpPr>
        <dsp:cNvPr id="0" name=""/>
        <dsp:cNvSpPr/>
      </dsp:nvSpPr>
      <dsp:spPr>
        <a:xfrm rot="3310531">
          <a:off x="4528355" y="2184197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2177438"/>
        <a:ext cx="45641" cy="45641"/>
      </dsp:txXfrm>
    </dsp:sp>
    <dsp:sp modelId="{79219079-88FC-48DB-A364-0C0144AC2D27}">
      <dsp:nvSpPr>
        <dsp:cNvPr id="0" name=""/>
        <dsp:cNvSpPr/>
      </dsp:nvSpPr>
      <dsp:spPr>
        <a:xfrm>
          <a:off x="5245418" y="2249130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Latent Diffusion Models</a:t>
          </a:r>
        </a:p>
      </dsp:txBody>
      <dsp:txXfrm>
        <a:off x="5264503" y="2268215"/>
        <a:ext cx="3012090" cy="613441"/>
      </dsp:txXfrm>
    </dsp:sp>
    <dsp:sp modelId="{AA5AF771-39B3-41E0-81A8-7FFEA4402CBF}">
      <dsp:nvSpPr>
        <dsp:cNvPr id="0" name=""/>
        <dsp:cNvSpPr/>
      </dsp:nvSpPr>
      <dsp:spPr>
        <a:xfrm rot="4249260">
          <a:off x="4191384" y="2558874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2535267"/>
        <a:ext cx="79338" cy="79338"/>
      </dsp:txXfrm>
    </dsp:sp>
    <dsp:sp modelId="{75E130A5-06E6-4FC5-A322-106ACD89E6AA}">
      <dsp:nvSpPr>
        <dsp:cNvPr id="0" name=""/>
        <dsp:cNvSpPr/>
      </dsp:nvSpPr>
      <dsp:spPr>
        <a:xfrm>
          <a:off x="5245418" y="2998484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Hybrid Methods</a:t>
          </a:r>
        </a:p>
      </dsp:txBody>
      <dsp:txXfrm>
        <a:off x="5264503" y="3017569"/>
        <a:ext cx="3012090" cy="61344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DCD5E-0ECA-4B3A-B95F-8EC1D4DF23B2}">
      <dsp:nvSpPr>
        <dsp:cNvPr id="0" name=""/>
        <dsp:cNvSpPr/>
      </dsp:nvSpPr>
      <dsp:spPr>
        <a:xfrm>
          <a:off x="1449792" y="1499777"/>
          <a:ext cx="3274336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Diffusion Based Image Restoration</a:t>
          </a:r>
        </a:p>
      </dsp:txBody>
      <dsp:txXfrm>
        <a:off x="1468877" y="1518862"/>
        <a:ext cx="3236166" cy="613441"/>
      </dsp:txXfrm>
    </dsp:sp>
    <dsp:sp modelId="{D2BD3716-778C-46DB-A1F5-1D3BDCB61F05}">
      <dsp:nvSpPr>
        <dsp:cNvPr id="0" name=""/>
        <dsp:cNvSpPr/>
      </dsp:nvSpPr>
      <dsp:spPr>
        <a:xfrm rot="17350740">
          <a:off x="4191384" y="1060167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1036559"/>
        <a:ext cx="79338" cy="79338"/>
      </dsp:txXfrm>
    </dsp:sp>
    <dsp:sp modelId="{62D2AFE5-8D4F-42EF-A085-BEF9005595EC}">
      <dsp:nvSpPr>
        <dsp:cNvPr id="0" name=""/>
        <dsp:cNvSpPr/>
      </dsp:nvSpPr>
      <dsp:spPr>
        <a:xfrm>
          <a:off x="5245418" y="1069"/>
          <a:ext cx="3050260" cy="65161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Conditional Mechanisms</a:t>
          </a:r>
        </a:p>
      </dsp:txBody>
      <dsp:txXfrm>
        <a:off x="5264503" y="20154"/>
        <a:ext cx="3012090" cy="613441"/>
      </dsp:txXfrm>
    </dsp:sp>
    <dsp:sp modelId="{4A16EF98-6287-4731-82DC-E08069D2896E}">
      <dsp:nvSpPr>
        <dsp:cNvPr id="0" name=""/>
        <dsp:cNvSpPr/>
      </dsp:nvSpPr>
      <dsp:spPr>
        <a:xfrm rot="18289469">
          <a:off x="4528355" y="1434844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1428085"/>
        <a:ext cx="45641" cy="45641"/>
      </dsp:txXfrm>
    </dsp:sp>
    <dsp:sp modelId="{6815F9DF-F236-4AEB-B1BD-3EB0F938B97F}">
      <dsp:nvSpPr>
        <dsp:cNvPr id="0" name=""/>
        <dsp:cNvSpPr/>
      </dsp:nvSpPr>
      <dsp:spPr>
        <a:xfrm>
          <a:off x="5245418" y="750423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Zero-shot</a:t>
          </a:r>
        </a:p>
      </dsp:txBody>
      <dsp:txXfrm>
        <a:off x="5264503" y="769508"/>
        <a:ext cx="3012090" cy="613441"/>
      </dsp:txXfrm>
    </dsp:sp>
    <dsp:sp modelId="{89185884-84DA-4CD0-9F8D-D3ED326F9C8A}">
      <dsp:nvSpPr>
        <dsp:cNvPr id="0" name=""/>
        <dsp:cNvSpPr/>
      </dsp:nvSpPr>
      <dsp:spPr>
        <a:xfrm>
          <a:off x="4724129" y="1809520"/>
          <a:ext cx="52128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21289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71741" y="1812550"/>
        <a:ext cx="26064" cy="26064"/>
      </dsp:txXfrm>
    </dsp:sp>
    <dsp:sp modelId="{C525D633-500B-4EDD-8F14-936BD12F562C}">
      <dsp:nvSpPr>
        <dsp:cNvPr id="0" name=""/>
        <dsp:cNvSpPr/>
      </dsp:nvSpPr>
      <dsp:spPr>
        <a:xfrm>
          <a:off x="5245418" y="1499777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Guidance Mechanisms</a:t>
          </a:r>
        </a:p>
      </dsp:txBody>
      <dsp:txXfrm>
        <a:off x="5264503" y="1518862"/>
        <a:ext cx="3012090" cy="613441"/>
      </dsp:txXfrm>
    </dsp:sp>
    <dsp:sp modelId="{DEC96FCD-A819-4469-A2BD-EE55C6B84837}">
      <dsp:nvSpPr>
        <dsp:cNvPr id="0" name=""/>
        <dsp:cNvSpPr/>
      </dsp:nvSpPr>
      <dsp:spPr>
        <a:xfrm rot="3310531">
          <a:off x="4528355" y="2184197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2177438"/>
        <a:ext cx="45641" cy="45641"/>
      </dsp:txXfrm>
    </dsp:sp>
    <dsp:sp modelId="{79219079-88FC-48DB-A364-0C0144AC2D27}">
      <dsp:nvSpPr>
        <dsp:cNvPr id="0" name=""/>
        <dsp:cNvSpPr/>
      </dsp:nvSpPr>
      <dsp:spPr>
        <a:xfrm>
          <a:off x="5245418" y="2249130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Latent Diffusion Models</a:t>
          </a:r>
        </a:p>
      </dsp:txBody>
      <dsp:txXfrm>
        <a:off x="5264503" y="2268215"/>
        <a:ext cx="3012090" cy="613441"/>
      </dsp:txXfrm>
    </dsp:sp>
    <dsp:sp modelId="{AA5AF771-39B3-41E0-81A8-7FFEA4402CBF}">
      <dsp:nvSpPr>
        <dsp:cNvPr id="0" name=""/>
        <dsp:cNvSpPr/>
      </dsp:nvSpPr>
      <dsp:spPr>
        <a:xfrm rot="4249260">
          <a:off x="4191384" y="2558874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2535267"/>
        <a:ext cx="79338" cy="79338"/>
      </dsp:txXfrm>
    </dsp:sp>
    <dsp:sp modelId="{75E130A5-06E6-4FC5-A322-106ACD89E6AA}">
      <dsp:nvSpPr>
        <dsp:cNvPr id="0" name=""/>
        <dsp:cNvSpPr/>
      </dsp:nvSpPr>
      <dsp:spPr>
        <a:xfrm>
          <a:off x="5245418" y="2998484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Hybrid Methods</a:t>
          </a:r>
        </a:p>
      </dsp:txBody>
      <dsp:txXfrm>
        <a:off x="5264503" y="3017569"/>
        <a:ext cx="3012090" cy="61344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DCD5E-0ECA-4B3A-B95F-8EC1D4DF23B2}">
      <dsp:nvSpPr>
        <dsp:cNvPr id="0" name=""/>
        <dsp:cNvSpPr/>
      </dsp:nvSpPr>
      <dsp:spPr>
        <a:xfrm>
          <a:off x="1449792" y="1499777"/>
          <a:ext cx="3274336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Diffusion Based Image Restoration</a:t>
          </a:r>
        </a:p>
      </dsp:txBody>
      <dsp:txXfrm>
        <a:off x="1468877" y="1518862"/>
        <a:ext cx="3236166" cy="613441"/>
      </dsp:txXfrm>
    </dsp:sp>
    <dsp:sp modelId="{D2BD3716-778C-46DB-A1F5-1D3BDCB61F05}">
      <dsp:nvSpPr>
        <dsp:cNvPr id="0" name=""/>
        <dsp:cNvSpPr/>
      </dsp:nvSpPr>
      <dsp:spPr>
        <a:xfrm rot="17350740">
          <a:off x="4191384" y="1060167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1036559"/>
        <a:ext cx="79338" cy="79338"/>
      </dsp:txXfrm>
    </dsp:sp>
    <dsp:sp modelId="{62D2AFE5-8D4F-42EF-A085-BEF9005595EC}">
      <dsp:nvSpPr>
        <dsp:cNvPr id="0" name=""/>
        <dsp:cNvSpPr/>
      </dsp:nvSpPr>
      <dsp:spPr>
        <a:xfrm>
          <a:off x="5245418" y="1069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Conditional Mechanisms</a:t>
          </a:r>
        </a:p>
      </dsp:txBody>
      <dsp:txXfrm>
        <a:off x="5264503" y="20154"/>
        <a:ext cx="3012090" cy="613441"/>
      </dsp:txXfrm>
    </dsp:sp>
    <dsp:sp modelId="{4A16EF98-6287-4731-82DC-E08069D2896E}">
      <dsp:nvSpPr>
        <dsp:cNvPr id="0" name=""/>
        <dsp:cNvSpPr/>
      </dsp:nvSpPr>
      <dsp:spPr>
        <a:xfrm rot="18289469">
          <a:off x="4528355" y="1434844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1428085"/>
        <a:ext cx="45641" cy="45641"/>
      </dsp:txXfrm>
    </dsp:sp>
    <dsp:sp modelId="{6815F9DF-F236-4AEB-B1BD-3EB0F938B97F}">
      <dsp:nvSpPr>
        <dsp:cNvPr id="0" name=""/>
        <dsp:cNvSpPr/>
      </dsp:nvSpPr>
      <dsp:spPr>
        <a:xfrm>
          <a:off x="5245418" y="750423"/>
          <a:ext cx="3050260" cy="65161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Zero-shot</a:t>
          </a:r>
        </a:p>
      </dsp:txBody>
      <dsp:txXfrm>
        <a:off x="5264503" y="769508"/>
        <a:ext cx="3012090" cy="613441"/>
      </dsp:txXfrm>
    </dsp:sp>
    <dsp:sp modelId="{89185884-84DA-4CD0-9F8D-D3ED326F9C8A}">
      <dsp:nvSpPr>
        <dsp:cNvPr id="0" name=""/>
        <dsp:cNvSpPr/>
      </dsp:nvSpPr>
      <dsp:spPr>
        <a:xfrm>
          <a:off x="4724129" y="1809520"/>
          <a:ext cx="52128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21289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71741" y="1812550"/>
        <a:ext cx="26064" cy="26064"/>
      </dsp:txXfrm>
    </dsp:sp>
    <dsp:sp modelId="{C525D633-500B-4EDD-8F14-936BD12F562C}">
      <dsp:nvSpPr>
        <dsp:cNvPr id="0" name=""/>
        <dsp:cNvSpPr/>
      </dsp:nvSpPr>
      <dsp:spPr>
        <a:xfrm>
          <a:off x="5245418" y="1499777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Guidance Mechanisms</a:t>
          </a:r>
        </a:p>
      </dsp:txBody>
      <dsp:txXfrm>
        <a:off x="5264503" y="1518862"/>
        <a:ext cx="3012090" cy="613441"/>
      </dsp:txXfrm>
    </dsp:sp>
    <dsp:sp modelId="{DEC96FCD-A819-4469-A2BD-EE55C6B84837}">
      <dsp:nvSpPr>
        <dsp:cNvPr id="0" name=""/>
        <dsp:cNvSpPr/>
      </dsp:nvSpPr>
      <dsp:spPr>
        <a:xfrm rot="3310531">
          <a:off x="4528355" y="2184197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2177438"/>
        <a:ext cx="45641" cy="45641"/>
      </dsp:txXfrm>
    </dsp:sp>
    <dsp:sp modelId="{79219079-88FC-48DB-A364-0C0144AC2D27}">
      <dsp:nvSpPr>
        <dsp:cNvPr id="0" name=""/>
        <dsp:cNvSpPr/>
      </dsp:nvSpPr>
      <dsp:spPr>
        <a:xfrm>
          <a:off x="5245418" y="2249130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Latent Diffusion Models</a:t>
          </a:r>
        </a:p>
      </dsp:txBody>
      <dsp:txXfrm>
        <a:off x="5264503" y="2268215"/>
        <a:ext cx="3012090" cy="613441"/>
      </dsp:txXfrm>
    </dsp:sp>
    <dsp:sp modelId="{AA5AF771-39B3-41E0-81A8-7FFEA4402CBF}">
      <dsp:nvSpPr>
        <dsp:cNvPr id="0" name=""/>
        <dsp:cNvSpPr/>
      </dsp:nvSpPr>
      <dsp:spPr>
        <a:xfrm rot="4249260">
          <a:off x="4191384" y="2558874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2535267"/>
        <a:ext cx="79338" cy="79338"/>
      </dsp:txXfrm>
    </dsp:sp>
    <dsp:sp modelId="{75E130A5-06E6-4FC5-A322-106ACD89E6AA}">
      <dsp:nvSpPr>
        <dsp:cNvPr id="0" name=""/>
        <dsp:cNvSpPr/>
      </dsp:nvSpPr>
      <dsp:spPr>
        <a:xfrm>
          <a:off x="5245418" y="2998484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Hybrid Methods</a:t>
          </a:r>
        </a:p>
      </dsp:txBody>
      <dsp:txXfrm>
        <a:off x="5264503" y="3017569"/>
        <a:ext cx="3012090" cy="613441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DCD5E-0ECA-4B3A-B95F-8EC1D4DF23B2}">
      <dsp:nvSpPr>
        <dsp:cNvPr id="0" name=""/>
        <dsp:cNvSpPr/>
      </dsp:nvSpPr>
      <dsp:spPr>
        <a:xfrm>
          <a:off x="1449792" y="1499777"/>
          <a:ext cx="3274336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Diffusion Based Image Restoration</a:t>
          </a:r>
        </a:p>
      </dsp:txBody>
      <dsp:txXfrm>
        <a:off x="1468877" y="1518862"/>
        <a:ext cx="3236166" cy="613441"/>
      </dsp:txXfrm>
    </dsp:sp>
    <dsp:sp modelId="{D2BD3716-778C-46DB-A1F5-1D3BDCB61F05}">
      <dsp:nvSpPr>
        <dsp:cNvPr id="0" name=""/>
        <dsp:cNvSpPr/>
      </dsp:nvSpPr>
      <dsp:spPr>
        <a:xfrm rot="17350740">
          <a:off x="4191384" y="1060167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1036559"/>
        <a:ext cx="79338" cy="79338"/>
      </dsp:txXfrm>
    </dsp:sp>
    <dsp:sp modelId="{62D2AFE5-8D4F-42EF-A085-BEF9005595EC}">
      <dsp:nvSpPr>
        <dsp:cNvPr id="0" name=""/>
        <dsp:cNvSpPr/>
      </dsp:nvSpPr>
      <dsp:spPr>
        <a:xfrm>
          <a:off x="5245418" y="1069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Conditional Mechanisms</a:t>
          </a:r>
        </a:p>
      </dsp:txBody>
      <dsp:txXfrm>
        <a:off x="5264503" y="20154"/>
        <a:ext cx="3012090" cy="613441"/>
      </dsp:txXfrm>
    </dsp:sp>
    <dsp:sp modelId="{4A16EF98-6287-4731-82DC-E08069D2896E}">
      <dsp:nvSpPr>
        <dsp:cNvPr id="0" name=""/>
        <dsp:cNvSpPr/>
      </dsp:nvSpPr>
      <dsp:spPr>
        <a:xfrm rot="18289469">
          <a:off x="4528355" y="1434844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1428085"/>
        <a:ext cx="45641" cy="45641"/>
      </dsp:txXfrm>
    </dsp:sp>
    <dsp:sp modelId="{6815F9DF-F236-4AEB-B1BD-3EB0F938B97F}">
      <dsp:nvSpPr>
        <dsp:cNvPr id="0" name=""/>
        <dsp:cNvSpPr/>
      </dsp:nvSpPr>
      <dsp:spPr>
        <a:xfrm>
          <a:off x="5245418" y="750423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Zero-shot</a:t>
          </a:r>
        </a:p>
      </dsp:txBody>
      <dsp:txXfrm>
        <a:off x="5264503" y="769508"/>
        <a:ext cx="3012090" cy="613441"/>
      </dsp:txXfrm>
    </dsp:sp>
    <dsp:sp modelId="{89185884-84DA-4CD0-9F8D-D3ED326F9C8A}">
      <dsp:nvSpPr>
        <dsp:cNvPr id="0" name=""/>
        <dsp:cNvSpPr/>
      </dsp:nvSpPr>
      <dsp:spPr>
        <a:xfrm>
          <a:off x="4724129" y="1809520"/>
          <a:ext cx="52128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21289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71741" y="1812550"/>
        <a:ext cx="26064" cy="26064"/>
      </dsp:txXfrm>
    </dsp:sp>
    <dsp:sp modelId="{C525D633-500B-4EDD-8F14-936BD12F562C}">
      <dsp:nvSpPr>
        <dsp:cNvPr id="0" name=""/>
        <dsp:cNvSpPr/>
      </dsp:nvSpPr>
      <dsp:spPr>
        <a:xfrm>
          <a:off x="5245418" y="1499777"/>
          <a:ext cx="3050260" cy="65161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Guidance Mechanisms</a:t>
          </a:r>
        </a:p>
      </dsp:txBody>
      <dsp:txXfrm>
        <a:off x="5264503" y="1518862"/>
        <a:ext cx="3012090" cy="613441"/>
      </dsp:txXfrm>
    </dsp:sp>
    <dsp:sp modelId="{DEC96FCD-A819-4469-A2BD-EE55C6B84837}">
      <dsp:nvSpPr>
        <dsp:cNvPr id="0" name=""/>
        <dsp:cNvSpPr/>
      </dsp:nvSpPr>
      <dsp:spPr>
        <a:xfrm rot="3310531">
          <a:off x="4528355" y="2184197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2177438"/>
        <a:ext cx="45641" cy="45641"/>
      </dsp:txXfrm>
    </dsp:sp>
    <dsp:sp modelId="{79219079-88FC-48DB-A364-0C0144AC2D27}">
      <dsp:nvSpPr>
        <dsp:cNvPr id="0" name=""/>
        <dsp:cNvSpPr/>
      </dsp:nvSpPr>
      <dsp:spPr>
        <a:xfrm>
          <a:off x="5245418" y="2249130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Latent Diffusion Models</a:t>
          </a:r>
        </a:p>
      </dsp:txBody>
      <dsp:txXfrm>
        <a:off x="5264503" y="2268215"/>
        <a:ext cx="3012090" cy="613441"/>
      </dsp:txXfrm>
    </dsp:sp>
    <dsp:sp modelId="{AA5AF771-39B3-41E0-81A8-7FFEA4402CBF}">
      <dsp:nvSpPr>
        <dsp:cNvPr id="0" name=""/>
        <dsp:cNvSpPr/>
      </dsp:nvSpPr>
      <dsp:spPr>
        <a:xfrm rot="4249260">
          <a:off x="4191384" y="2558874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2535267"/>
        <a:ext cx="79338" cy="79338"/>
      </dsp:txXfrm>
    </dsp:sp>
    <dsp:sp modelId="{75E130A5-06E6-4FC5-A322-106ACD89E6AA}">
      <dsp:nvSpPr>
        <dsp:cNvPr id="0" name=""/>
        <dsp:cNvSpPr/>
      </dsp:nvSpPr>
      <dsp:spPr>
        <a:xfrm>
          <a:off x="5245418" y="2998484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Hybrid Methods</a:t>
          </a:r>
        </a:p>
      </dsp:txBody>
      <dsp:txXfrm>
        <a:off x="5264503" y="3017569"/>
        <a:ext cx="3012090" cy="613441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DCD5E-0ECA-4B3A-B95F-8EC1D4DF23B2}">
      <dsp:nvSpPr>
        <dsp:cNvPr id="0" name=""/>
        <dsp:cNvSpPr/>
      </dsp:nvSpPr>
      <dsp:spPr>
        <a:xfrm>
          <a:off x="1449792" y="1499777"/>
          <a:ext cx="3274336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Diffusion Based Image Restoration</a:t>
          </a:r>
        </a:p>
      </dsp:txBody>
      <dsp:txXfrm>
        <a:off x="1468877" y="1518862"/>
        <a:ext cx="3236166" cy="613441"/>
      </dsp:txXfrm>
    </dsp:sp>
    <dsp:sp modelId="{D2BD3716-778C-46DB-A1F5-1D3BDCB61F05}">
      <dsp:nvSpPr>
        <dsp:cNvPr id="0" name=""/>
        <dsp:cNvSpPr/>
      </dsp:nvSpPr>
      <dsp:spPr>
        <a:xfrm rot="17350740">
          <a:off x="4191384" y="1060167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1036559"/>
        <a:ext cx="79338" cy="79338"/>
      </dsp:txXfrm>
    </dsp:sp>
    <dsp:sp modelId="{62D2AFE5-8D4F-42EF-A085-BEF9005595EC}">
      <dsp:nvSpPr>
        <dsp:cNvPr id="0" name=""/>
        <dsp:cNvSpPr/>
      </dsp:nvSpPr>
      <dsp:spPr>
        <a:xfrm>
          <a:off x="5245418" y="1069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Conditional Mechanisms</a:t>
          </a:r>
        </a:p>
      </dsp:txBody>
      <dsp:txXfrm>
        <a:off x="5264503" y="20154"/>
        <a:ext cx="3012090" cy="613441"/>
      </dsp:txXfrm>
    </dsp:sp>
    <dsp:sp modelId="{4A16EF98-6287-4731-82DC-E08069D2896E}">
      <dsp:nvSpPr>
        <dsp:cNvPr id="0" name=""/>
        <dsp:cNvSpPr/>
      </dsp:nvSpPr>
      <dsp:spPr>
        <a:xfrm rot="18289469">
          <a:off x="4528355" y="1434844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1428085"/>
        <a:ext cx="45641" cy="45641"/>
      </dsp:txXfrm>
    </dsp:sp>
    <dsp:sp modelId="{6815F9DF-F236-4AEB-B1BD-3EB0F938B97F}">
      <dsp:nvSpPr>
        <dsp:cNvPr id="0" name=""/>
        <dsp:cNvSpPr/>
      </dsp:nvSpPr>
      <dsp:spPr>
        <a:xfrm>
          <a:off x="5245418" y="750423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Zero-shot</a:t>
          </a:r>
        </a:p>
      </dsp:txBody>
      <dsp:txXfrm>
        <a:off x="5264503" y="769508"/>
        <a:ext cx="3012090" cy="613441"/>
      </dsp:txXfrm>
    </dsp:sp>
    <dsp:sp modelId="{89185884-84DA-4CD0-9F8D-D3ED326F9C8A}">
      <dsp:nvSpPr>
        <dsp:cNvPr id="0" name=""/>
        <dsp:cNvSpPr/>
      </dsp:nvSpPr>
      <dsp:spPr>
        <a:xfrm>
          <a:off x="4724129" y="1809520"/>
          <a:ext cx="52128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21289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71741" y="1812550"/>
        <a:ext cx="26064" cy="26064"/>
      </dsp:txXfrm>
    </dsp:sp>
    <dsp:sp modelId="{C525D633-500B-4EDD-8F14-936BD12F562C}">
      <dsp:nvSpPr>
        <dsp:cNvPr id="0" name=""/>
        <dsp:cNvSpPr/>
      </dsp:nvSpPr>
      <dsp:spPr>
        <a:xfrm>
          <a:off x="5245418" y="1499777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Guidance Mechanisms</a:t>
          </a:r>
        </a:p>
      </dsp:txBody>
      <dsp:txXfrm>
        <a:off x="5264503" y="1518862"/>
        <a:ext cx="3012090" cy="613441"/>
      </dsp:txXfrm>
    </dsp:sp>
    <dsp:sp modelId="{DEC96FCD-A819-4469-A2BD-EE55C6B84837}">
      <dsp:nvSpPr>
        <dsp:cNvPr id="0" name=""/>
        <dsp:cNvSpPr/>
      </dsp:nvSpPr>
      <dsp:spPr>
        <a:xfrm rot="3310531">
          <a:off x="4528355" y="2184197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2177438"/>
        <a:ext cx="45641" cy="45641"/>
      </dsp:txXfrm>
    </dsp:sp>
    <dsp:sp modelId="{79219079-88FC-48DB-A364-0C0144AC2D27}">
      <dsp:nvSpPr>
        <dsp:cNvPr id="0" name=""/>
        <dsp:cNvSpPr/>
      </dsp:nvSpPr>
      <dsp:spPr>
        <a:xfrm>
          <a:off x="5245418" y="2249130"/>
          <a:ext cx="3050260" cy="65161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Latent Diffusion Models</a:t>
          </a:r>
        </a:p>
      </dsp:txBody>
      <dsp:txXfrm>
        <a:off x="5264503" y="2268215"/>
        <a:ext cx="3012090" cy="613441"/>
      </dsp:txXfrm>
    </dsp:sp>
    <dsp:sp modelId="{AA5AF771-39B3-41E0-81A8-7FFEA4402CBF}">
      <dsp:nvSpPr>
        <dsp:cNvPr id="0" name=""/>
        <dsp:cNvSpPr/>
      </dsp:nvSpPr>
      <dsp:spPr>
        <a:xfrm rot="4249260">
          <a:off x="4191384" y="2558874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2535267"/>
        <a:ext cx="79338" cy="79338"/>
      </dsp:txXfrm>
    </dsp:sp>
    <dsp:sp modelId="{75E130A5-06E6-4FC5-A322-106ACD89E6AA}">
      <dsp:nvSpPr>
        <dsp:cNvPr id="0" name=""/>
        <dsp:cNvSpPr/>
      </dsp:nvSpPr>
      <dsp:spPr>
        <a:xfrm>
          <a:off x="5245418" y="2998484"/>
          <a:ext cx="3050260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Hybrid Methods</a:t>
          </a:r>
        </a:p>
      </dsp:txBody>
      <dsp:txXfrm>
        <a:off x="5264503" y="3017569"/>
        <a:ext cx="3012090" cy="613441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CDCD5E-0ECA-4B3A-B95F-8EC1D4DF23B2}">
      <dsp:nvSpPr>
        <dsp:cNvPr id="0" name=""/>
        <dsp:cNvSpPr/>
      </dsp:nvSpPr>
      <dsp:spPr>
        <a:xfrm>
          <a:off x="1449792" y="1499777"/>
          <a:ext cx="3274336" cy="65161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Diffusion Based Image Restoration</a:t>
          </a:r>
        </a:p>
      </dsp:txBody>
      <dsp:txXfrm>
        <a:off x="1468877" y="1518862"/>
        <a:ext cx="3236166" cy="613441"/>
      </dsp:txXfrm>
    </dsp:sp>
    <dsp:sp modelId="{D2BD3716-778C-46DB-A1F5-1D3BDCB61F05}">
      <dsp:nvSpPr>
        <dsp:cNvPr id="0" name=""/>
        <dsp:cNvSpPr/>
      </dsp:nvSpPr>
      <dsp:spPr>
        <a:xfrm rot="17350740">
          <a:off x="4191384" y="1060167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1036559"/>
        <a:ext cx="79338" cy="79338"/>
      </dsp:txXfrm>
    </dsp:sp>
    <dsp:sp modelId="{62D2AFE5-8D4F-42EF-A085-BEF9005595EC}">
      <dsp:nvSpPr>
        <dsp:cNvPr id="0" name=""/>
        <dsp:cNvSpPr/>
      </dsp:nvSpPr>
      <dsp:spPr>
        <a:xfrm>
          <a:off x="5245418" y="1069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Conditional Mechanisms</a:t>
          </a:r>
        </a:p>
      </dsp:txBody>
      <dsp:txXfrm>
        <a:off x="5264503" y="20154"/>
        <a:ext cx="3012090" cy="613441"/>
      </dsp:txXfrm>
    </dsp:sp>
    <dsp:sp modelId="{4A16EF98-6287-4731-82DC-E08069D2896E}">
      <dsp:nvSpPr>
        <dsp:cNvPr id="0" name=""/>
        <dsp:cNvSpPr/>
      </dsp:nvSpPr>
      <dsp:spPr>
        <a:xfrm rot="18289469">
          <a:off x="4528355" y="1434844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1428085"/>
        <a:ext cx="45641" cy="45641"/>
      </dsp:txXfrm>
    </dsp:sp>
    <dsp:sp modelId="{6815F9DF-F236-4AEB-B1BD-3EB0F938B97F}">
      <dsp:nvSpPr>
        <dsp:cNvPr id="0" name=""/>
        <dsp:cNvSpPr/>
      </dsp:nvSpPr>
      <dsp:spPr>
        <a:xfrm>
          <a:off x="5245418" y="750423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Zero-shot</a:t>
          </a:r>
        </a:p>
      </dsp:txBody>
      <dsp:txXfrm>
        <a:off x="5264503" y="769508"/>
        <a:ext cx="3012090" cy="613441"/>
      </dsp:txXfrm>
    </dsp:sp>
    <dsp:sp modelId="{89185884-84DA-4CD0-9F8D-D3ED326F9C8A}">
      <dsp:nvSpPr>
        <dsp:cNvPr id="0" name=""/>
        <dsp:cNvSpPr/>
      </dsp:nvSpPr>
      <dsp:spPr>
        <a:xfrm>
          <a:off x="4724129" y="1809520"/>
          <a:ext cx="52128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521289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71741" y="1812550"/>
        <a:ext cx="26064" cy="26064"/>
      </dsp:txXfrm>
    </dsp:sp>
    <dsp:sp modelId="{C525D633-500B-4EDD-8F14-936BD12F562C}">
      <dsp:nvSpPr>
        <dsp:cNvPr id="0" name=""/>
        <dsp:cNvSpPr/>
      </dsp:nvSpPr>
      <dsp:spPr>
        <a:xfrm>
          <a:off x="5245418" y="1499777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Guidance Mechanisms</a:t>
          </a:r>
        </a:p>
      </dsp:txBody>
      <dsp:txXfrm>
        <a:off x="5264503" y="1518862"/>
        <a:ext cx="3012090" cy="613441"/>
      </dsp:txXfrm>
    </dsp:sp>
    <dsp:sp modelId="{DEC96FCD-A819-4469-A2BD-EE55C6B84837}">
      <dsp:nvSpPr>
        <dsp:cNvPr id="0" name=""/>
        <dsp:cNvSpPr/>
      </dsp:nvSpPr>
      <dsp:spPr>
        <a:xfrm rot="3310531">
          <a:off x="4528355" y="2184197"/>
          <a:ext cx="91283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1283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961953" y="2177438"/>
        <a:ext cx="45641" cy="45641"/>
      </dsp:txXfrm>
    </dsp:sp>
    <dsp:sp modelId="{79219079-88FC-48DB-A364-0C0144AC2D27}">
      <dsp:nvSpPr>
        <dsp:cNvPr id="0" name=""/>
        <dsp:cNvSpPr/>
      </dsp:nvSpPr>
      <dsp:spPr>
        <a:xfrm>
          <a:off x="5245418" y="2249130"/>
          <a:ext cx="3050260" cy="651611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Latent Diffusion Models</a:t>
          </a:r>
        </a:p>
      </dsp:txBody>
      <dsp:txXfrm>
        <a:off x="5264503" y="2268215"/>
        <a:ext cx="3012090" cy="613441"/>
      </dsp:txXfrm>
    </dsp:sp>
    <dsp:sp modelId="{AA5AF771-39B3-41E0-81A8-7FFEA4402CBF}">
      <dsp:nvSpPr>
        <dsp:cNvPr id="0" name=""/>
        <dsp:cNvSpPr/>
      </dsp:nvSpPr>
      <dsp:spPr>
        <a:xfrm rot="4249260">
          <a:off x="4191384" y="2558874"/>
          <a:ext cx="1586778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586778" y="160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4945104" y="2535267"/>
        <a:ext cx="79338" cy="79338"/>
      </dsp:txXfrm>
    </dsp:sp>
    <dsp:sp modelId="{75E130A5-06E6-4FC5-A322-106ACD89E6AA}">
      <dsp:nvSpPr>
        <dsp:cNvPr id="0" name=""/>
        <dsp:cNvSpPr/>
      </dsp:nvSpPr>
      <dsp:spPr>
        <a:xfrm>
          <a:off x="5245418" y="2998484"/>
          <a:ext cx="3050260" cy="651611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Hybrid Methods</a:t>
          </a:r>
        </a:p>
      </dsp:txBody>
      <dsp:txXfrm>
        <a:off x="5264503" y="3017569"/>
        <a:ext cx="3012090" cy="6134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49134E-BAD0-EE85-0FA7-1F1B0ED91E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82A1DE-5C8A-E8D3-D510-4A713F7A725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16EA1-EBF3-4D83-928B-05603D6291F1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5AC921-5992-0710-3033-6E75323876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E13B00-7208-BCB1-FA6D-451274108D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5D2DA-C226-43EB-AD4E-BB451E8E8E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38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9" name="Google Shape;5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8705F1-6539-25B8-621D-AFC26CFCE3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A170D-4170-91E7-F7F2-CFF44D5C5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17C5A-B881-37D8-F2DA-70B62C379E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018C95-1CD1-6AF7-15FE-E0D8CAD18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94364F-A1FC-4E92-39B7-F89108C3A8D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91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704E993-C734-47C5-34D5-F1E6A507006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424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2CA82-79F9-A47E-18B9-81BBFE1A5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CC5BF4-97AB-69F6-455B-1E051F38F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7F0DD-261C-F0EB-6693-64D4E56B9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EA9FF3-2D54-7863-5B09-865DBF3BCC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02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BAB3B-25B6-5552-C8DB-154C8354A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CCF1F6-2323-971D-45B1-989481C83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AEC56-AAA5-8CD2-E0BB-614D81A12C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DE138D-BBDF-FC95-47D5-8B605017DD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03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1D2E1-62DC-84F9-63A7-F5B104044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C337A3-B1FA-0113-BEFB-97174F07D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A1832-2497-E3D2-2935-0DF84DB8C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1DCB9E-F270-48BF-4C62-CA973E24B12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068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56801-6C9A-E4F3-C889-6EE04B0C3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BC605-2E44-FA31-0B73-5F1238503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F6BEC1-7055-B8E8-0F68-11F78BBA1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8215D-1007-A8A8-26DF-01E92518D66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/>
          <p:nvPr/>
        </p:nvSpPr>
        <p:spPr>
          <a:xfrm>
            <a:off x="264459" y="207095"/>
            <a:ext cx="11663082" cy="6443810"/>
          </a:xfrm>
          <a:prstGeom prst="rect">
            <a:avLst/>
          </a:prstGeom>
          <a:gradFill>
            <a:gsLst>
              <a:gs pos="0">
                <a:srgbClr val="370000"/>
              </a:gs>
              <a:gs pos="5000">
                <a:srgbClr val="370000"/>
              </a:gs>
              <a:gs pos="76000">
                <a:srgbClr val="500000"/>
              </a:gs>
              <a:gs pos="100000">
                <a:srgbClr val="500000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8"/>
          <p:cNvSpPr/>
          <p:nvPr/>
        </p:nvSpPr>
        <p:spPr>
          <a:xfrm>
            <a:off x="264459" y="2705301"/>
            <a:ext cx="118872" cy="137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8"/>
          <p:cNvSpPr/>
          <p:nvPr/>
        </p:nvSpPr>
        <p:spPr>
          <a:xfrm>
            <a:off x="11808669" y="2705301"/>
            <a:ext cx="118872" cy="137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8"/>
          <p:cNvSpPr txBox="1"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8"/>
          <p:cNvSpPr txBox="1">
            <a:spLocks noGrp="1"/>
          </p:cNvSpPr>
          <p:nvPr>
            <p:ph type="subTitle" idx="1"/>
          </p:nvPr>
        </p:nvSpPr>
        <p:spPr>
          <a:xfrm>
            <a:off x="1828800" y="4235390"/>
            <a:ext cx="8534400" cy="118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 dirty="0"/>
          </a:p>
        </p:txBody>
      </p:sp>
      <p:pic>
        <p:nvPicPr>
          <p:cNvPr id="23" name="Google Shape;23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36970" y="707887"/>
            <a:ext cx="4118060" cy="9666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>
            <a:spLocks noGrp="1"/>
          </p:cNvSpPr>
          <p:nvPr>
            <p:ph type="body" idx="1" hasCustomPrompt="1"/>
          </p:nvPr>
        </p:nvSpPr>
        <p:spPr>
          <a:xfrm>
            <a:off x="609600" y="1478844"/>
            <a:ext cx="10972799" cy="4647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571500" lvl="0" indent="-342900" algn="l">
              <a:lnSpc>
                <a:spcPct val="100000"/>
              </a:lnSpc>
              <a:spcBef>
                <a:spcPts val="640"/>
              </a:spcBef>
              <a:spcAft>
                <a:spcPts val="600"/>
              </a:spcAft>
              <a:buClr>
                <a:schemeClr val="dk1"/>
              </a:buClr>
              <a:buSzPts val="3200"/>
              <a:buFont typeface="Wingdings" panose="05000000000000000000" pitchFamily="2" charset="2"/>
              <a:buChar char="q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143000" lvl="1" indent="-457200" algn="l">
              <a:lnSpc>
                <a:spcPct val="100000"/>
              </a:lnSpc>
              <a:spcBef>
                <a:spcPts val="560"/>
              </a:spcBef>
              <a:spcAft>
                <a:spcPts val="600"/>
              </a:spcAft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485900" lvl="2" indent="-342900" algn="l">
              <a:lnSpc>
                <a:spcPct val="100000"/>
              </a:lnSpc>
              <a:spcBef>
                <a:spcPts val="48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§"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 dirty="0"/>
              <a:t> Level 1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2B30D77-274A-D4C3-E422-EFA10A0B0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0335"/>
            <a:ext cx="10972800" cy="1143000"/>
          </a:xfrm>
        </p:spPr>
        <p:txBody>
          <a:bodyPr>
            <a:normAutofit/>
          </a:bodyPr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userDrawn="1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>
            <a:spLocks noGrp="1"/>
          </p:cNvSpPr>
          <p:nvPr>
            <p:ph type="body" idx="1"/>
          </p:nvPr>
        </p:nvSpPr>
        <p:spPr>
          <a:xfrm>
            <a:off x="609600" y="2294022"/>
            <a:ext cx="5384800" cy="383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body" idx="2"/>
          </p:nvPr>
        </p:nvSpPr>
        <p:spPr>
          <a:xfrm>
            <a:off x="6197600" y="2294022"/>
            <a:ext cx="5384800" cy="3832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1E67D0-3E02-369F-466B-39BD6EA4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2"/>
          <p:cNvSpPr txBox="1">
            <a:spLocks noGrp="1"/>
          </p:cNvSpPr>
          <p:nvPr>
            <p:ph type="title"/>
          </p:nvPr>
        </p:nvSpPr>
        <p:spPr>
          <a:xfrm>
            <a:off x="609600" y="96670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2"/>
          <p:cNvSpPr txBox="1">
            <a:spLocks noGrp="1"/>
          </p:cNvSpPr>
          <p:nvPr>
            <p:ph type="body" idx="1"/>
          </p:nvPr>
        </p:nvSpPr>
        <p:spPr>
          <a:xfrm>
            <a:off x="609600" y="2307098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2"/>
          </p:nvPr>
        </p:nvSpPr>
        <p:spPr>
          <a:xfrm>
            <a:off x="609600" y="2946861"/>
            <a:ext cx="5386917" cy="317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3"/>
          </p:nvPr>
        </p:nvSpPr>
        <p:spPr>
          <a:xfrm>
            <a:off x="6193378" y="2307098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4"/>
          </p:nvPr>
        </p:nvSpPr>
        <p:spPr>
          <a:xfrm>
            <a:off x="6193378" y="2946861"/>
            <a:ext cx="5389033" cy="3179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/>
          <p:nvPr/>
        </p:nvSpPr>
        <p:spPr>
          <a:xfrm>
            <a:off x="259937" y="208037"/>
            <a:ext cx="11672125" cy="644192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3"/>
          <p:cNvSpPr/>
          <p:nvPr/>
        </p:nvSpPr>
        <p:spPr>
          <a:xfrm>
            <a:off x="1060470" y="2093434"/>
            <a:ext cx="10071060" cy="267113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294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3"/>
          <p:cNvSpPr/>
          <p:nvPr/>
        </p:nvSpPr>
        <p:spPr>
          <a:xfrm>
            <a:off x="1060470" y="2742924"/>
            <a:ext cx="128016" cy="137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3"/>
          <p:cNvSpPr/>
          <p:nvPr/>
        </p:nvSpPr>
        <p:spPr>
          <a:xfrm>
            <a:off x="11003514" y="2758222"/>
            <a:ext cx="128016" cy="1371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3"/>
          <p:cNvSpPr txBox="1">
            <a:spLocks noGrp="1"/>
          </p:cNvSpPr>
          <p:nvPr>
            <p:ph type="title"/>
          </p:nvPr>
        </p:nvSpPr>
        <p:spPr>
          <a:xfrm>
            <a:off x="1499616" y="2872522"/>
            <a:ext cx="9192768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0000"/>
              </a:buClr>
              <a:buSzPts val="3400"/>
              <a:buFont typeface="Arial"/>
              <a:buNone/>
              <a:defRPr sz="3400" b="1">
                <a:solidFill>
                  <a:srgbClr val="5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/>
          <p:nvPr/>
        </p:nvSpPr>
        <p:spPr>
          <a:xfrm>
            <a:off x="4488455" y="1593290"/>
            <a:ext cx="3215090" cy="966677"/>
          </a:xfrm>
          <a:prstGeom prst="rect">
            <a:avLst/>
          </a:prstGeom>
          <a:gradFill>
            <a:gsLst>
              <a:gs pos="0">
                <a:srgbClr val="370000"/>
              </a:gs>
              <a:gs pos="5000">
                <a:srgbClr val="370000"/>
              </a:gs>
              <a:gs pos="76000">
                <a:srgbClr val="500000"/>
              </a:gs>
              <a:gs pos="100000">
                <a:srgbClr val="500000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8239" y="1751389"/>
            <a:ext cx="2815522" cy="6609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>
            <a:spLocks noGrp="1"/>
          </p:cNvSpPr>
          <p:nvPr>
            <p:ph type="title"/>
          </p:nvPr>
        </p:nvSpPr>
        <p:spPr>
          <a:xfrm>
            <a:off x="609611" y="1171075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body" idx="1"/>
          </p:nvPr>
        </p:nvSpPr>
        <p:spPr>
          <a:xfrm>
            <a:off x="4766733" y="1171075"/>
            <a:ext cx="6815667" cy="4955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body" idx="2"/>
          </p:nvPr>
        </p:nvSpPr>
        <p:spPr>
          <a:xfrm>
            <a:off x="609611" y="2406317"/>
            <a:ext cx="4011084" cy="3719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6"/>
          <p:cNvSpPr>
            <a:spLocks noGrp="1"/>
          </p:cNvSpPr>
          <p:nvPr>
            <p:ph type="pic" idx="2"/>
          </p:nvPr>
        </p:nvSpPr>
        <p:spPr>
          <a:xfrm>
            <a:off x="2389717" y="1106905"/>
            <a:ext cx="7315200" cy="3620670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2389717" y="5367343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609600" y="97983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609600" y="2122834"/>
            <a:ext cx="10972800" cy="400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cxnSp>
        <p:nvCxnSpPr>
          <p:cNvPr id="12" name="Google Shape;12;p7"/>
          <p:cNvCxnSpPr/>
          <p:nvPr/>
        </p:nvCxnSpPr>
        <p:spPr>
          <a:xfrm>
            <a:off x="224039" y="6643979"/>
            <a:ext cx="9324948" cy="0"/>
          </a:xfrm>
          <a:prstGeom prst="straightConnector1">
            <a:avLst/>
          </a:prstGeom>
          <a:noFill/>
          <a:ln w="12700" cap="flat" cmpd="sng">
            <a:solidFill>
              <a:srgbClr val="E4002B"/>
            </a:solidFill>
            <a:prstDash val="solid"/>
            <a:miter lim="400000"/>
            <a:headEnd type="none" w="sm" len="sm"/>
            <a:tailEnd type="none" w="sm" len="sm"/>
          </a:ln>
        </p:spPr>
      </p:cxnSp>
      <p:sp>
        <p:nvSpPr>
          <p:cNvPr id="13" name="Google Shape;13;p7"/>
          <p:cNvSpPr/>
          <p:nvPr/>
        </p:nvSpPr>
        <p:spPr>
          <a:xfrm>
            <a:off x="383821" y="231832"/>
            <a:ext cx="11424356" cy="926298"/>
          </a:xfrm>
          <a:prstGeom prst="rect">
            <a:avLst/>
          </a:prstGeom>
          <a:gradFill>
            <a:gsLst>
              <a:gs pos="0">
                <a:srgbClr val="370000"/>
              </a:gs>
              <a:gs pos="5000">
                <a:srgbClr val="370000"/>
              </a:gs>
              <a:gs pos="76000">
                <a:srgbClr val="500000"/>
              </a:gs>
              <a:gs pos="100000">
                <a:srgbClr val="500000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7"/>
          <p:cNvSpPr/>
          <p:nvPr/>
        </p:nvSpPr>
        <p:spPr>
          <a:xfrm>
            <a:off x="383823" y="403780"/>
            <a:ext cx="120848" cy="58240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7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056914" y="403781"/>
            <a:ext cx="2525486" cy="59283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datasets/okhater/SICE_paired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2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34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35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36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37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38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9.xml"/><Relationship Id="rId7" Type="http://schemas.microsoft.com/office/2007/relationships/diagramDrawing" Target="../diagrams/drawing19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9.xml"/><Relationship Id="rId5" Type="http://schemas.openxmlformats.org/officeDocument/2006/relationships/diagramQuickStyle" Target="../diagrams/quickStyle19.xml"/><Relationship Id="rId4" Type="http://schemas.openxmlformats.org/officeDocument/2006/relationships/diagramLayout" Target="../diagrams/layout19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 txBox="1">
            <a:spLocks noGrp="1"/>
          </p:cNvSpPr>
          <p:nvPr>
            <p:ph type="ctrTitle"/>
          </p:nvPr>
        </p:nvSpPr>
        <p:spPr>
          <a:xfrm>
            <a:off x="914400" y="2471567"/>
            <a:ext cx="10835640" cy="1763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 sz="3200" dirty="0"/>
              <a:t>Robust Low-Light Image Enhancement via Generative</a:t>
            </a:r>
            <a:br>
              <a:rPr lang="en-US" sz="3200" dirty="0"/>
            </a:br>
            <a:r>
              <a:rPr lang="en-US" sz="3200" dirty="0"/>
              <a:t> Priors</a:t>
            </a:r>
          </a:p>
        </p:txBody>
      </p:sp>
      <p:sp>
        <p:nvSpPr>
          <p:cNvPr id="62" name="Google Shape;62;p1"/>
          <p:cNvSpPr txBox="1">
            <a:spLocks noGrp="1"/>
          </p:cNvSpPr>
          <p:nvPr>
            <p:ph type="subTitle" idx="1"/>
          </p:nvPr>
        </p:nvSpPr>
        <p:spPr>
          <a:xfrm>
            <a:off x="1828800" y="4701734"/>
            <a:ext cx="8534400" cy="1189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Omar Khater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MSC Student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dirty="0"/>
              <a:t>Department of Electrical and Computer Engineering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8AC01-2719-B2A9-BD73-6266E0376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4B553-3467-8994-3277-3C1EFE9F1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SzPct val="126000"/>
            </a:pPr>
            <a:r>
              <a:rPr lang="en-US" dirty="0"/>
              <a:t> Introduction</a:t>
            </a:r>
          </a:p>
          <a:p>
            <a:pPr>
              <a:buSzPct val="126000"/>
            </a:pPr>
            <a:r>
              <a:rPr lang="en-US" dirty="0"/>
              <a:t> Methodology</a:t>
            </a:r>
          </a:p>
          <a:p>
            <a:pPr>
              <a:buSzPct val="126000"/>
            </a:pPr>
            <a:r>
              <a:rPr lang="en-US" dirty="0"/>
              <a:t> Training</a:t>
            </a:r>
          </a:p>
          <a:p>
            <a:pPr>
              <a:buSzPct val="126000"/>
            </a:pPr>
            <a:r>
              <a:rPr lang="en-US" dirty="0"/>
              <a:t> Evaluation</a:t>
            </a:r>
          </a:p>
          <a:p>
            <a:pPr>
              <a:buSzPct val="126000"/>
            </a:pPr>
            <a:r>
              <a:rPr lang="en-US" dirty="0"/>
              <a:t> Results</a:t>
            </a:r>
          </a:p>
          <a:p>
            <a:pPr>
              <a:buSzPct val="126000"/>
            </a:pPr>
            <a:r>
              <a:rPr lang="en-US" dirty="0"/>
              <a:t> Ablation Studies</a:t>
            </a:r>
          </a:p>
          <a:p>
            <a:pPr>
              <a:buSzPct val="126000"/>
            </a:pPr>
            <a:r>
              <a:rPr lang="en-US" dirty="0"/>
              <a:t> Conclusion</a:t>
            </a:r>
          </a:p>
          <a:p>
            <a:pPr marL="685800" indent="-45720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83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68030-46A8-D747-5E75-7D0C07BC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8C5447D-498C-500E-0F1F-4DE985114E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9B50050-0F44-2044-178E-D833E2D6A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2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B90D-3875-B865-DC6F-4F2DF3011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>
            <a:noAutofit/>
          </a:bodyPr>
          <a:lstStyle/>
          <a:p>
            <a:r>
              <a:rPr lang="en-US" sz="3200" dirty="0"/>
              <a:t>Low Light Image Enhancement (LLIE)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74DCAD-CCE8-34CA-F970-03513304AB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Low-level (pixel level) vision task</a:t>
            </a:r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Goal is to transform poorly illuminated images into visually pleasant normal-light images. </a:t>
            </a:r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Ill-posed problem: A problem that its solution lacks one of these conditions: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Existence </a:t>
            </a:r>
            <a:r>
              <a:rPr lang="en-US" dirty="0">
                <a:sym typeface="Wingdings" panose="05000000000000000000" pitchFamily="2" charset="2"/>
              </a:rPr>
              <a:t></a:t>
            </a:r>
            <a:endParaRPr lang="en-US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Uniqueness </a:t>
            </a:r>
            <a:r>
              <a:rPr lang="en-US" sz="2400" dirty="0">
                <a:sym typeface="Wingdings" panose="05000000000000000000" pitchFamily="2" charset="2"/>
              </a:rPr>
              <a:t></a:t>
            </a:r>
            <a:endParaRPr lang="en-US" sz="24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600" dirty="0"/>
              <a:t>Stability: The solution's behavior changes continuously with the initial conditions or input data (i.e., small changes in input lead to small changes in the solution). </a:t>
            </a:r>
            <a:r>
              <a:rPr lang="en-US" sz="2400" dirty="0">
                <a:sym typeface="Wingdings" panose="05000000000000000000" pitchFamily="2" charset="2"/>
              </a:rPr>
              <a:t></a:t>
            </a:r>
            <a:endParaRPr lang="en-US" sz="1600" dirty="0"/>
          </a:p>
          <a:p>
            <a:pPr marL="685800" lvl="1" indent="0">
              <a:lnSpc>
                <a:spcPct val="150000"/>
              </a:lnSpc>
              <a:buNone/>
            </a:pPr>
            <a:endParaRPr lang="en-US" sz="1600" dirty="0"/>
          </a:p>
          <a:p>
            <a:pPr marL="11430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11430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6858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84894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F6F17-1C46-5EAB-1826-297007BDE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/>
          <a:lstStyle/>
          <a:p>
            <a:r>
              <a:rPr lang="en-US" dirty="0" err="1"/>
              <a:t>Retinex</a:t>
            </a:r>
            <a:r>
              <a:rPr lang="en-US" dirty="0"/>
              <a:t> Theory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873135-4748-0A7F-6DA9-FF04D9FD68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685800" indent="-457200">
                  <a:buFontTx/>
                  <a:buChar char="-"/>
                </a:pPr>
                <a:r>
                  <a:rPr lang="en-US" sz="1800" dirty="0"/>
                  <a:t>Image can be decomposed into reflectance map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dirty="0"/>
                  <a:t> and illumination map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228600" indent="0">
                  <a:buNone/>
                </a:pPr>
                <a:endParaRPr lang="en-US" sz="2400" dirty="0"/>
              </a:p>
              <a:p>
                <a:pPr marL="2286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US" sz="2400" dirty="0"/>
              </a:p>
              <a:p>
                <a:pPr marL="228600" indent="0">
                  <a:buNone/>
                </a:pPr>
                <a:endParaRPr lang="en-US" sz="2400" dirty="0"/>
              </a:p>
              <a:p>
                <a:pPr marL="685800" indent="-457200">
                  <a:lnSpc>
                    <a:spcPct val="150000"/>
                  </a:lnSpc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1800" dirty="0"/>
                  <a:t> represents the inherent content information that should be consistent under diverse illumination conditions.</a:t>
                </a:r>
              </a:p>
              <a:p>
                <a:pPr marL="685800" indent="-457200">
                  <a:lnSpc>
                    <a:spcPct val="150000"/>
                  </a:lnSpc>
                  <a:buFontTx/>
                  <a:buChar char="-"/>
                </a:pPr>
                <a:r>
                  <a:rPr lang="en-US" sz="1800" b="0" dirty="0"/>
                  <a:t>Illumination map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1800" dirty="0"/>
                  <a:t> </a:t>
                </a:r>
              </a:p>
              <a:p>
                <a:pPr marL="1143000" lvl="1" indent="-4572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represents how bright or dark each region of the image is due to lighting conditions</a:t>
                </a:r>
                <a:r>
                  <a:rPr lang="en-US" sz="1200" dirty="0"/>
                  <a:t>.</a:t>
                </a:r>
              </a:p>
              <a:p>
                <a:pPr marL="1143000" lvl="1" indent="-4572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captures the overall brightness and contrast due to illumination in the image.</a:t>
                </a:r>
              </a:p>
              <a:p>
                <a:pPr marL="1143000" lvl="1" indent="-4572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sz="1600" dirty="0"/>
                  <a:t>constrained to vary gradually, reflecting natural light transitions.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0873135-4748-0A7F-6DA9-FF04D9FD68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4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ABE7CE-F3C2-7B08-E3DF-68A8DBA5113D}"/>
                  </a:ext>
                </a:extLst>
              </p:cNvPr>
              <p:cNvSpPr txBox="1"/>
              <p:nvPr/>
            </p:nvSpPr>
            <p:spPr>
              <a:xfrm>
                <a:off x="8072629" y="2406919"/>
                <a:ext cx="3586986" cy="3250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Hadamard product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8ABE7CE-F3C2-7B08-E3DF-68A8DBA51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2629" y="2406919"/>
                <a:ext cx="3586986" cy="325089"/>
              </a:xfrm>
              <a:prstGeom prst="rect">
                <a:avLst/>
              </a:prstGeom>
              <a:blipFill>
                <a:blip r:embed="rId3"/>
                <a:stretch>
                  <a:fillRect l="-509" t="-377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7075BE21-2803-43BC-E582-AD565A86B7C6}"/>
              </a:ext>
            </a:extLst>
          </p:cNvPr>
          <p:cNvSpPr txBox="1"/>
          <p:nvPr/>
        </p:nvSpPr>
        <p:spPr>
          <a:xfrm>
            <a:off x="3809998" y="6300052"/>
            <a:ext cx="77724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Land, E.H.: The </a:t>
            </a:r>
            <a:r>
              <a:rPr lang="en-US" dirty="0" err="1"/>
              <a:t>retinex</a:t>
            </a:r>
            <a:r>
              <a:rPr lang="en-US" dirty="0"/>
              <a:t> theory of color vision. Scientific American 237(6), 108–129 (1977) 1, 4, 5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1D3AF3F2-3A19-2468-2B23-66D209D4831E}"/>
              </a:ext>
            </a:extLst>
          </p:cNvPr>
          <p:cNvCxnSpPr>
            <a:endCxn id="6" idx="1"/>
          </p:cNvCxnSpPr>
          <p:nvPr/>
        </p:nvCxnSpPr>
        <p:spPr>
          <a:xfrm>
            <a:off x="6272784" y="2313432"/>
            <a:ext cx="1799845" cy="25603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65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F0956-7FCE-7755-482B-2E906FA1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/>
          <a:lstStyle/>
          <a:p>
            <a:r>
              <a:rPr lang="en-US" dirty="0"/>
              <a:t>LLIE Approaches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1069B7E-1F29-3ECD-DB33-9F27ABE73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724869"/>
              </p:ext>
            </p:extLst>
          </p:nvPr>
        </p:nvGraphicFramePr>
        <p:xfrm>
          <a:off x="2269744" y="87534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47E514B-C319-8A0C-B388-C9EFC6FF7249}"/>
              </a:ext>
            </a:extLst>
          </p:cNvPr>
          <p:cNvSpPr txBox="1"/>
          <p:nvPr/>
        </p:nvSpPr>
        <p:spPr>
          <a:xfrm>
            <a:off x="3136392" y="6328548"/>
            <a:ext cx="11082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 al. </a:t>
            </a:r>
            <a:r>
              <a:rPr lang="en-US" dirty="0" err="1"/>
              <a:t>Jianghai</a:t>
            </a:r>
            <a:r>
              <a:rPr lang="en-US" dirty="0"/>
              <a:t>. </a:t>
            </a:r>
            <a:r>
              <a:rPr lang="en-US" dirty="0" err="1"/>
              <a:t>Lightendiffusion</a:t>
            </a:r>
            <a:r>
              <a:rPr lang="en-US" dirty="0"/>
              <a:t>: Unsupervised low-light image enhancement with latent-</a:t>
            </a:r>
            <a:r>
              <a:rPr lang="en-US" dirty="0" err="1"/>
              <a:t>retinex</a:t>
            </a:r>
            <a:r>
              <a:rPr lang="en-US" dirty="0"/>
              <a:t> diffusion models.</a:t>
            </a:r>
          </a:p>
        </p:txBody>
      </p:sp>
    </p:spTree>
    <p:extLst>
      <p:ext uri="{BB962C8B-B14F-4D97-AF65-F5344CB8AC3E}">
        <p14:creationId xmlns:p14="http://schemas.microsoft.com/office/powerpoint/2010/main" val="963310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1469E6-21C1-4496-B1BD-C5B9FB311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CF985B-A482-4F03-B9FC-F2087F498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4B1407-4E32-4593-B172-FD2D9EAE0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D3DFB5-2C4F-4951-ABFB-002B4782E3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B3C1D7-B01F-41C0-8A94-7C44DE6FB6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1444F3-A9E1-4251-8120-E8EFBE28A5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474F24-E888-4275-934F-F86DA1305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EF6F87C-6CDE-47E5-A0EF-FD92E5081A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5A6690-AAC1-4288-9463-BA04F2F428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614825-30C4-45F2-A77D-818F6EAE0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FF4249-C516-425D-9CFB-D5BB3CE20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3D19D1-48E1-41E6-B696-2DCDC25598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9EEE43-EA3F-4AD7-9625-94E48EF795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EC78141-4629-4009-940C-E94709A1D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91F8255-D50D-4DCC-8B2C-2D34EFD5301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ECBE4A4-777E-4DA5-AADF-D59A2A3438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E830C93-DAD9-4CC9-9CF7-DA1359DF4E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CF2AC4-3E06-4437-897A-AB3000F2C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CBED36-6734-43B6-8310-1C58D81E42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CCC18B-132E-4E83-B384-D15F3BE15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898A6F-2B12-4FFE-B0D0-8532C923A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99198D-9D62-4107-8A9D-6C9AAAC6F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9CE5188-5397-45A1-B064-865A63FBE2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C0455C-B963-4B55-A88B-AC0A8D49C3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36A74C-677B-40F4-BEA4-951F680C85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3245FF-436A-4DB5-A2F2-D0F6659BB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9F551-AA11-B1C9-2BEC-CEA7B0E82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2D88B-26EA-4B77-4AD4-DA35055F5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/>
          <a:lstStyle/>
          <a:p>
            <a:r>
              <a:rPr lang="en-US" dirty="0"/>
              <a:t>LLIE Approaches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673854B-BDA6-8DF1-5952-70418F2FA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7422201"/>
              </p:ext>
            </p:extLst>
          </p:nvPr>
        </p:nvGraphicFramePr>
        <p:xfrm>
          <a:off x="2342896" y="2039112"/>
          <a:ext cx="8483600" cy="3614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0629345F-641A-4E77-3848-73A33CD75928}"/>
              </a:ext>
            </a:extLst>
          </p:cNvPr>
          <p:cNvSpPr txBox="1"/>
          <p:nvPr/>
        </p:nvSpPr>
        <p:spPr>
          <a:xfrm>
            <a:off x="1044448" y="2645084"/>
            <a:ext cx="17444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LIME [14]</a:t>
            </a:r>
          </a:p>
          <a:p>
            <a:r>
              <a:rPr lang="en-US" dirty="0" err="1"/>
              <a:t>BrainRetinex</a:t>
            </a:r>
            <a:r>
              <a:rPr lang="en-US" dirty="0"/>
              <a:t> [17]</a:t>
            </a:r>
          </a:p>
          <a:p>
            <a:r>
              <a:rPr lang="en-US" dirty="0"/>
              <a:t>SDDLLE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D76F043-B478-362C-01B6-5759FFB47135}"/>
              </a:ext>
            </a:extLst>
          </p:cNvPr>
          <p:cNvCxnSpPr>
            <a:cxnSpLocks/>
          </p:cNvCxnSpPr>
          <p:nvPr/>
        </p:nvCxnSpPr>
        <p:spPr>
          <a:xfrm>
            <a:off x="1993392" y="3599191"/>
            <a:ext cx="2487168" cy="1100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D065952-437D-250B-8C5B-4B6A88722361}"/>
              </a:ext>
            </a:extLst>
          </p:cNvPr>
          <p:cNvSpPr txBox="1"/>
          <p:nvPr/>
        </p:nvSpPr>
        <p:spPr>
          <a:xfrm>
            <a:off x="4003991" y="6081063"/>
            <a:ext cx="5177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e.g., gamma correction and fusion based such as CDEF[30]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320B40-25E8-6A9B-4CA5-826A120DD728}"/>
              </a:ext>
            </a:extLst>
          </p:cNvPr>
          <p:cNvCxnSpPr>
            <a:cxnSpLocks/>
          </p:cNvCxnSpPr>
          <p:nvPr/>
        </p:nvCxnSpPr>
        <p:spPr>
          <a:xfrm flipH="1" flipV="1">
            <a:off x="7877047" y="5753287"/>
            <a:ext cx="454152" cy="327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4B40770-1059-5AD9-60DB-CFB19DAABAC7}"/>
              </a:ext>
            </a:extLst>
          </p:cNvPr>
          <p:cNvSpPr txBox="1"/>
          <p:nvPr/>
        </p:nvSpPr>
        <p:spPr>
          <a:xfrm>
            <a:off x="192024" y="3822192"/>
            <a:ext cx="19842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histogram distribution to improve the contrast [42, 44]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4625977-31B4-65D6-A5D2-2E809BB09AF5}"/>
              </a:ext>
            </a:extLst>
          </p:cNvPr>
          <p:cNvCxnSpPr>
            <a:cxnSpLocks/>
          </p:cNvCxnSpPr>
          <p:nvPr/>
        </p:nvCxnSpPr>
        <p:spPr>
          <a:xfrm>
            <a:off x="1365504" y="4700016"/>
            <a:ext cx="810768" cy="393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7423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1469E6-21C1-4496-B1BD-C5B9FB311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CF985B-A482-4F03-B9FC-F2087F498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4B1407-4E32-4593-B172-FD2D9EAE0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D3DFB5-2C4F-4951-ABFB-002B4782E3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B3C1D7-B01F-41C0-8A94-7C44DE6FB6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5A6690-AAC1-4288-9463-BA04F2F428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614825-30C4-45F2-A77D-818F6EAE0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FF4249-C516-425D-9CFB-D5BB3CE20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3D19D1-48E1-41E6-B696-2DCDC25598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9EEE43-EA3F-4AD7-9625-94E48EF795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EC78141-4629-4009-940C-E94709A1D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7F0A352-22E8-4BB4-B3C3-626FC3A307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5274E56-1889-432C-9A96-DA42F305DF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E12D956-F6AB-448A-9732-ACB0B42470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/>
        </p:bldSub>
      </p:bldGraphic>
      <p:bldP spid="8" grpId="0"/>
      <p:bldP spid="12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A6C3E-974C-699D-6A0B-28D8D1774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&quot;Not Allowed&quot; Symbol 33">
            <a:extLst>
              <a:ext uri="{FF2B5EF4-FFF2-40B4-BE49-F238E27FC236}">
                <a16:creationId xmlns:a16="http://schemas.microsoft.com/office/drawing/2014/main" id="{CC292917-6D23-8726-49D0-524C6F89B808}"/>
              </a:ext>
            </a:extLst>
          </p:cNvPr>
          <p:cNvSpPr/>
          <p:nvPr/>
        </p:nvSpPr>
        <p:spPr>
          <a:xfrm>
            <a:off x="1536192" y="2532888"/>
            <a:ext cx="5065776" cy="3730752"/>
          </a:xfrm>
          <a:prstGeom prst="noSmoking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6D109E-0A33-953D-6DE6-109B25DB1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/>
          <a:lstStyle/>
          <a:p>
            <a:r>
              <a:rPr lang="en-US" dirty="0"/>
              <a:t>LLIE Approaches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667295E-56CC-B972-9352-4D93B770AB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9438545"/>
              </p:ext>
            </p:extLst>
          </p:nvPr>
        </p:nvGraphicFramePr>
        <p:xfrm>
          <a:off x="2269744" y="147884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9F1A91AC-7F43-BEED-5FD5-D902A0726CE2}"/>
              </a:ext>
            </a:extLst>
          </p:cNvPr>
          <p:cNvSpPr txBox="1"/>
          <p:nvPr/>
        </p:nvSpPr>
        <p:spPr>
          <a:xfrm>
            <a:off x="768094" y="1576159"/>
            <a:ext cx="448970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No suitable prior for various illumination conditions because LLIE is ill-posed problem</a:t>
            </a:r>
          </a:p>
          <a:p>
            <a:r>
              <a:rPr lang="en-US" dirty="0"/>
              <a:t>- Less practical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25883-8602-7597-88B9-5996D360CBF6}"/>
              </a:ext>
            </a:extLst>
          </p:cNvPr>
          <p:cNvSpPr txBox="1"/>
          <p:nvPr/>
        </p:nvSpPr>
        <p:spPr>
          <a:xfrm>
            <a:off x="3136392" y="6328548"/>
            <a:ext cx="11082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 al. </a:t>
            </a:r>
            <a:r>
              <a:rPr lang="en-US" dirty="0" err="1"/>
              <a:t>Jianghai</a:t>
            </a:r>
            <a:r>
              <a:rPr lang="en-US" dirty="0"/>
              <a:t>. </a:t>
            </a:r>
            <a:r>
              <a:rPr lang="en-US" dirty="0" err="1"/>
              <a:t>Lightendiffusion</a:t>
            </a:r>
            <a:r>
              <a:rPr lang="en-US" dirty="0"/>
              <a:t>: Unsupervised low-light image enhancement with latent-</a:t>
            </a:r>
            <a:r>
              <a:rPr lang="en-US" dirty="0" err="1"/>
              <a:t>retinex</a:t>
            </a:r>
            <a:r>
              <a:rPr lang="en-US" dirty="0"/>
              <a:t> diffusion models.</a:t>
            </a:r>
          </a:p>
        </p:txBody>
      </p:sp>
    </p:spTree>
    <p:extLst>
      <p:ext uri="{BB962C8B-B14F-4D97-AF65-F5344CB8AC3E}">
        <p14:creationId xmlns:p14="http://schemas.microsoft.com/office/powerpoint/2010/main" val="746713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6A22F-A9C9-3876-70AC-413213AD8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0515-6013-1747-1C3A-41AB0F08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/>
          <a:lstStyle/>
          <a:p>
            <a:r>
              <a:rPr lang="en-US" dirty="0"/>
              <a:t>LLIE Approaches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6C97D2C-99A8-7728-C9B6-2ED6177660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7223332"/>
              </p:ext>
            </p:extLst>
          </p:nvPr>
        </p:nvGraphicFramePr>
        <p:xfrm>
          <a:off x="2269744" y="147884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9A7C197-1930-420F-371B-25B8A25724CE}"/>
              </a:ext>
            </a:extLst>
          </p:cNvPr>
          <p:cNvSpPr txBox="1"/>
          <p:nvPr/>
        </p:nvSpPr>
        <p:spPr>
          <a:xfrm>
            <a:off x="6492240" y="1731841"/>
            <a:ext cx="557174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Need paired data collection (low vs high images) </a:t>
            </a:r>
            <a:r>
              <a:rPr lang="en-US" dirty="0">
                <a:sym typeface="Wingdings" panose="05000000000000000000" pitchFamily="2" charset="2"/>
              </a:rPr>
              <a:t> More labor work. 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Overfitting problem </a:t>
            </a:r>
            <a:r>
              <a:rPr lang="en-US" dirty="0">
                <a:sym typeface="Wingdings" panose="05000000000000000000" pitchFamily="2" charset="2"/>
              </a:rPr>
              <a:t> poor generalization to unseen images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FAC6F66-B091-E066-15E9-EE0BAAF298BC}"/>
              </a:ext>
            </a:extLst>
          </p:cNvPr>
          <p:cNvCxnSpPr>
            <a:cxnSpLocks/>
          </p:cNvCxnSpPr>
          <p:nvPr/>
        </p:nvCxnSpPr>
        <p:spPr>
          <a:xfrm flipH="1">
            <a:off x="7104888" y="2470505"/>
            <a:ext cx="1408176" cy="20740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DDAFFAD-A2BF-E614-9E4D-0FAA9318A6BA}"/>
              </a:ext>
            </a:extLst>
          </p:cNvPr>
          <p:cNvSpPr txBox="1"/>
          <p:nvPr/>
        </p:nvSpPr>
        <p:spPr>
          <a:xfrm>
            <a:off x="969264" y="2569464"/>
            <a:ext cx="250545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Examples Include</a:t>
            </a:r>
          </a:p>
          <a:p>
            <a:endParaRPr lang="en-US" b="1" dirty="0"/>
          </a:p>
          <a:p>
            <a:r>
              <a:rPr lang="en-US" dirty="0" err="1"/>
              <a:t>RetinexNet</a:t>
            </a:r>
            <a:r>
              <a:rPr lang="en-US" dirty="0"/>
              <a:t> [58]</a:t>
            </a:r>
          </a:p>
          <a:p>
            <a:r>
              <a:rPr lang="en-US" dirty="0" err="1"/>
              <a:t>KinD</a:t>
            </a:r>
            <a:r>
              <a:rPr lang="en-US" dirty="0"/>
              <a:t>++ [74]</a:t>
            </a:r>
          </a:p>
          <a:p>
            <a:r>
              <a:rPr lang="en-US" dirty="0"/>
              <a:t>SMG [64]</a:t>
            </a:r>
          </a:p>
          <a:p>
            <a:r>
              <a:rPr lang="en-US" dirty="0" err="1"/>
              <a:t>PyDiff</a:t>
            </a:r>
            <a:r>
              <a:rPr lang="en-US" dirty="0"/>
              <a:t> [76]</a:t>
            </a:r>
          </a:p>
          <a:p>
            <a:r>
              <a:rPr lang="en-US" dirty="0"/>
              <a:t>GSAD [20]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C5F717-A8F3-52CD-F66F-DF0E921D9353}"/>
              </a:ext>
            </a:extLst>
          </p:cNvPr>
          <p:cNvSpPr txBox="1"/>
          <p:nvPr/>
        </p:nvSpPr>
        <p:spPr>
          <a:xfrm>
            <a:off x="3136392" y="6328548"/>
            <a:ext cx="11082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 al. </a:t>
            </a:r>
            <a:r>
              <a:rPr lang="en-US" dirty="0" err="1"/>
              <a:t>Jianghai</a:t>
            </a:r>
            <a:r>
              <a:rPr lang="en-US" dirty="0"/>
              <a:t>. </a:t>
            </a:r>
            <a:r>
              <a:rPr lang="en-US" dirty="0" err="1"/>
              <a:t>Lightendiffusion</a:t>
            </a:r>
            <a:r>
              <a:rPr lang="en-US" dirty="0"/>
              <a:t>: Unsupervised low-light image enhancement with latent-</a:t>
            </a:r>
            <a:r>
              <a:rPr lang="en-US" dirty="0" err="1"/>
              <a:t>retinex</a:t>
            </a:r>
            <a:r>
              <a:rPr lang="en-US" dirty="0"/>
              <a:t> diffusion models.</a:t>
            </a:r>
          </a:p>
        </p:txBody>
      </p:sp>
    </p:spTree>
    <p:extLst>
      <p:ext uri="{BB962C8B-B14F-4D97-AF65-F5344CB8AC3E}">
        <p14:creationId xmlns:p14="http://schemas.microsoft.com/office/powerpoint/2010/main" val="1133565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1469E6-21C1-4496-B1BD-C5B9FB311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CF985B-A482-4F03-B9FC-F2087F498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4B1407-4E32-4593-B172-FD2D9EAE0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D3DFB5-2C4F-4951-ABFB-002B4782E3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B3C1D7-B01F-41C0-8A94-7C44DE6FB6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5A6690-AAC1-4288-9463-BA04F2F428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614825-30C4-45F2-A77D-818F6EAE0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FF4249-C516-425D-9CFB-D5BB3CE20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3D19D1-48E1-41E6-B696-2DCDC25598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9EEE43-EA3F-4AD7-9625-94E48EF795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EC78141-4629-4009-940C-E94709A1D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01ADCF5-6DC8-46B4-A5FC-D7455D389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1A96AB-EF9A-48F6-A75F-E5822B29A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7EE592-E95F-4FEB-8DA0-8628C032A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1444F3-A9E1-4251-8120-E8EFBE28A5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474F24-E888-4275-934F-F86DA1305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EF6F87C-6CDE-47E5-A0EF-FD92E5081A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CF2AC4-3E06-4437-897A-AB3000F2C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CBED36-6734-43B6-8310-1C58D81E42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CCC18B-132E-4E83-B384-D15F3BE15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898A6F-2B12-4FFE-B0D0-8532C923A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99198D-9D62-4107-8A9D-6C9AAAC6F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9CE5188-5397-45A1-B064-865A63FBE2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C0455C-B963-4B55-A88B-AC0A8D49C3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36A74C-677B-40F4-BEA4-951F680C85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3245FF-436A-4DB5-A2F2-D0F6659BB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P spid="5" grpId="0" build="p"/>
      <p:bldP spid="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D783-AEA7-033D-14D9-3548F88ED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1C574-9B96-5D41-1B59-9CEDE040C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/>
          <a:lstStyle/>
          <a:p>
            <a:r>
              <a:rPr lang="en-US" dirty="0"/>
              <a:t>LLIE Approaches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151F234-AF8F-407E-605D-4148D3632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5205363"/>
              </p:ext>
            </p:extLst>
          </p:nvPr>
        </p:nvGraphicFramePr>
        <p:xfrm>
          <a:off x="2269744" y="147884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374EF5D-B41A-FACC-F684-72FA373743BA}"/>
              </a:ext>
            </a:extLst>
          </p:cNvPr>
          <p:cNvSpPr txBox="1"/>
          <p:nvPr/>
        </p:nvSpPr>
        <p:spPr>
          <a:xfrm>
            <a:off x="8186907" y="2013883"/>
            <a:ext cx="5571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Better generalization but less stable training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B3FE212-A7A0-266D-8824-99919D1533AD}"/>
              </a:ext>
            </a:extLst>
          </p:cNvPr>
          <p:cNvCxnSpPr>
            <a:cxnSpLocks/>
          </p:cNvCxnSpPr>
          <p:nvPr/>
        </p:nvCxnSpPr>
        <p:spPr>
          <a:xfrm flipH="1">
            <a:off x="8823960" y="2437907"/>
            <a:ext cx="2035718" cy="2426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C7961D-9772-2B08-5958-EFE197D7D0C6}"/>
              </a:ext>
            </a:extLst>
          </p:cNvPr>
          <p:cNvSpPr txBox="1"/>
          <p:nvPr/>
        </p:nvSpPr>
        <p:spPr>
          <a:xfrm>
            <a:off x="643466" y="2437907"/>
            <a:ext cx="250545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Examples Include</a:t>
            </a:r>
          </a:p>
          <a:p>
            <a:endParaRPr lang="en-US" b="1" dirty="0"/>
          </a:p>
          <a:p>
            <a:r>
              <a:rPr lang="en-US" dirty="0"/>
              <a:t>Zero-DCE [12]</a:t>
            </a:r>
          </a:p>
          <a:p>
            <a:r>
              <a:rPr lang="en-US" dirty="0" err="1"/>
              <a:t>EnlightenGAN</a:t>
            </a:r>
            <a:r>
              <a:rPr lang="en-US" dirty="0"/>
              <a:t> [24]</a:t>
            </a:r>
          </a:p>
          <a:p>
            <a:r>
              <a:rPr lang="en-US" dirty="0"/>
              <a:t>RUAS [32]</a:t>
            </a:r>
          </a:p>
          <a:p>
            <a:r>
              <a:rPr lang="en-US" dirty="0"/>
              <a:t>GDP [8]</a:t>
            </a:r>
          </a:p>
          <a:p>
            <a:r>
              <a:rPr lang="en-US" dirty="0" err="1"/>
              <a:t>PairLIE</a:t>
            </a:r>
            <a:r>
              <a:rPr lang="en-US" dirty="0"/>
              <a:t>[10]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BB013D-0459-D9C0-2F67-A522B576E066}"/>
              </a:ext>
            </a:extLst>
          </p:cNvPr>
          <p:cNvSpPr txBox="1"/>
          <p:nvPr/>
        </p:nvSpPr>
        <p:spPr>
          <a:xfrm>
            <a:off x="3136392" y="6328548"/>
            <a:ext cx="11082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 al. </a:t>
            </a:r>
            <a:r>
              <a:rPr lang="en-US" dirty="0" err="1"/>
              <a:t>Jianghai</a:t>
            </a:r>
            <a:r>
              <a:rPr lang="en-US" dirty="0"/>
              <a:t>. </a:t>
            </a:r>
            <a:r>
              <a:rPr lang="en-US" dirty="0" err="1"/>
              <a:t>Lightendiffusion</a:t>
            </a:r>
            <a:r>
              <a:rPr lang="en-US" dirty="0"/>
              <a:t>: Unsupervised low-light image enhancement with latent-</a:t>
            </a:r>
            <a:r>
              <a:rPr lang="en-US" dirty="0" err="1"/>
              <a:t>retinex</a:t>
            </a:r>
            <a:r>
              <a:rPr lang="en-US" dirty="0"/>
              <a:t> diffusion models.</a:t>
            </a:r>
          </a:p>
        </p:txBody>
      </p:sp>
    </p:spTree>
    <p:extLst>
      <p:ext uri="{BB962C8B-B14F-4D97-AF65-F5344CB8AC3E}">
        <p14:creationId xmlns:p14="http://schemas.microsoft.com/office/powerpoint/2010/main" val="2841120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1469E6-21C1-4496-B1BD-C5B9FB311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CF985B-A482-4F03-B9FC-F2087F498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4B1407-4E32-4593-B172-FD2D9EAE0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D3DFB5-2C4F-4951-ABFB-002B4782E3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B3C1D7-B01F-41C0-8A94-7C44DE6FB6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5A6690-AAC1-4288-9463-BA04F2F428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614825-30C4-45F2-A77D-818F6EAE0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FF4249-C516-425D-9CFB-D5BB3CE20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3D19D1-48E1-41E6-B696-2DCDC25598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9EEE43-EA3F-4AD7-9625-94E48EF795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EC78141-4629-4009-940C-E94709A1D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01ADCF5-6DC8-46B4-A5FC-D7455D389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1A96AB-EF9A-48F6-A75F-E5822B29A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7EE592-E95F-4FEB-8DA0-8628C032A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1444F3-A9E1-4251-8120-E8EFBE28A5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474F24-E888-4275-934F-F86DA1305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EF6F87C-6CDE-47E5-A0EF-FD92E5081A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CF2AC4-3E06-4437-897A-AB3000F2C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CBED36-6734-43B6-8310-1C58D81E42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CCC18B-132E-4E83-B384-D15F3BE15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898A6F-2B12-4FFE-B0D0-8532C923A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99198D-9D62-4107-8A9D-6C9AAAC6F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9CE5188-5397-45A1-B064-865A63FBE2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C0455C-B963-4B55-A88B-AC0A8D49C3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36A74C-677B-40F4-BEA4-951F680C85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3245FF-436A-4DB5-A2F2-D0F6659BB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P spid="5" grpId="0" build="p"/>
      <p:bldP spid="8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78912-77F6-0BCB-9E4C-BBB86024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0F4D9-92AD-8CDC-A3D8-A6371E588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/>
          <a:lstStyle/>
          <a:p>
            <a:r>
              <a:rPr lang="en-US" dirty="0"/>
              <a:t>LLIE Approaches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62F3977-9067-7A0D-3969-B509BD7474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0819484"/>
              </p:ext>
            </p:extLst>
          </p:nvPr>
        </p:nvGraphicFramePr>
        <p:xfrm>
          <a:off x="2269744" y="147884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6066E45-D5A9-91B1-79A0-0A6AD8B89CD6}"/>
              </a:ext>
            </a:extLst>
          </p:cNvPr>
          <p:cNvSpPr txBox="1"/>
          <p:nvPr/>
        </p:nvSpPr>
        <p:spPr>
          <a:xfrm>
            <a:off x="6989703" y="2108087"/>
            <a:ext cx="5571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Better generalization and stable training but more complicated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99CC82-59F3-13E8-1D49-775EDBB8409F}"/>
              </a:ext>
            </a:extLst>
          </p:cNvPr>
          <p:cNvCxnSpPr>
            <a:cxnSpLocks/>
          </p:cNvCxnSpPr>
          <p:nvPr/>
        </p:nvCxnSpPr>
        <p:spPr>
          <a:xfrm flipH="1">
            <a:off x="10058400" y="2437907"/>
            <a:ext cx="801278" cy="223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394437-9C93-48F6-5014-760A56393ECA}"/>
              </a:ext>
            </a:extLst>
          </p:cNvPr>
          <p:cNvSpPr txBox="1"/>
          <p:nvPr/>
        </p:nvSpPr>
        <p:spPr>
          <a:xfrm>
            <a:off x="643466" y="2437907"/>
            <a:ext cx="2505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Examples Include</a:t>
            </a:r>
          </a:p>
          <a:p>
            <a:endParaRPr lang="en-US" b="1" dirty="0"/>
          </a:p>
          <a:p>
            <a:r>
              <a:rPr lang="en-US" dirty="0"/>
              <a:t>DRBN [68]</a:t>
            </a:r>
          </a:p>
          <a:p>
            <a:r>
              <a:rPr lang="en-US" dirty="0"/>
              <a:t>BL [39]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EDE4D-69DD-BB59-A819-1A7D8352E047}"/>
              </a:ext>
            </a:extLst>
          </p:cNvPr>
          <p:cNvSpPr txBox="1"/>
          <p:nvPr/>
        </p:nvSpPr>
        <p:spPr>
          <a:xfrm>
            <a:off x="3136392" y="6328548"/>
            <a:ext cx="11082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 al. </a:t>
            </a:r>
            <a:r>
              <a:rPr lang="en-US" dirty="0" err="1"/>
              <a:t>Jianghai</a:t>
            </a:r>
            <a:r>
              <a:rPr lang="en-US" dirty="0"/>
              <a:t>. </a:t>
            </a:r>
            <a:r>
              <a:rPr lang="en-US" dirty="0" err="1"/>
              <a:t>Lightendiffusion</a:t>
            </a:r>
            <a:r>
              <a:rPr lang="en-US" dirty="0"/>
              <a:t>: Unsupervised low-light image enhancement with latent-</a:t>
            </a:r>
            <a:r>
              <a:rPr lang="en-US" dirty="0" err="1"/>
              <a:t>retinex</a:t>
            </a:r>
            <a:r>
              <a:rPr lang="en-US" dirty="0"/>
              <a:t> diffusion models.</a:t>
            </a:r>
          </a:p>
        </p:txBody>
      </p:sp>
    </p:spTree>
    <p:extLst>
      <p:ext uri="{BB962C8B-B14F-4D97-AF65-F5344CB8AC3E}">
        <p14:creationId xmlns:p14="http://schemas.microsoft.com/office/powerpoint/2010/main" val="55283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C1469E6-21C1-4496-B1BD-C5B9FB31144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4CF985B-A482-4F03-B9FC-F2087F4985B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E4B1407-4E32-4593-B172-FD2D9EAE00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D3DFB5-2C4F-4951-ABFB-002B4782E3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B3C1D7-B01F-41C0-8A94-7C44DE6FB6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5A6690-AAC1-4288-9463-BA04F2F428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614825-30C4-45F2-A77D-818F6EAE04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BFF4249-C516-425D-9CFB-D5BB3CE20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13D19D1-48E1-41E6-B696-2DCDC255988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A9EEE43-EA3F-4AD7-9625-94E48EF795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EC78141-4629-4009-940C-E94709A1DA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01ADCF5-6DC8-46B4-A5FC-D7455D389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A1A96AB-EF9A-48F6-A75F-E5822B29A6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67EE592-E95F-4FEB-8DA0-8628C032AF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A1444F3-A9E1-4251-8120-E8EFBE28A5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9474F24-E888-4275-934F-F86DA13052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EF6F87C-6CDE-47E5-A0EF-FD92E5081A3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6CF2AC4-3E06-4437-897A-AB3000F2C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9CBED36-6734-43B6-8310-1C58D81E42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CCC18B-132E-4E83-B384-D15F3BE15E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3898A6F-2B12-4FFE-B0D0-8532C923AA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399198D-9D62-4107-8A9D-6C9AAAC6F3F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9CE5188-5397-45A1-B064-865A63FBE2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CC0455C-B963-4B55-A88B-AC0A8D49C3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736A74C-677B-40F4-BEA4-951F680C85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13245FF-436A-4DB5-A2F2-D0F6659BBA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  <p:bldP spid="5" grpId="0" build="p"/>
      <p:bldP spid="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1B7C9-FDF4-BC77-02D3-766D1AF3F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484E4E-7D8C-1526-E68C-94AC8E8BF5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F48A5F5-10E1-4F36-39C8-1873EF04A4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8023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ACFAC7-C252-BA80-49DB-C540ED884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Non-learned Image Enhancer</a:t>
            </a:r>
          </a:p>
          <a:p>
            <a:r>
              <a:rPr lang="en-US" dirty="0"/>
              <a:t> Sequential Pixel‑Level Enhancements</a:t>
            </a:r>
          </a:p>
          <a:p>
            <a:pPr lvl="1"/>
            <a:r>
              <a:rPr lang="en-US" dirty="0"/>
              <a:t>Performs tensor‑level gamma correction (γ=0.7) </a:t>
            </a:r>
          </a:p>
          <a:p>
            <a:pPr lvl="1"/>
            <a:r>
              <a:rPr lang="en-US" dirty="0"/>
              <a:t>Brightness (2.5×), contrast (1.8×), saturation (1.2×), and sharpness (1.3×) adjustments.</a:t>
            </a:r>
          </a:p>
          <a:p>
            <a:r>
              <a:rPr lang="en-US" dirty="0"/>
              <a:t> Applies Contrast Limited Adaptive Histogram Equalization (CLAHE) with clip limit 2.0 and grid size 8 in LAB space to boost fine details and normalize illumination across low‑light regions.</a:t>
            </a:r>
          </a:p>
          <a:p>
            <a:pPr marL="2286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86A98D6-E438-0402-889C-D79DA4089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model 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3E933E5-F3FA-860D-B8C7-1D486C07F3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72278665"/>
              </p:ext>
            </p:extLst>
          </p:nvPr>
        </p:nvGraphicFramePr>
        <p:xfrm>
          <a:off x="2031999" y="5138928"/>
          <a:ext cx="8128000" cy="13743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5248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40499-2B67-FFA0-9058-359C125C3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225911"/>
            <a:ext cx="7687733" cy="925157"/>
          </a:xfrm>
        </p:spPr>
        <p:txBody>
          <a:bodyPr/>
          <a:lstStyle/>
          <a:p>
            <a:r>
              <a:rPr lang="en-US" dirty="0"/>
              <a:t>LightenDiffusion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6B41A2-EFEC-F822-283A-EFE486388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253" y="1288937"/>
            <a:ext cx="9135750" cy="25244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F1B3F5-D431-4364-177F-6730CE849202}"/>
                  </a:ext>
                </a:extLst>
              </p:cNvPr>
              <p:cNvSpPr txBox="1"/>
              <p:nvPr/>
            </p:nvSpPr>
            <p:spPr>
              <a:xfrm>
                <a:off x="487849" y="3951283"/>
                <a:ext cx="11216302" cy="2239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Encode unpaired low and high light images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into latent space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. 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Decompose latent representations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en-US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800" dirty="0"/>
                  <a:t> into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1800" dirty="0"/>
                  <a:t> components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Pass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𝑙𝑜𝑤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h𝑖𝑔h</m:t>
                        </m:r>
                      </m:sub>
                    </m:sSub>
                  </m:oMath>
                </a14:m>
                <a:r>
                  <a:rPr lang="en-US" sz="1800" dirty="0"/>
                  <a:t> to a forward diffusion process to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Denoise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1800" dirty="0"/>
                  <a:t> to get restored feature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800" dirty="0"/>
                  <a:t> with low light feature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1800" dirty="0"/>
                  <a:t> guidance</a:t>
                </a:r>
              </a:p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Decode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800" dirty="0"/>
                  <a:t> to produce the result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acc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BF1B3F5-D431-4364-177F-6730CE8492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849" y="3951283"/>
                <a:ext cx="11216302" cy="2239396"/>
              </a:xfrm>
              <a:prstGeom prst="rect">
                <a:avLst/>
              </a:prstGeom>
              <a:blipFill>
                <a:blip r:embed="rId3"/>
                <a:stretch>
                  <a:fillRect l="-326" b="-3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8CD30D7-9BC1-81F0-E650-832465AC29CF}"/>
              </a:ext>
            </a:extLst>
          </p:cNvPr>
          <p:cNvSpPr txBox="1"/>
          <p:nvPr/>
        </p:nvSpPr>
        <p:spPr>
          <a:xfrm>
            <a:off x="3136392" y="6328548"/>
            <a:ext cx="110825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et al. </a:t>
            </a:r>
            <a:r>
              <a:rPr lang="en-US" dirty="0" err="1"/>
              <a:t>Jianghai</a:t>
            </a:r>
            <a:r>
              <a:rPr lang="en-US" dirty="0"/>
              <a:t>. </a:t>
            </a:r>
            <a:r>
              <a:rPr lang="en-US" dirty="0" err="1"/>
              <a:t>Lightendiffusion</a:t>
            </a:r>
            <a:r>
              <a:rPr lang="en-US" dirty="0"/>
              <a:t>: Unsupervised low-light image enhancement with latent-</a:t>
            </a:r>
            <a:r>
              <a:rPr lang="en-US" dirty="0" err="1"/>
              <a:t>retinex</a:t>
            </a:r>
            <a:r>
              <a:rPr lang="en-US" dirty="0"/>
              <a:t> diffusion models.</a:t>
            </a:r>
          </a:p>
        </p:txBody>
      </p:sp>
    </p:spTree>
    <p:extLst>
      <p:ext uri="{BB962C8B-B14F-4D97-AF65-F5344CB8AC3E}">
        <p14:creationId xmlns:p14="http://schemas.microsoft.com/office/powerpoint/2010/main" val="3171167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0234E-CDFE-F89C-7390-111529139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F4F017-E7AD-51FF-7BAE-34E33C1D37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76E9FB4-9245-D0E7-CC21-254AF4A93B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856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A2513ED-6D9B-D9E1-DDAA-846E8E352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 Name: Single Image Contrast Enhancement (SICE)</a:t>
            </a:r>
          </a:p>
          <a:p>
            <a:r>
              <a:rPr lang="en-US" dirty="0"/>
              <a:t> Description</a:t>
            </a:r>
          </a:p>
          <a:p>
            <a:pPr lvl="1"/>
            <a:r>
              <a:rPr lang="en-US" dirty="0"/>
              <a:t>large‑scale multi‑exposure image collection designed to train CNNs for single‑image contrast enhancement</a:t>
            </a:r>
          </a:p>
          <a:p>
            <a:pPr lvl="1"/>
            <a:r>
              <a:rPr lang="en-US" dirty="0"/>
              <a:t>Each image captured under multiple exposure settings</a:t>
            </a:r>
          </a:p>
          <a:p>
            <a:pPr lvl="1"/>
            <a:r>
              <a:rPr lang="en-US" dirty="0"/>
              <a:t>13 representative multi‑exposure fusion and HDR algorithms produce candidate enhanced images; the best of these (determined via subjective experiments) serves as the ground‑truth contrast reference </a:t>
            </a:r>
          </a:p>
          <a:p>
            <a:r>
              <a:rPr lang="en-US" dirty="0"/>
              <a:t> Purpose </a:t>
            </a:r>
          </a:p>
          <a:p>
            <a:pPr lvl="1"/>
            <a:r>
              <a:rPr lang="en-US" dirty="0"/>
              <a:t>Enables end‑to‑end learning of under‑/over‑exposure correction</a:t>
            </a:r>
          </a:p>
          <a:p>
            <a:r>
              <a:rPr lang="en-US" dirty="0"/>
              <a:t> Stats</a:t>
            </a:r>
          </a:p>
          <a:p>
            <a:pPr lvl="1"/>
            <a:r>
              <a:rPr lang="en-US" dirty="0"/>
              <a:t>258, 46 samples in train, test sets, respectively</a:t>
            </a:r>
          </a:p>
          <a:p>
            <a:pPr lvl="1"/>
            <a:r>
              <a:rPr lang="en-US" dirty="0"/>
              <a:t>Published public hugging face dataset card </a:t>
            </a:r>
            <a:r>
              <a:rPr lang="en-US" dirty="0">
                <a:hlinkClick r:id="rId2"/>
              </a:rPr>
              <a:t>here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963DDE-B98B-3E30-4ACA-4B62B9DC9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8189EC-2CA7-7742-C1DD-CA825CA1F825}"/>
              </a:ext>
            </a:extLst>
          </p:cNvPr>
          <p:cNvSpPr txBox="1"/>
          <p:nvPr/>
        </p:nvSpPr>
        <p:spPr>
          <a:xfrm>
            <a:off x="3785616" y="6301674"/>
            <a:ext cx="76260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Cai 2018, Learning a Deep Single Image Contrast Enhancer from Multi-Exposure Images</a:t>
            </a:r>
          </a:p>
        </p:txBody>
      </p:sp>
    </p:spTree>
    <p:extLst>
      <p:ext uri="{BB962C8B-B14F-4D97-AF65-F5344CB8AC3E}">
        <p14:creationId xmlns:p14="http://schemas.microsoft.com/office/powerpoint/2010/main" val="2813688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5EAB616-0917-7CCC-7566-F5125545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Strategy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4DCD556-EAD5-3391-F8FE-A08FBB9491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6976965"/>
              </p:ext>
            </p:extLst>
          </p:nvPr>
        </p:nvGraphicFramePr>
        <p:xfrm>
          <a:off x="365760" y="3557016"/>
          <a:ext cx="11402568" cy="25813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75D34D98-6E4C-8FE6-AB1B-527D622F60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7853" y="1196357"/>
            <a:ext cx="9135750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147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4BBDEC6-D37F-4645-86DE-64BAB86448D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5B0CA008-AA91-4C27-900E-6152E1FBA8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93EA941-233F-479A-8E65-373A55E200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3DE28DF-AC78-456F-A513-1E77EEE2F84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35C3387-3AEC-4757-8517-0C45A90ADA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803D8-1A50-3AD2-94D8-9DAE8C35C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F1DC80-93B1-29AF-27C8-77B7E92D2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Losses - Stage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B8E013-4933-50CB-A459-738DA1B7A012}"/>
                  </a:ext>
                </a:extLst>
              </p:cNvPr>
              <p:cNvSpPr txBox="1"/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𝑖𝑙𝑙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B8E013-4933-50CB-A459-738DA1B7A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blipFill>
                <a:blip r:embed="rId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24F50F3D-9458-F992-4BCB-6068DC74C723}"/>
              </a:ext>
            </a:extLst>
          </p:cNvPr>
          <p:cNvSpPr txBox="1"/>
          <p:nvPr/>
        </p:nvSpPr>
        <p:spPr>
          <a:xfrm>
            <a:off x="3026664" y="4006615"/>
            <a:ext cx="5888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Overall decomposition loss used for training CTDN (Stage 1 objective)</a:t>
            </a:r>
          </a:p>
        </p:txBody>
      </p:sp>
      <p:sp>
        <p:nvSpPr>
          <p:cNvPr id="9" name="Arrow: Up-Down 8">
            <a:extLst>
              <a:ext uri="{FF2B5EF4-FFF2-40B4-BE49-F238E27FC236}">
                <a16:creationId xmlns:a16="http://schemas.microsoft.com/office/drawing/2014/main" id="{7E4F089C-6FE5-58A2-70BA-156D69E3CD6A}"/>
              </a:ext>
            </a:extLst>
          </p:cNvPr>
          <p:cNvSpPr/>
          <p:nvPr/>
        </p:nvSpPr>
        <p:spPr>
          <a:xfrm>
            <a:off x="3808476" y="2198594"/>
            <a:ext cx="338328" cy="163932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10833E-42FB-DF41-57D8-C2FA7B3B4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397" y="4472999"/>
            <a:ext cx="7039206" cy="194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419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D1C96-5BD0-DBDF-7484-6B54414B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385961-634C-C799-A36B-4259AB955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Losses - Stage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35400C-C132-A232-A0C0-D1CC04D1BA1C}"/>
                  </a:ext>
                </a:extLst>
              </p:cNvPr>
              <p:cNvSpPr txBox="1"/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𝑖𝑙𝑙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935400C-C132-A232-A0C0-D1CC04D1BA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blipFill>
                <a:blip r:embed="rId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Up-Down 4">
            <a:extLst>
              <a:ext uri="{FF2B5EF4-FFF2-40B4-BE49-F238E27FC236}">
                <a16:creationId xmlns:a16="http://schemas.microsoft.com/office/drawing/2014/main" id="{19B876DA-02B5-FA4C-511D-BD7348DCC5B2}"/>
              </a:ext>
            </a:extLst>
          </p:cNvPr>
          <p:cNvSpPr/>
          <p:nvPr/>
        </p:nvSpPr>
        <p:spPr>
          <a:xfrm>
            <a:off x="4777740" y="2265167"/>
            <a:ext cx="338328" cy="130099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383499-68FB-D969-CDA4-514166D80E5B}"/>
                  </a:ext>
                </a:extLst>
              </p:cNvPr>
              <p:cNvSpPr txBox="1"/>
              <p:nvPr/>
            </p:nvSpPr>
            <p:spPr>
              <a:xfrm>
                <a:off x="3218688" y="3609805"/>
                <a:ext cx="5248656" cy="992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𝑙𝑜𝑤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p>
                                      </m:sSub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𝑙𝑜𝑤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b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⊙</m:t>
                                      </m:r>
                                      <m:sSubSup>
                                        <m:sSubSupPr>
                                          <m:ctrlP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𝑳</m:t>
                                          </m:r>
                                        </m:e>
                                        <m:sub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𝑙𝑜𝑤</m:t>
                                          </m:r>
                                        </m:sub>
                                        <m:sup>
                                          <m:r>
                                            <a:rPr lang="en-US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383499-68FB-D969-CDA4-514166D80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8688" y="3609805"/>
                <a:ext cx="5248656" cy="992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BD3CBDC-EDA4-3875-713B-944BE6023D43}"/>
              </a:ext>
            </a:extLst>
          </p:cNvPr>
          <p:cNvSpPr txBox="1"/>
          <p:nvPr/>
        </p:nvSpPr>
        <p:spPr>
          <a:xfrm>
            <a:off x="6326126" y="2705482"/>
            <a:ext cx="4893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Reconstruction loss – Aims to guarantee the decomposed components can reconstruct the input features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4CE9D0-45F4-93B0-75CE-C8E60A88F3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9425" y="4547002"/>
            <a:ext cx="7039206" cy="2095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583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AEA4C-39DE-A501-3EE7-4B51E0466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10B4D61-9DB8-B212-6C07-3B3052CF7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Losses - Stage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88C386-FAEB-2919-0D49-4683A523F875}"/>
                  </a:ext>
                </a:extLst>
              </p:cNvPr>
              <p:cNvSpPr txBox="1"/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𝑖𝑙𝑙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388C386-FAEB-2919-0D49-4683A523F8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blipFill>
                <a:blip r:embed="rId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Up-Down 4">
            <a:extLst>
              <a:ext uri="{FF2B5EF4-FFF2-40B4-BE49-F238E27FC236}">
                <a16:creationId xmlns:a16="http://schemas.microsoft.com/office/drawing/2014/main" id="{6FD6E8F3-1039-FEA6-FFF4-A31A020FB22E}"/>
              </a:ext>
            </a:extLst>
          </p:cNvPr>
          <p:cNvSpPr/>
          <p:nvPr/>
        </p:nvSpPr>
        <p:spPr>
          <a:xfrm>
            <a:off x="6096000" y="2217347"/>
            <a:ext cx="338328" cy="163932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7CE068-7340-1570-34D3-06F6C6E14D60}"/>
                  </a:ext>
                </a:extLst>
              </p:cNvPr>
              <p:cNvSpPr txBox="1"/>
              <p:nvPr/>
            </p:nvSpPr>
            <p:spPr>
              <a:xfrm>
                <a:off x="3319272" y="4044121"/>
                <a:ext cx="5074920" cy="4798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b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𝑹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𝑙𝑜𝑤</m:t>
                                </m:r>
                              </m:sub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7CE068-7340-1570-34D3-06F6C6E14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272" y="4044121"/>
                <a:ext cx="5074920" cy="479811"/>
              </a:xfrm>
              <a:prstGeom prst="rect">
                <a:avLst/>
              </a:prstGeom>
              <a:blipFill>
                <a:blip r:embed="rId3"/>
                <a:stretch>
                  <a:fillRect b="-12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5B7DBB4-C82A-AFE4-110A-7F3B2AD7013A}"/>
              </a:ext>
            </a:extLst>
          </p:cNvPr>
          <p:cNvSpPr txBox="1"/>
          <p:nvPr/>
        </p:nvSpPr>
        <p:spPr>
          <a:xfrm>
            <a:off x="835154" y="2634565"/>
            <a:ext cx="4893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Reflectance consistency loss – Aims to enforce the network to produce invariant reflectance maps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2AD3E-157A-27A6-C5E0-E331ED853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397" y="4565660"/>
            <a:ext cx="7039206" cy="194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65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F7C25-6C3C-25C8-A000-4D710697A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D77D537-7287-C78A-32F4-317C008C0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Losses - Stage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89B2E9-5B5D-75E0-DB9D-39C023664C96}"/>
                  </a:ext>
                </a:extLst>
              </p:cNvPr>
              <p:cNvSpPr txBox="1"/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𝑑𝑒𝑐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𝑖𝑙𝑙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D89B2E9-5B5D-75E0-DB9D-39C023664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blipFill>
                <a:blip r:embed="rId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Arrow: Up-Down 4">
            <a:extLst>
              <a:ext uri="{FF2B5EF4-FFF2-40B4-BE49-F238E27FC236}">
                <a16:creationId xmlns:a16="http://schemas.microsoft.com/office/drawing/2014/main" id="{5A35ABB4-4A23-8D5D-AAF2-8F130102B0E8}"/>
              </a:ext>
            </a:extLst>
          </p:cNvPr>
          <p:cNvSpPr/>
          <p:nvPr/>
        </p:nvSpPr>
        <p:spPr>
          <a:xfrm>
            <a:off x="7248144" y="2217347"/>
            <a:ext cx="338328" cy="163932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E95140-C645-849E-69B7-ACC34A917F92}"/>
                  </a:ext>
                </a:extLst>
              </p:cNvPr>
              <p:cNvSpPr txBox="1"/>
              <p:nvPr/>
            </p:nvSpPr>
            <p:spPr>
              <a:xfrm>
                <a:off x="3319272" y="4044121"/>
                <a:ext cx="5074920" cy="992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𝑖𝑙𝑙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</a:rPr>
                                        <m:t>𝑳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𝑙𝑜𝑤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b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 (−</m:t>
                                  </m:r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𝑔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sz="20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sSubSup>
                                    <m:sSubSup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2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𝑙𝑜𝑤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b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E95140-C645-849E-69B7-ACC34A917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272" y="4044121"/>
                <a:ext cx="5074920" cy="9924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1144B88-9521-4DED-3B06-8240860463D3}"/>
              </a:ext>
            </a:extLst>
          </p:cNvPr>
          <p:cNvSpPr txBox="1"/>
          <p:nvPr/>
        </p:nvSpPr>
        <p:spPr>
          <a:xfrm>
            <a:off x="3575304" y="5221224"/>
            <a:ext cx="2743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Horizontal and vertical gradients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1662BE0-4D1F-CCF8-2B19-B5FEE25D604C}"/>
              </a:ext>
            </a:extLst>
          </p:cNvPr>
          <p:cNvCxnSpPr/>
          <p:nvPr/>
        </p:nvCxnSpPr>
        <p:spPr>
          <a:xfrm>
            <a:off x="5084064" y="4727448"/>
            <a:ext cx="0" cy="49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C6D9332-EDE9-A22A-3C7C-D2DC533CD991}"/>
              </a:ext>
            </a:extLst>
          </p:cNvPr>
          <p:cNvCxnSpPr>
            <a:cxnSpLocks/>
          </p:cNvCxnSpPr>
          <p:nvPr/>
        </p:nvCxnSpPr>
        <p:spPr>
          <a:xfrm>
            <a:off x="6502908" y="4727448"/>
            <a:ext cx="446532" cy="493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D411280-11A0-DD32-371C-CDD27BBDA2E0}"/>
              </a:ext>
            </a:extLst>
          </p:cNvPr>
          <p:cNvSpPr txBox="1"/>
          <p:nvPr/>
        </p:nvSpPr>
        <p:spPr>
          <a:xfrm>
            <a:off x="6848857" y="5375112"/>
            <a:ext cx="36667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Balancing coefficient for perceived strength of the structure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9C06C-0116-3463-155E-74D5AA976CF3}"/>
              </a:ext>
            </a:extLst>
          </p:cNvPr>
          <p:cNvSpPr txBox="1"/>
          <p:nvPr/>
        </p:nvSpPr>
        <p:spPr>
          <a:xfrm>
            <a:off x="1351790" y="2713222"/>
            <a:ext cx="4893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Illumination smoothing loss – Aims to guarantee the illumination map to be local smoothness.</a:t>
            </a:r>
          </a:p>
        </p:txBody>
      </p:sp>
    </p:spTree>
    <p:extLst>
      <p:ext uri="{BB962C8B-B14F-4D97-AF65-F5344CB8AC3E}">
        <p14:creationId xmlns:p14="http://schemas.microsoft.com/office/powerpoint/2010/main" val="1968231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6" grpId="0"/>
      <p:bldP spid="4" grpId="0"/>
      <p:bldP spid="12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75A4DE-8F04-6C9C-6BEC-E84513408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2 – LRDM Training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9AA721-4BF4-98AF-057C-61A285570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05" y="2240280"/>
            <a:ext cx="9583487" cy="3570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0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53D90-EB38-2364-E460-3192A8A79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71280F-0960-8F8D-C6AB-A7ABBB58C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2 – LRDM Training Algorithm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E94DC6-6267-A0FA-313F-D4674A8AC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104" y="2240280"/>
            <a:ext cx="9583487" cy="3570634"/>
          </a:xfrm>
          <a:prstGeom prst="rect">
            <a:avLst/>
          </a:prstGeom>
          <a:solidFill>
            <a:srgbClr val="FF0000"/>
          </a:solidFill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22768E-27D0-29C6-5878-66D0492F4BD7}"/>
              </a:ext>
            </a:extLst>
          </p:cNvPr>
          <p:cNvSpPr/>
          <p:nvPr/>
        </p:nvSpPr>
        <p:spPr>
          <a:xfrm>
            <a:off x="5751576" y="4873752"/>
            <a:ext cx="2788920" cy="5669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558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AE12-43D5-D0A3-F3AD-FFA01AA5F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037EE6-3DCE-2B5D-DB26-E956946B2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Losses - Stage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C36C431-B811-E2A8-7826-4BCEA49D005C}"/>
                  </a:ext>
                </a:extLst>
              </p:cNvPr>
              <p:cNvSpPr txBox="1"/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𝑠𝑐𝑐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C36C431-B811-E2A8-7826-4BCEA49D0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blipFill>
                <a:blip r:embed="rId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Up-Down 8">
            <a:extLst>
              <a:ext uri="{FF2B5EF4-FFF2-40B4-BE49-F238E27FC236}">
                <a16:creationId xmlns:a16="http://schemas.microsoft.com/office/drawing/2014/main" id="{88FE321C-C572-C659-88B0-9A493A7BEC1F}"/>
              </a:ext>
            </a:extLst>
          </p:cNvPr>
          <p:cNvSpPr/>
          <p:nvPr/>
        </p:nvSpPr>
        <p:spPr>
          <a:xfrm>
            <a:off x="5253228" y="2192738"/>
            <a:ext cx="338328" cy="81185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3A8700-8D75-EBE5-52F1-582EDADB3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6397" y="4472999"/>
            <a:ext cx="7039206" cy="19451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282415-50C8-8CF9-D707-0C97D9041CAD}"/>
                  </a:ext>
                </a:extLst>
              </p:cNvPr>
              <p:cNvSpPr txBox="1"/>
              <p:nvPr/>
            </p:nvSpPr>
            <p:spPr>
              <a:xfrm>
                <a:off x="2889504" y="3197801"/>
                <a:ext cx="6094476" cy="4247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𝑓𝑓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acc>
                                  <m:accPr>
                                    <m:chr m:val="̃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</m:acc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7282415-50C8-8CF9-D707-0C97D9041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504" y="3197801"/>
                <a:ext cx="6094476" cy="424732"/>
              </a:xfrm>
              <a:prstGeom prst="rect">
                <a:avLst/>
              </a:prstGeom>
              <a:blipFill>
                <a:blip r:embed="rId4"/>
                <a:stretch>
                  <a:fillRect t="-1449" b="-10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029BD1-69FB-2702-44A2-C2C569BAE02C}"/>
                  </a:ext>
                </a:extLst>
              </p:cNvPr>
              <p:cNvSpPr txBox="1"/>
              <p:nvPr/>
            </p:nvSpPr>
            <p:spPr>
              <a:xfrm>
                <a:off x="193624" y="2188794"/>
                <a:ext cx="489356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Optimize parameters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of the network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en-US" dirty="0"/>
                  <a:t> to promote estimated noise vector close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acc>
                      <m:accPr>
                        <m:chr m:val="̃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to gaussian noise. 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E029BD1-69FB-2702-44A2-C2C569BAE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24" y="2188794"/>
                <a:ext cx="4893562" cy="523220"/>
              </a:xfrm>
              <a:prstGeom prst="rect">
                <a:avLst/>
              </a:prstGeom>
              <a:blipFill>
                <a:blip r:embed="rId5"/>
                <a:stretch>
                  <a:fillRect l="-374" t="-2326" b="-116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7141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C61F9-8915-E813-8908-7AF3C63AB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497163-7A58-D24D-43B1-C7696AAA9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Losses - Stage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7FEFAF-AAF3-2439-F4CD-F1E216550F96}"/>
                  </a:ext>
                </a:extLst>
              </p:cNvPr>
              <p:cNvSpPr txBox="1"/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𝑑𝑖𝑓𝑓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1 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𝑠𝑐𝑐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77FEFAF-AAF3-2439-F4CD-F1E216550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9504" y="1538607"/>
                <a:ext cx="5678424" cy="491288"/>
              </a:xfrm>
              <a:prstGeom prst="rect">
                <a:avLst/>
              </a:prstGeom>
              <a:blipFill>
                <a:blip r:embed="rId2"/>
                <a:stretch>
                  <a:fillRect b="-1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Arrow: Up-Down 8">
            <a:extLst>
              <a:ext uri="{FF2B5EF4-FFF2-40B4-BE49-F238E27FC236}">
                <a16:creationId xmlns:a16="http://schemas.microsoft.com/office/drawing/2014/main" id="{D31396A2-9D66-D736-D302-C7B54BBD38FD}"/>
              </a:ext>
            </a:extLst>
          </p:cNvPr>
          <p:cNvSpPr/>
          <p:nvPr/>
        </p:nvSpPr>
        <p:spPr>
          <a:xfrm>
            <a:off x="6633972" y="2029895"/>
            <a:ext cx="338328" cy="106077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2FFB15B-D706-0918-CF2A-9CC9D541E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805" y="4532193"/>
            <a:ext cx="7039206" cy="19451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A45DCC-8D94-86B4-D245-A8849EFD5628}"/>
                  </a:ext>
                </a:extLst>
              </p:cNvPr>
              <p:cNvSpPr txBox="1"/>
              <p:nvPr/>
            </p:nvSpPr>
            <p:spPr>
              <a:xfrm>
                <a:off x="4007358" y="3373535"/>
                <a:ext cx="6094476" cy="7875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𝑠𝑐𝑐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𝑙𝑜𝑤</m:t>
                                    </m:r>
                                  </m:sub>
                                </m:sSub>
                              </m:e>
                            </m:acc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𝑙𝑜𝑤</m:t>
                                    </m:r>
                                  </m:sub>
                                </m:sSub>
                              </m:e>
                            </m:acc>
                          </m:e>
                        </m:d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  <a:p>
                <a:pPr algn="ctr"/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5A45DCC-8D94-86B4-D245-A8849EFD5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358" y="3373535"/>
                <a:ext cx="6094476" cy="787588"/>
              </a:xfrm>
              <a:prstGeom prst="rect">
                <a:avLst/>
              </a:prstGeom>
              <a:blipFill>
                <a:blip r:embed="rId4"/>
                <a:stretch>
                  <a:fillRect t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1A2DD9-B34F-1C9C-AAAD-AADE35D35437}"/>
                  </a:ext>
                </a:extLst>
              </p:cNvPr>
              <p:cNvSpPr txBox="1"/>
              <p:nvPr/>
            </p:nvSpPr>
            <p:spPr>
              <a:xfrm>
                <a:off x="541096" y="2406395"/>
                <a:ext cx="4893562" cy="1606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Proposed self-constrained consistency loss enables the restored feature to share the same intrinsic information as the input low-light image.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It constrains the feature similarity to prompt the diffusion model to reconstruct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acc>
                    <m:r>
                      <a:rPr lang="en-US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B1A2DD9-B34F-1C9C-AAAD-AADE35D354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96" y="2406395"/>
                <a:ext cx="4893562" cy="1606081"/>
              </a:xfrm>
              <a:prstGeom prst="rect">
                <a:avLst/>
              </a:prstGeom>
              <a:blipFill>
                <a:blip r:embed="rId5"/>
                <a:stretch>
                  <a:fillRect l="-249" r="-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ECB1290-E8AF-3E91-6E0B-4B7F93F53588}"/>
              </a:ext>
            </a:extLst>
          </p:cNvPr>
          <p:cNvSpPr txBox="1"/>
          <p:nvPr/>
        </p:nvSpPr>
        <p:spPr>
          <a:xfrm>
            <a:off x="8330184" y="2036562"/>
            <a:ext cx="1533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Pseudo label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6851C83-8B29-F7DE-27CA-09AF247C430F}"/>
              </a:ext>
            </a:extLst>
          </p:cNvPr>
          <p:cNvCxnSpPr>
            <a:endCxn id="11" idx="0"/>
          </p:cNvCxnSpPr>
          <p:nvPr/>
        </p:nvCxnSpPr>
        <p:spPr>
          <a:xfrm flipH="1">
            <a:off x="7159752" y="2420041"/>
            <a:ext cx="1554480" cy="953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64E33E-BED5-EB1A-A51F-86189A7C1FCA}"/>
                  </a:ext>
                </a:extLst>
              </p:cNvPr>
              <p:cNvSpPr txBox="1"/>
              <p:nvPr/>
            </p:nvSpPr>
            <p:spPr>
              <a:xfrm>
                <a:off x="9697899" y="2057400"/>
                <a:ext cx="2148840" cy="4012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18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1800" dirty="0"/>
                  <a:t> =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𝑙𝑜𝑤</m:t>
                        </m:r>
                      </m:sub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p>
                    </m:sSubSup>
                    <m:r>
                      <a:rPr lang="en-US" sz="1800" i="1">
                        <a:latin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𝑙𝑜𝑤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sup>
                    </m:sSubSup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A64E33E-BED5-EB1A-A51F-86189A7C1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7899" y="2057400"/>
                <a:ext cx="2148840" cy="401264"/>
              </a:xfrm>
              <a:prstGeom prst="rect">
                <a:avLst/>
              </a:prstGeom>
              <a:blipFill>
                <a:blip r:embed="rId6"/>
                <a:stretch>
                  <a:fillRect t="-4615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CCB7BC-9136-9D23-54A2-4090FF2240FC}"/>
                  </a:ext>
                </a:extLst>
              </p:cNvPr>
              <p:cNvSpPr txBox="1"/>
              <p:nvPr/>
            </p:nvSpPr>
            <p:spPr>
              <a:xfrm>
                <a:off x="9006840" y="2816352"/>
                <a:ext cx="22943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dirty="0"/>
                  <a:t> is illumination correction factor.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BCCB7BC-9136-9D23-54A2-4090FF22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6840" y="2816352"/>
                <a:ext cx="2294308" cy="523220"/>
              </a:xfrm>
              <a:prstGeom prst="rect">
                <a:avLst/>
              </a:prstGeom>
              <a:blipFill>
                <a:blip r:embed="rId7"/>
                <a:stretch>
                  <a:fillRect l="-798" t="-2326" b="-10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13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 animBg="1"/>
      <p:bldP spid="11" grpId="0"/>
      <p:bldP spid="12" grpId="0"/>
      <p:bldP spid="13" grpId="0"/>
      <p:bldP spid="1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B5009-36C1-06FD-B406-797C5FEA0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7D30E3-357E-B8AB-42F0-06794E5E02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Evaluation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9FD3FC6-8044-4968-10AF-2DCC090355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446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F4314DB-945C-C4CA-5264-148A65C9D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Per Stage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5127991-92EC-591E-D2C4-51C8746E98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657540"/>
                  </p:ext>
                </p:extLst>
              </p:nvPr>
            </p:nvGraphicFramePr>
            <p:xfrm>
              <a:off x="609600" y="1424538"/>
              <a:ext cx="11170919" cy="4586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2856">
                      <a:extLst>
                        <a:ext uri="{9D8B030D-6E8A-4147-A177-3AD203B41FA5}">
                          <a16:colId xmlns:a16="http://schemas.microsoft.com/office/drawing/2014/main" val="700171013"/>
                        </a:ext>
                      </a:extLst>
                    </a:gridCol>
                    <a:gridCol w="2304288">
                      <a:extLst>
                        <a:ext uri="{9D8B030D-6E8A-4147-A177-3AD203B41FA5}">
                          <a16:colId xmlns:a16="http://schemas.microsoft.com/office/drawing/2014/main" val="1542647988"/>
                        </a:ext>
                      </a:extLst>
                    </a:gridCol>
                    <a:gridCol w="2798064">
                      <a:extLst>
                        <a:ext uri="{9D8B030D-6E8A-4147-A177-3AD203B41FA5}">
                          <a16:colId xmlns:a16="http://schemas.microsoft.com/office/drawing/2014/main" val="3042957615"/>
                        </a:ext>
                      </a:extLst>
                    </a:gridCol>
                    <a:gridCol w="5315711">
                      <a:extLst>
                        <a:ext uri="{9D8B030D-6E8A-4147-A177-3AD203B41FA5}">
                          <a16:colId xmlns:a16="http://schemas.microsoft.com/office/drawing/2014/main" val="868363994"/>
                        </a:ext>
                      </a:extLst>
                    </a:gridCol>
                  </a:tblGrid>
                  <a:tr h="40649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Metric 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Variables Included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Goal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5019180"/>
                      </a:ext>
                    </a:extLst>
                  </a:tr>
                  <a:tr h="58746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PSNR, SSIM, LPIPS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̂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Ensure good encoder/decoder function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3826546"/>
                      </a:ext>
                    </a:extLst>
                  </a:tr>
                  <a:tr h="58746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NIQE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𝑙𝑜𝑤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̂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Evaluate perceived natural image quality for decoder output without the diffusion model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3849717"/>
                      </a:ext>
                    </a:extLst>
                  </a:tr>
                  <a:tr h="58746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𝐿𝑃𝐼𝑃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𝑁𝐼𝑄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Average both perceived quality metrics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323321"/>
                      </a:ext>
                    </a:extLst>
                  </a:tr>
                  <a:tr h="5679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TV Illumination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>
                                        <a:latin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𝑙𝑜𝑤</m:t>
                                    </m:r>
                                  </m:sub>
                                  <m: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total variation across the m illumination maps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896255"/>
                      </a:ext>
                    </a:extLst>
                  </a:tr>
                  <a:tr h="4064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Reflectance Consistency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sz="1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4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𝑙𝑜𝑤</m:t>
                                    </m:r>
                                  </m:sub>
                                  <m:sup>
                                    <m: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bSup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Ensure that R are invariant to input variations.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719509"/>
                      </a:ext>
                    </a:extLst>
                  </a:tr>
                  <a:tr h="4064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PSNR, SSIM, LPIPS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𝑙𝑜𝑤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̂</m:t>
                                  </m:r>
                                </m:sup>
                              </m:sSubSup>
                            </m:oMath>
                          </a14:m>
                          <a:r>
                            <a:rPr lang="en-US" dirty="0"/>
                            <a:t> ,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𝑖𝑔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Compare enhanced images with ground truth original image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3909416"/>
                      </a:ext>
                    </a:extLst>
                  </a:tr>
                  <a:tr h="4064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NIQE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𝑙𝑜𝑤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̂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Evaluate perceived natural image quality for decoder output with the diffusion model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142003"/>
                      </a:ext>
                    </a:extLst>
                  </a:tr>
                  <a:tr h="4064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𝐿𝑃𝐼𝑃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dirty="0"/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i="1" dirty="0" smtClean="0">
                                  <a:latin typeface="Cambria Math" panose="02040503050406030204" pitchFamily="18" charset="0"/>
                                </a:rPr>
                                <m:t>𝑁𝐼𝑄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Average both perceived quality metrics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44474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D5127991-92EC-591E-D2C4-51C8746E981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657540"/>
                  </p:ext>
                </p:extLst>
              </p:nvPr>
            </p:nvGraphicFramePr>
            <p:xfrm>
              <a:off x="609600" y="1424538"/>
              <a:ext cx="11170919" cy="45861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52856">
                      <a:extLst>
                        <a:ext uri="{9D8B030D-6E8A-4147-A177-3AD203B41FA5}">
                          <a16:colId xmlns:a16="http://schemas.microsoft.com/office/drawing/2014/main" val="700171013"/>
                        </a:ext>
                      </a:extLst>
                    </a:gridCol>
                    <a:gridCol w="2304288">
                      <a:extLst>
                        <a:ext uri="{9D8B030D-6E8A-4147-A177-3AD203B41FA5}">
                          <a16:colId xmlns:a16="http://schemas.microsoft.com/office/drawing/2014/main" val="1542647988"/>
                        </a:ext>
                      </a:extLst>
                    </a:gridCol>
                    <a:gridCol w="2798064">
                      <a:extLst>
                        <a:ext uri="{9D8B030D-6E8A-4147-A177-3AD203B41FA5}">
                          <a16:colId xmlns:a16="http://schemas.microsoft.com/office/drawing/2014/main" val="3042957615"/>
                        </a:ext>
                      </a:extLst>
                    </a:gridCol>
                    <a:gridCol w="5315711">
                      <a:extLst>
                        <a:ext uri="{9D8B030D-6E8A-4147-A177-3AD203B41FA5}">
                          <a16:colId xmlns:a16="http://schemas.microsoft.com/office/drawing/2014/main" val="868363994"/>
                        </a:ext>
                      </a:extLst>
                    </a:gridCol>
                  </a:tblGrid>
                  <a:tr h="406494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Stage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Metric Name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Variables Included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Goal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95019180"/>
                      </a:ext>
                    </a:extLst>
                  </a:tr>
                  <a:tr h="58746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PSNR, SSIM, LPIPS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804" t="-70833" r="-190850" b="-6177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Ensure good encoder/decoder function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3826546"/>
                      </a:ext>
                    </a:extLst>
                  </a:tr>
                  <a:tr h="58746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NIQE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804" t="-169072" r="-190850" b="-511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Evaluate perceived natural image quality for decoder output without the diffusion model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3849717"/>
                      </a:ext>
                    </a:extLst>
                  </a:tr>
                  <a:tr h="58746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804" t="-269072" r="-190850" b="-4113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Average both perceived quality metrics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35323321"/>
                      </a:ext>
                    </a:extLst>
                  </a:tr>
                  <a:tr h="567977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TV Illumination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804" t="-384946" r="-190850" b="-3290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Measure </a:t>
                          </a:r>
                          <a:r>
                            <a:rPr lang="en-US" dirty="0">
                              <a:sym typeface="Wingdings" panose="05000000000000000000" pitchFamily="2" charset="2"/>
                            </a:rPr>
                            <a:t>total variation across the m illumination maps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3896255"/>
                      </a:ext>
                    </a:extLst>
                  </a:tr>
                  <a:tr h="4064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Reflectance Consistency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804" t="-673134" r="-190850" b="-3567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Ensure that R are invariant to input variations.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9719509"/>
                      </a:ext>
                    </a:extLst>
                  </a:tr>
                  <a:tr h="406494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PSNR, SSIM, LPIPS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804" t="-773134" r="-190850" b="-2567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Compare enhanced images with ground truth original image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43909416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NIQE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804" t="-688235" r="-19085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Evaluate perceived natural image quality for decoder output with the diffusion model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7714200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PI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9804" t="-788235" r="-19085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Average both perceived quality metrics</a:t>
                          </a:r>
                        </a:p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0344474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610856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C0C86-0599-A11F-308A-749387FCA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6784D9-5ED5-870C-F9DF-F059D6050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6F08873-3C85-77EB-F344-BBF7D9E96C5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01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E9FC3-0A74-8DD6-8EC3-42741784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F2F3A7-EFF9-CB11-21D8-E3E464A69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14F80-25E2-306E-5073-32F0ACC79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912" y="1303335"/>
            <a:ext cx="5404104" cy="28114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6370434-C1B2-F390-8EA2-8F7BA6F590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9372811"/>
                  </p:ext>
                </p:extLst>
              </p:nvPr>
            </p:nvGraphicFramePr>
            <p:xfrm>
              <a:off x="252984" y="1609079"/>
              <a:ext cx="6126479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3447">
                      <a:extLst>
                        <a:ext uri="{9D8B030D-6E8A-4147-A177-3AD203B41FA5}">
                          <a16:colId xmlns:a16="http://schemas.microsoft.com/office/drawing/2014/main" val="1346151554"/>
                        </a:ext>
                      </a:extLst>
                    </a:gridCol>
                    <a:gridCol w="1227677">
                      <a:extLst>
                        <a:ext uri="{9D8B030D-6E8A-4147-A177-3AD203B41FA5}">
                          <a16:colId xmlns:a16="http://schemas.microsoft.com/office/drawing/2014/main" val="134680056"/>
                        </a:ext>
                      </a:extLst>
                    </a:gridCol>
                    <a:gridCol w="1139986">
                      <a:extLst>
                        <a:ext uri="{9D8B030D-6E8A-4147-A177-3AD203B41FA5}">
                          <a16:colId xmlns:a16="http://schemas.microsoft.com/office/drawing/2014/main" val="2555904582"/>
                        </a:ext>
                      </a:extLst>
                    </a:gridCol>
                    <a:gridCol w="1315369">
                      <a:extLst>
                        <a:ext uri="{9D8B030D-6E8A-4147-A177-3AD203B41FA5}">
                          <a16:colId xmlns:a16="http://schemas.microsoft.com/office/drawing/2014/main" val="269808328"/>
                        </a:ext>
                      </a:extLst>
                    </a:gridCol>
                  </a:tblGrid>
                  <a:tr h="21263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Train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2169500"/>
                      </a:ext>
                    </a:extLst>
                  </a:tr>
                  <a:tr h="21263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PSNR (↑)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0−∞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20.48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20.56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747162"/>
                      </a:ext>
                    </a:extLst>
                  </a:tr>
                  <a:tr h="21263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SSIM (↑)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0.624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0.642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3172596"/>
                      </a:ext>
                    </a:extLst>
                  </a:tr>
                  <a:tr h="21263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LPIPS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0.612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0.557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1426828"/>
                      </a:ext>
                    </a:extLst>
                  </a:tr>
                  <a:tr h="21263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NIQE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0−∞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11.38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11.07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7574353"/>
                      </a:ext>
                    </a:extLst>
                  </a:tr>
                  <a:tr h="21263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0−∞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5.81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57930350"/>
                      </a:ext>
                    </a:extLst>
                  </a:tr>
                  <a:tr h="21263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TV Illumination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0−∞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0.023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0.023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84331610"/>
                      </a:ext>
                    </a:extLst>
                  </a:tr>
                  <a:tr h="21263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Reflectance Consistency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0−∞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0.027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0.026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2651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66370434-C1B2-F390-8EA2-8F7BA6F590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9372811"/>
                  </p:ext>
                </p:extLst>
              </p:nvPr>
            </p:nvGraphicFramePr>
            <p:xfrm>
              <a:off x="252984" y="1609079"/>
              <a:ext cx="6126479" cy="24384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443447">
                      <a:extLst>
                        <a:ext uri="{9D8B030D-6E8A-4147-A177-3AD203B41FA5}">
                          <a16:colId xmlns:a16="http://schemas.microsoft.com/office/drawing/2014/main" val="1346151554"/>
                        </a:ext>
                      </a:extLst>
                    </a:gridCol>
                    <a:gridCol w="1227677">
                      <a:extLst>
                        <a:ext uri="{9D8B030D-6E8A-4147-A177-3AD203B41FA5}">
                          <a16:colId xmlns:a16="http://schemas.microsoft.com/office/drawing/2014/main" val="134680056"/>
                        </a:ext>
                      </a:extLst>
                    </a:gridCol>
                    <a:gridCol w="1139986">
                      <a:extLst>
                        <a:ext uri="{9D8B030D-6E8A-4147-A177-3AD203B41FA5}">
                          <a16:colId xmlns:a16="http://schemas.microsoft.com/office/drawing/2014/main" val="2555904582"/>
                        </a:ext>
                      </a:extLst>
                    </a:gridCol>
                    <a:gridCol w="1315369">
                      <a:extLst>
                        <a:ext uri="{9D8B030D-6E8A-4147-A177-3AD203B41FA5}">
                          <a16:colId xmlns:a16="http://schemas.microsoft.com/office/drawing/2014/main" val="269808328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Range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Train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21695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PSNR (↑)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10" t="-102000" r="-201485" b="-6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2995" t="-102000" r="-117647" b="-6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6204" t="-102000" r="-1852" b="-6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174716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SSIM (↑)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10" t="-202000" r="-201485" b="-5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2995" t="-202000" r="-117647" b="-52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6204" t="-202000" r="-1852" b="-52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317259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LPIPS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10" t="-296078" r="-201485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2995" t="-296078" r="-117647" b="-4117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6204" t="-296078" r="-1852" b="-4117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1426828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NIQE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10" t="-404000" r="-201485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2995" t="-404000" r="-117647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6204" t="-404000" r="-1852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57435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10" t="-504000" r="-201485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2995" t="-504000" r="-117647" b="-2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6204" t="-504000" r="-1852" b="-2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79303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TV Illumination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10" t="-604000" r="-201485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2995" t="-604000" r="-117647" b="-1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6204" t="-604000" r="-1852" b="-1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433161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Reflectance Consistency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99010" t="-704000" r="-201485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22995" t="-704000" r="-117647" b="-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66204" t="-704000" r="-1852" b="-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426516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53F205B-7304-9028-676B-D96DAD274C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836779"/>
                  </p:ext>
                </p:extLst>
              </p:nvPr>
            </p:nvGraphicFramePr>
            <p:xfrm>
              <a:off x="252984" y="4420544"/>
              <a:ext cx="6126479" cy="2102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9569">
                      <a:extLst>
                        <a:ext uri="{9D8B030D-6E8A-4147-A177-3AD203B41FA5}">
                          <a16:colId xmlns:a16="http://schemas.microsoft.com/office/drawing/2014/main" val="1346151554"/>
                        </a:ext>
                      </a:extLst>
                    </a:gridCol>
                    <a:gridCol w="1191792">
                      <a:extLst>
                        <a:ext uri="{9D8B030D-6E8A-4147-A177-3AD203B41FA5}">
                          <a16:colId xmlns:a16="http://schemas.microsoft.com/office/drawing/2014/main" val="2555904582"/>
                        </a:ext>
                      </a:extLst>
                    </a:gridCol>
                    <a:gridCol w="1343906">
                      <a:extLst>
                        <a:ext uri="{9D8B030D-6E8A-4147-A177-3AD203B41FA5}">
                          <a16:colId xmlns:a16="http://schemas.microsoft.com/office/drawing/2014/main" val="2227171221"/>
                        </a:ext>
                      </a:extLst>
                    </a:gridCol>
                    <a:gridCol w="1090606">
                      <a:extLst>
                        <a:ext uri="{9D8B030D-6E8A-4147-A177-3AD203B41FA5}">
                          <a16:colId xmlns:a16="http://schemas.microsoft.com/office/drawing/2014/main" val="3386317942"/>
                        </a:ext>
                      </a:extLst>
                    </a:gridCol>
                    <a:gridCol w="1090606">
                      <a:extLst>
                        <a:ext uri="{9D8B030D-6E8A-4147-A177-3AD203B41FA5}">
                          <a16:colId xmlns:a16="http://schemas.microsoft.com/office/drawing/2014/main" val="3439972377"/>
                        </a:ext>
                      </a:extLst>
                    </a:gridCol>
                  </a:tblGrid>
                  <a:tr h="31681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Train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Baseline Train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Baseline Test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2169500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PSNR (↑)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11.01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𝟎𝟒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10.64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𝟏𝟏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𝟎𝟑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81747162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SSIM (↑)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0.381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𝟒𝟏𝟗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0.376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𝟑𝟖𝟖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83172596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LPIPS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0.702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𝟒𝟐𝟖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0.685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𝟒𝟐𝟕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91426828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NIQE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𝟕𝟗𝟗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8.584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𝟔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𝟑𝟏𝟐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8.166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07574353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𝟕𝟓𝟎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4.499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𝟒𝟗𝟗</m:t>
                                </m:r>
                              </m:oMath>
                            </m:oMathPara>
                          </a14:m>
                          <a:endParaRPr lang="en-US" b="1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sz="1400" b="0" i="0" u="none" strike="noStrike" cap="none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  <a:sym typeface="Arial"/>
                                  </a:rPr>
                                  <m:t>4.296</m:t>
                                </m:r>
                              </m:oMath>
                            </m:oMathPara>
                          </a14:m>
                          <a:endParaRPr lang="en-US" sz="1400" b="0" i="0" u="none" strike="noStrike" cap="none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  <a:sym typeface="Arial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88835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D53F205B-7304-9028-676B-D96DAD274C9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87836779"/>
                  </p:ext>
                </p:extLst>
              </p:nvPr>
            </p:nvGraphicFramePr>
            <p:xfrm>
              <a:off x="252984" y="4420544"/>
              <a:ext cx="6126479" cy="2102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09569">
                      <a:extLst>
                        <a:ext uri="{9D8B030D-6E8A-4147-A177-3AD203B41FA5}">
                          <a16:colId xmlns:a16="http://schemas.microsoft.com/office/drawing/2014/main" val="1346151554"/>
                        </a:ext>
                      </a:extLst>
                    </a:gridCol>
                    <a:gridCol w="1191792">
                      <a:extLst>
                        <a:ext uri="{9D8B030D-6E8A-4147-A177-3AD203B41FA5}">
                          <a16:colId xmlns:a16="http://schemas.microsoft.com/office/drawing/2014/main" val="2555904582"/>
                        </a:ext>
                      </a:extLst>
                    </a:gridCol>
                    <a:gridCol w="1343906">
                      <a:extLst>
                        <a:ext uri="{9D8B030D-6E8A-4147-A177-3AD203B41FA5}">
                          <a16:colId xmlns:a16="http://schemas.microsoft.com/office/drawing/2014/main" val="2227171221"/>
                        </a:ext>
                      </a:extLst>
                    </a:gridCol>
                    <a:gridCol w="1090606">
                      <a:extLst>
                        <a:ext uri="{9D8B030D-6E8A-4147-A177-3AD203B41FA5}">
                          <a16:colId xmlns:a16="http://schemas.microsoft.com/office/drawing/2014/main" val="3386317942"/>
                        </a:ext>
                      </a:extLst>
                    </a:gridCol>
                    <a:gridCol w="1090606">
                      <a:extLst>
                        <a:ext uri="{9D8B030D-6E8A-4147-A177-3AD203B41FA5}">
                          <a16:colId xmlns:a16="http://schemas.microsoft.com/office/drawing/2014/main" val="3439972377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Metric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Train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Baseline Train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Test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Baseline Test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62169500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PSNR (↑)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8367" t="-167308" r="-297449" b="-4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3665" t="-167308" r="-163801" b="-4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62570" t="-167308" r="-102235" b="-417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62570" t="-167308" r="-2235" b="-417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1747162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SSIM (↑)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8367" t="-262264" r="-297449" b="-30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3665" t="-262264" r="-163801" b="-30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62570" t="-262264" r="-102235" b="-30943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62570" t="-262264" r="-2235" b="-30943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3172596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LPIPS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8367" t="-369231" r="-297449" b="-2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3665" t="-369231" r="-163801" b="-2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62570" t="-369231" r="-102235" b="-2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62570" t="-369231" r="-2235" b="-2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1426828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NIQE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8367" t="-469231" r="-297449" b="-1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3665" t="-469231" r="-163801" b="-1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62570" t="-469231" r="-102235" b="-1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62570" t="-469231" r="-2235" b="-1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7574353"/>
                      </a:ext>
                    </a:extLst>
                  </a:tr>
                  <a:tr h="316816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PI (↓)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8367" t="-569231" r="-297449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93665" t="-569231" r="-163801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362570" t="-569231" r="-102235" b="-153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462570" t="-569231" r="-2235" b="-153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888350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F44D82F-7F69-0C94-E09D-0982C10A0D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912" y="4215555"/>
            <a:ext cx="5404104" cy="251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34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C8EECEC-7A80-80A1-A0CE-30429FF02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Collapse in Stage 1: R, L maps are effectively constant</a:t>
            </a:r>
          </a:p>
          <a:p>
            <a:r>
              <a:rPr lang="en-US" dirty="0"/>
              <a:t> CTDN learned the trivial solution.</a:t>
            </a:r>
          </a:p>
          <a:p>
            <a:r>
              <a:rPr lang="en-US" dirty="0"/>
              <a:t> Hence, stage 2 does not perform as intended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37C3C6-AEFB-3B09-7688-F6C4EAF18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</p:spTree>
    <p:extLst>
      <p:ext uri="{BB962C8B-B14F-4D97-AF65-F5344CB8AC3E}">
        <p14:creationId xmlns:p14="http://schemas.microsoft.com/office/powerpoint/2010/main" val="36624302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FB8F0D-DE94-F17E-526B-A98A502044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 Change stage 1 model parameters </a:t>
            </a:r>
          </a:p>
          <a:p>
            <a:pPr lvl="1"/>
            <a:r>
              <a:rPr lang="en-US" dirty="0"/>
              <a:t>Change loss weights</a:t>
            </a:r>
          </a:p>
          <a:p>
            <a:pPr lvl="1"/>
            <a:r>
              <a:rPr lang="en-US" dirty="0"/>
              <a:t>change number of attention heads</a:t>
            </a:r>
          </a:p>
          <a:p>
            <a:pPr lvl="1"/>
            <a:r>
              <a:rPr lang="en-US" dirty="0"/>
              <a:t>change latent space dimension</a:t>
            </a:r>
          </a:p>
          <a:p>
            <a:pPr lvl="1"/>
            <a:r>
              <a:rPr lang="en-US" dirty="0"/>
              <a:t>change encoder / decoder structure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 Change stage 2 model parameters</a:t>
            </a:r>
          </a:p>
          <a:p>
            <a:pPr lvl="1"/>
            <a:r>
              <a:rPr lang="en-US" dirty="0"/>
              <a:t>Change loss weights</a:t>
            </a:r>
          </a:p>
          <a:p>
            <a:pPr lvl="1"/>
            <a:r>
              <a:rPr lang="en-US" dirty="0"/>
              <a:t>Change diffusion parameters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 Learning Strategy</a:t>
            </a:r>
          </a:p>
          <a:p>
            <a:r>
              <a:rPr lang="en-US" dirty="0"/>
              <a:t> Objective metrics</a:t>
            </a:r>
          </a:p>
          <a:p>
            <a:r>
              <a:rPr lang="en-US" dirty="0"/>
              <a:t> Data Augmentation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BDA155-1372-229C-6926-8A630D63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</p:spTree>
    <p:extLst>
      <p:ext uri="{BB962C8B-B14F-4D97-AF65-F5344CB8AC3E}">
        <p14:creationId xmlns:p14="http://schemas.microsoft.com/office/powerpoint/2010/main" val="27453732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49EEC-AE3F-9F1C-F352-B1947BE10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7B7D38-B31E-D893-B13D-41C250C7E7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Ablation Studies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E223BD2-BAE4-C797-2090-2FAFE7EA5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433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396AFE-A007-5472-FEF9-D31A6C50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5D4ACB6-819E-5BEF-61CB-A32795D88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9555720"/>
                  </p:ext>
                </p:extLst>
              </p:nvPr>
            </p:nvGraphicFramePr>
            <p:xfrm>
              <a:off x="1456435" y="1303335"/>
              <a:ext cx="10266172" cy="24585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6596">
                      <a:extLst>
                        <a:ext uri="{9D8B030D-6E8A-4147-A177-3AD203B41FA5}">
                          <a16:colId xmlns:a16="http://schemas.microsoft.com/office/drawing/2014/main" val="483670700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1235712783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850401450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312656869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101322436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170939972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64569890"/>
                        </a:ext>
                      </a:extLst>
                    </a:gridCol>
                  </a:tblGrid>
                  <a:tr h="31603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𝒓𝒆𝒄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𝒓𝒆𝒇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𝑷𝑺𝑵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𝒕𝒆𝒔𝒕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𝑵𝑰𝑸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𝒕𝒆𝒔𝒕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51079219"/>
                      </a:ext>
                    </a:extLst>
                  </a:tr>
                  <a:tr h="2964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8.22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∞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73313236"/>
                      </a:ext>
                    </a:extLst>
                  </a:tr>
                  <a:tr h="2964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8.69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340.62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62651774"/>
                      </a:ext>
                    </a:extLst>
                  </a:tr>
                  <a:tr h="2964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8.69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338.83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5967750"/>
                      </a:ext>
                    </a:extLst>
                  </a:tr>
                  <a:tr h="2964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8.69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127.43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88328862"/>
                      </a:ext>
                    </a:extLst>
                  </a:tr>
                  <a:tr h="2964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8.69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133.33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28450049"/>
                      </a:ext>
                    </a:extLst>
                  </a:tr>
                  <a:tr h="2964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8.69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64.22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90890999"/>
                      </a:ext>
                    </a:extLst>
                  </a:tr>
                  <a:tr h="29640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8.69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67.25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7273643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>
                <a:extLst>
                  <a:ext uri="{FF2B5EF4-FFF2-40B4-BE49-F238E27FC236}">
                    <a16:creationId xmlns:a16="http://schemas.microsoft.com/office/drawing/2014/main" id="{15D4ACB6-819E-5BEF-61CB-A32795D88A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9555720"/>
                  </p:ext>
                </p:extLst>
              </p:nvPr>
            </p:nvGraphicFramePr>
            <p:xfrm>
              <a:off x="1456435" y="1303335"/>
              <a:ext cx="10266172" cy="245859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66596">
                      <a:extLst>
                        <a:ext uri="{9D8B030D-6E8A-4147-A177-3AD203B41FA5}">
                          <a16:colId xmlns:a16="http://schemas.microsoft.com/office/drawing/2014/main" val="483670700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1235712783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850401450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312656869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101322436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170939972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64569890"/>
                        </a:ext>
                      </a:extLst>
                    </a:gridCol>
                  </a:tblGrid>
                  <a:tr h="3249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5" t="-1852" r="-601245" b="-65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1852" r="-503750" b="-65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852" r="-401660" b="-65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852" r="-301660" b="-65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852" r="-201660" b="-65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083" t="-1852" r="-102500" b="-65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585" t="-1852" r="-2075" b="-6537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510792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5" t="-110000" r="-601245" b="-6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110000" r="-503750" b="-6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10000" r="-401660" b="-6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110000" r="-301660" b="-6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110000" r="-201660" b="-6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083" t="-110000" r="-102500" b="-6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585" t="-110000" r="-2075" b="-6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3313236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5" t="-210000" r="-601245" b="-5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210000" r="-503750" b="-5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10000" r="-401660" b="-5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210000" r="-301660" b="-5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210000" r="-201660" b="-5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083" t="-210000" r="-102500" b="-5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585" t="-210000" r="-2075" b="-5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265177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5" t="-310000" r="-601245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310000" r="-503750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310000" r="-401660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310000" r="-301660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310000" r="-201660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083" t="-310000" r="-102500" b="-4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585" t="-310000" r="-2075" b="-4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596775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5" t="-410000" r="-601245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410000" r="-503750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410000" r="-401660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410000" r="-301660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410000" r="-201660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083" t="-410000" r="-102500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585" t="-410000" r="-2075" b="-30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8832886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5" t="-500000" r="-60124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500000" r="-50375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500000" r="-40166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500000" r="-30166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500000" r="-20166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083" t="-500000" r="-1025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585" t="-500000" r="-2075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84500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5" t="-612000" r="-601245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612000" r="-50375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612000" r="-40166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612000" r="-30166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612000" r="-20166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083" t="-612000" r="-102500" b="-1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585" t="-612000" r="-2075" b="-1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089099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15" t="-712000" r="-601245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833" t="-712000" r="-50375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712000" r="-40166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000" t="-712000" r="-30166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0000" t="-712000" r="-20166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02083" t="-712000" r="-102500" b="-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585" t="-712000" r="-2075" b="-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727364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F0B1997-6D18-4140-7595-D309AE1214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497307"/>
                  </p:ext>
                </p:extLst>
              </p:nvPr>
            </p:nvGraphicFramePr>
            <p:xfrm>
              <a:off x="1456436" y="3856059"/>
              <a:ext cx="10266173" cy="2773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6300">
                      <a:extLst>
                        <a:ext uri="{9D8B030D-6E8A-4147-A177-3AD203B41FA5}">
                          <a16:colId xmlns:a16="http://schemas.microsoft.com/office/drawing/2014/main" val="2751112320"/>
                        </a:ext>
                      </a:extLst>
                    </a:gridCol>
                    <a:gridCol w="1929384">
                      <a:extLst>
                        <a:ext uri="{9D8B030D-6E8A-4147-A177-3AD203B41FA5}">
                          <a16:colId xmlns:a16="http://schemas.microsoft.com/office/drawing/2014/main" val="3048070683"/>
                        </a:ext>
                      </a:extLst>
                    </a:gridCol>
                    <a:gridCol w="1764792">
                      <a:extLst>
                        <a:ext uri="{9D8B030D-6E8A-4147-A177-3AD203B41FA5}">
                          <a16:colId xmlns:a16="http://schemas.microsoft.com/office/drawing/2014/main" val="1812054276"/>
                        </a:ext>
                      </a:extLst>
                    </a:gridCol>
                    <a:gridCol w="813816">
                      <a:extLst>
                        <a:ext uri="{9D8B030D-6E8A-4147-A177-3AD203B41FA5}">
                          <a16:colId xmlns:a16="http://schemas.microsoft.com/office/drawing/2014/main" val="3745129443"/>
                        </a:ext>
                      </a:extLst>
                    </a:gridCol>
                    <a:gridCol w="678689">
                      <a:extLst>
                        <a:ext uri="{9D8B030D-6E8A-4147-A177-3AD203B41FA5}">
                          <a16:colId xmlns:a16="http://schemas.microsoft.com/office/drawing/2014/main" val="4112802046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508424713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4151018210"/>
                        </a:ext>
                      </a:extLst>
                    </a:gridCol>
                  </a:tblGrid>
                  <a:tr h="27017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Channel Factors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Latent Dimension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#CA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#SA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𝑷𝑺𝑵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𝒕𝒆𝒔𝒕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𝑵𝑰𝑸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𝒕𝒆𝒔𝒕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7335449"/>
                      </a:ext>
                    </a:extLst>
                  </a:tr>
                  <a:tr h="27017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Baseline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[1,2,4]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19.71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6.80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2079683"/>
                      </a:ext>
                    </a:extLst>
                  </a:tr>
                  <a:tr h="27017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Less Attention Heads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19.39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6.79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7644842"/>
                      </a:ext>
                    </a:extLst>
                  </a:tr>
                  <a:tr h="270175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More Attention Heads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19.43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6.95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0807270"/>
                      </a:ext>
                    </a:extLst>
                  </a:tr>
                  <a:tr h="45929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Mixed Attention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19.66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6.99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1984294"/>
                      </a:ext>
                    </a:extLst>
                  </a:tr>
                  <a:tr h="45929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Wider Network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19.28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7.00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57333594"/>
                      </a:ext>
                    </a:extLst>
                  </a:tr>
                  <a:tr h="45929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Smaller Network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17.87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24.59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026599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0F0B1997-6D18-4140-7595-D309AE12148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0497307"/>
                  </p:ext>
                </p:extLst>
              </p:nvPr>
            </p:nvGraphicFramePr>
            <p:xfrm>
              <a:off x="1456436" y="3856059"/>
              <a:ext cx="10266173" cy="2773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146300">
                      <a:extLst>
                        <a:ext uri="{9D8B030D-6E8A-4147-A177-3AD203B41FA5}">
                          <a16:colId xmlns:a16="http://schemas.microsoft.com/office/drawing/2014/main" val="2751112320"/>
                        </a:ext>
                      </a:extLst>
                    </a:gridCol>
                    <a:gridCol w="1929384">
                      <a:extLst>
                        <a:ext uri="{9D8B030D-6E8A-4147-A177-3AD203B41FA5}">
                          <a16:colId xmlns:a16="http://schemas.microsoft.com/office/drawing/2014/main" val="3048070683"/>
                        </a:ext>
                      </a:extLst>
                    </a:gridCol>
                    <a:gridCol w="1764792">
                      <a:extLst>
                        <a:ext uri="{9D8B030D-6E8A-4147-A177-3AD203B41FA5}">
                          <a16:colId xmlns:a16="http://schemas.microsoft.com/office/drawing/2014/main" val="1812054276"/>
                        </a:ext>
                      </a:extLst>
                    </a:gridCol>
                    <a:gridCol w="813816">
                      <a:extLst>
                        <a:ext uri="{9D8B030D-6E8A-4147-A177-3AD203B41FA5}">
                          <a16:colId xmlns:a16="http://schemas.microsoft.com/office/drawing/2014/main" val="3745129443"/>
                        </a:ext>
                      </a:extLst>
                    </a:gridCol>
                    <a:gridCol w="678689">
                      <a:extLst>
                        <a:ext uri="{9D8B030D-6E8A-4147-A177-3AD203B41FA5}">
                          <a16:colId xmlns:a16="http://schemas.microsoft.com/office/drawing/2014/main" val="4112802046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2508424713"/>
                        </a:ext>
                      </a:extLst>
                    </a:gridCol>
                    <a:gridCol w="1466596">
                      <a:extLst>
                        <a:ext uri="{9D8B030D-6E8A-4147-A177-3AD203B41FA5}">
                          <a16:colId xmlns:a16="http://schemas.microsoft.com/office/drawing/2014/main" val="4151018210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Description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Channel Factors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Latent Dimension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#CA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#SA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2000" r="-101660" b="-8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2000" r="-1660" b="-8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33544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Baseline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[1,2,4]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102000" r="-101660" b="-7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102000" r="-1660" b="-7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207968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Less Attention Heads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202000" r="-101660" b="-6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202000" r="-1660" b="-6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764484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More Attention Heads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302000" r="-101660" b="-5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302000" r="-1660" b="-5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080727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Mixed Attention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64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233721" r="-10166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233721" r="-166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2198429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Wider Network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96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337647" r="-101660" b="-10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337647" r="-1660" b="-10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7333594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Smaller Network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[1,2,4]</a:t>
                          </a:r>
                        </a:p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0000" t="-437647" r="-101660" b="-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600000" t="-437647" r="-1660" b="-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026599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50672120"/>
      </p:ext>
    </p:extLst>
  </p:cSld>
  <p:clrMapOvr>
    <a:overrideClrMapping bg1="lt1" tx1="dk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617405-6429-D44D-A395-A640D010E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3BBE992-2FB5-83DA-B667-F194175354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7046855"/>
                  </p:ext>
                </p:extLst>
              </p:nvPr>
            </p:nvGraphicFramePr>
            <p:xfrm>
              <a:off x="4077768" y="1785876"/>
              <a:ext cx="7504632" cy="13785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9200">
                      <a:extLst>
                        <a:ext uri="{9D8B030D-6E8A-4147-A177-3AD203B41FA5}">
                          <a16:colId xmlns:a16="http://schemas.microsoft.com/office/drawing/2014/main" val="1812054276"/>
                        </a:ext>
                      </a:extLst>
                    </a:gridCol>
                    <a:gridCol w="1709200">
                      <a:extLst>
                        <a:ext uri="{9D8B030D-6E8A-4147-A177-3AD203B41FA5}">
                          <a16:colId xmlns:a16="http://schemas.microsoft.com/office/drawing/2014/main" val="3745129443"/>
                        </a:ext>
                      </a:extLst>
                    </a:gridCol>
                    <a:gridCol w="2043116">
                      <a:extLst>
                        <a:ext uri="{9D8B030D-6E8A-4147-A177-3AD203B41FA5}">
                          <a16:colId xmlns:a16="http://schemas.microsoft.com/office/drawing/2014/main" val="2508424713"/>
                        </a:ext>
                      </a:extLst>
                    </a:gridCol>
                    <a:gridCol w="2043116">
                      <a:extLst>
                        <a:ext uri="{9D8B030D-6E8A-4147-A177-3AD203B41FA5}">
                          <a16:colId xmlns:a16="http://schemas.microsoft.com/office/drawing/2014/main" val="4151018210"/>
                        </a:ext>
                      </a:extLst>
                    </a:gridCol>
                  </a:tblGrid>
                  <a:tr h="43803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Dropout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#Diffusion 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𝑷𝑺𝑵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𝒕𝒆𝒔𝒕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𝑵𝑰𝑸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𝒕𝒆𝒔𝒕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7335449"/>
                      </a:ext>
                    </a:extLst>
                  </a:tr>
                  <a:tr h="3134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b="0" i="0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10.09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6.41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12079683"/>
                      </a:ext>
                    </a:extLst>
                  </a:tr>
                  <a:tr h="3134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10.37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6.19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7644842"/>
                      </a:ext>
                    </a:extLst>
                  </a:tr>
                  <a:tr h="31349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10.23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6.22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0807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53BBE992-2FB5-83DA-B667-F194175354E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7046855"/>
                  </p:ext>
                </p:extLst>
              </p:nvPr>
            </p:nvGraphicFramePr>
            <p:xfrm>
              <a:off x="4077768" y="1785876"/>
              <a:ext cx="7504632" cy="137851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09200">
                      <a:extLst>
                        <a:ext uri="{9D8B030D-6E8A-4147-A177-3AD203B41FA5}">
                          <a16:colId xmlns:a16="http://schemas.microsoft.com/office/drawing/2014/main" val="1812054276"/>
                        </a:ext>
                      </a:extLst>
                    </a:gridCol>
                    <a:gridCol w="1709200">
                      <a:extLst>
                        <a:ext uri="{9D8B030D-6E8A-4147-A177-3AD203B41FA5}">
                          <a16:colId xmlns:a16="http://schemas.microsoft.com/office/drawing/2014/main" val="3745129443"/>
                        </a:ext>
                      </a:extLst>
                    </a:gridCol>
                    <a:gridCol w="2043116">
                      <a:extLst>
                        <a:ext uri="{9D8B030D-6E8A-4147-A177-3AD203B41FA5}">
                          <a16:colId xmlns:a16="http://schemas.microsoft.com/office/drawing/2014/main" val="2508424713"/>
                        </a:ext>
                      </a:extLst>
                    </a:gridCol>
                    <a:gridCol w="2043116">
                      <a:extLst>
                        <a:ext uri="{9D8B030D-6E8A-4147-A177-3AD203B41FA5}">
                          <a16:colId xmlns:a16="http://schemas.microsoft.com/office/drawing/2014/main" val="4151018210"/>
                        </a:ext>
                      </a:extLst>
                    </a:gridCol>
                  </a:tblGrid>
                  <a:tr h="43803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Dropout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#Diffusion Steps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262" t="-1389" r="-101190" b="-219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8060" t="-1389" r="-1493" b="-219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335449"/>
                      </a:ext>
                    </a:extLst>
                  </a:tr>
                  <a:tr h="313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6" t="-140385" r="-340214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714" t="-140385" r="-241429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262" t="-140385" r="-101190" b="-2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8060" t="-140385" r="-1493" b="-2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12079683"/>
                      </a:ext>
                    </a:extLst>
                  </a:tr>
                  <a:tr h="313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6" t="-240385" r="-340214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714" t="-240385" r="-241429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262" t="-240385" r="-101190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8060" t="-240385" r="-1493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7644842"/>
                      </a:ext>
                    </a:extLst>
                  </a:tr>
                  <a:tr h="31349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56" t="-340385" r="-340214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714" t="-340385" r="-241429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67262" t="-340385" r="-101190" b="-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68060" t="-340385" r="-1493" b="-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080727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6A788A1-A1A0-1EC0-E617-B3A5DA773C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6633224"/>
                  </p:ext>
                </p:extLst>
              </p:nvPr>
            </p:nvGraphicFramePr>
            <p:xfrm>
              <a:off x="4077768" y="3892972"/>
              <a:ext cx="7564336" cy="14259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2798">
                      <a:extLst>
                        <a:ext uri="{9D8B030D-6E8A-4147-A177-3AD203B41FA5}">
                          <a16:colId xmlns:a16="http://schemas.microsoft.com/office/drawing/2014/main" val="1812054276"/>
                        </a:ext>
                      </a:extLst>
                    </a:gridCol>
                    <a:gridCol w="1722798">
                      <a:extLst>
                        <a:ext uri="{9D8B030D-6E8A-4147-A177-3AD203B41FA5}">
                          <a16:colId xmlns:a16="http://schemas.microsoft.com/office/drawing/2014/main" val="3745129443"/>
                        </a:ext>
                      </a:extLst>
                    </a:gridCol>
                    <a:gridCol w="2059370">
                      <a:extLst>
                        <a:ext uri="{9D8B030D-6E8A-4147-A177-3AD203B41FA5}">
                          <a16:colId xmlns:a16="http://schemas.microsoft.com/office/drawing/2014/main" val="2508424713"/>
                        </a:ext>
                      </a:extLst>
                    </a:gridCol>
                    <a:gridCol w="2059370">
                      <a:extLst>
                        <a:ext uri="{9D8B030D-6E8A-4147-A177-3AD203B41FA5}">
                          <a16:colId xmlns:a16="http://schemas.microsoft.com/office/drawing/2014/main" val="4151018210"/>
                        </a:ext>
                      </a:extLst>
                    </a:gridCol>
                  </a:tblGrid>
                  <a:tr h="4531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dirty="0" smtClean="0">
                                    <a:latin typeface="Cambria Math" panose="02040503050406030204" pitchFamily="18" charset="0"/>
                                  </a:rPr>
                                  <m:t>𝜸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𝝀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𝒔𝒄𝒄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𝑷𝑺𝑵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𝑹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𝒕𝒆𝒔𝒕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𝑵𝑰𝑸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𝑬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𝒕𝒆𝒔𝒕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47335449"/>
                      </a:ext>
                    </a:extLst>
                  </a:tr>
                  <a:tr h="324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13.03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73.68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97644842"/>
                      </a:ext>
                    </a:extLst>
                  </a:tr>
                  <a:tr h="324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0.5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11.05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69.41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80807270"/>
                      </a:ext>
                    </a:extLst>
                  </a:tr>
                  <a:tr h="324284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0.001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13.03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76.28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115159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46A788A1-A1A0-1EC0-E617-B3A5DA773C1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56633224"/>
                  </p:ext>
                </p:extLst>
              </p:nvPr>
            </p:nvGraphicFramePr>
            <p:xfrm>
              <a:off x="4077768" y="3892972"/>
              <a:ext cx="7564336" cy="14259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22798">
                      <a:extLst>
                        <a:ext uri="{9D8B030D-6E8A-4147-A177-3AD203B41FA5}">
                          <a16:colId xmlns:a16="http://schemas.microsoft.com/office/drawing/2014/main" val="1812054276"/>
                        </a:ext>
                      </a:extLst>
                    </a:gridCol>
                    <a:gridCol w="1722798">
                      <a:extLst>
                        <a:ext uri="{9D8B030D-6E8A-4147-A177-3AD203B41FA5}">
                          <a16:colId xmlns:a16="http://schemas.microsoft.com/office/drawing/2014/main" val="3745129443"/>
                        </a:ext>
                      </a:extLst>
                    </a:gridCol>
                    <a:gridCol w="2059370">
                      <a:extLst>
                        <a:ext uri="{9D8B030D-6E8A-4147-A177-3AD203B41FA5}">
                          <a16:colId xmlns:a16="http://schemas.microsoft.com/office/drawing/2014/main" val="2508424713"/>
                        </a:ext>
                      </a:extLst>
                    </a:gridCol>
                    <a:gridCol w="2059370">
                      <a:extLst>
                        <a:ext uri="{9D8B030D-6E8A-4147-A177-3AD203B41FA5}">
                          <a16:colId xmlns:a16="http://schemas.microsoft.com/office/drawing/2014/main" val="4151018210"/>
                        </a:ext>
                      </a:extLst>
                    </a:gridCol>
                  </a:tblGrid>
                  <a:tr h="4531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3" t="-1333" r="-340283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53" t="-1333" r="-240283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7751" t="-1333" r="-101183" b="-21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7751" t="-1333" r="-1183" b="-21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47335449"/>
                      </a:ext>
                    </a:extLst>
                  </a:tr>
                  <a:tr h="324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3" t="-143396" r="-340283" b="-20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53" t="-143396" r="-240283" b="-20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7751" t="-143396" r="-101183" b="-2056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7751" t="-143396" r="-1183" b="-20566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7644842"/>
                      </a:ext>
                    </a:extLst>
                  </a:tr>
                  <a:tr h="324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3" t="-238889" r="-340283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53" t="-238889" r="-240283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7751" t="-238889" r="-101183" b="-1018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7751" t="-238889" r="-1183" b="-1018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80807270"/>
                      </a:ext>
                    </a:extLst>
                  </a:tr>
                  <a:tr h="32428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53" t="-345283" r="-340283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53" t="-345283" r="-240283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7751" t="-345283" r="-101183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67751" t="-345283" r="-1183" b="-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1151596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B2DA3BDB-37A6-4BA8-0A65-032A9815260B}"/>
              </a:ext>
            </a:extLst>
          </p:cNvPr>
          <p:cNvSpPr txBox="1"/>
          <p:nvPr/>
        </p:nvSpPr>
        <p:spPr>
          <a:xfrm>
            <a:off x="316473" y="2626474"/>
            <a:ext cx="3761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Architecture parameters sensitivity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5F24AB-EAE7-6E8E-62F9-B887132D5E51}"/>
              </a:ext>
            </a:extLst>
          </p:cNvPr>
          <p:cNvSpPr txBox="1"/>
          <p:nvPr/>
        </p:nvSpPr>
        <p:spPr>
          <a:xfrm>
            <a:off x="609600" y="4436676"/>
            <a:ext cx="28633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Loss Weights Sensitivity</a:t>
            </a:r>
          </a:p>
        </p:txBody>
      </p:sp>
    </p:spTree>
    <p:extLst>
      <p:ext uri="{BB962C8B-B14F-4D97-AF65-F5344CB8AC3E}">
        <p14:creationId xmlns:p14="http://schemas.microsoft.com/office/powerpoint/2010/main" val="1382990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C75F0A-F584-3EDA-869A-496D99F184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Need careful tuning for loss weight</a:t>
            </a:r>
          </a:p>
          <a:p>
            <a:r>
              <a:rPr lang="en-US" dirty="0"/>
              <a:t> One loss can easily dominate the others. </a:t>
            </a:r>
          </a:p>
          <a:p>
            <a:r>
              <a:rPr lang="en-US" dirty="0"/>
              <a:t> Here, Encoder &amp; Decoder dominates CTDN.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804B1B5-75E1-3B35-8681-F4A287E8E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Joint-Training Problem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1F387C-E29F-1E61-6F73-8264D5216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3696192"/>
            <a:ext cx="4934712" cy="2605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AB3CB8-29B2-8060-2ED8-D95AE372F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72" y="3855082"/>
            <a:ext cx="4663441" cy="2198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51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E0287B4-57C6-0671-E715-C848E93D4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Hand-tuned loss weights: manually or Bayesian search over loss weights</a:t>
            </a:r>
          </a:p>
          <a:p>
            <a:r>
              <a:rPr lang="en-US" dirty="0"/>
              <a:t> Three-Phase Curriculum</a:t>
            </a:r>
          </a:p>
          <a:p>
            <a:pPr lvl="1"/>
            <a:r>
              <a:rPr lang="en-US" dirty="0"/>
              <a:t>Phase 1 to train encoder + decoder (content loss only)</a:t>
            </a:r>
          </a:p>
          <a:p>
            <a:pPr lvl="1"/>
            <a:r>
              <a:rPr lang="en-US" dirty="0"/>
              <a:t>Phase 2 to train CTDN only</a:t>
            </a:r>
          </a:p>
          <a:p>
            <a:pPr lvl="1"/>
            <a:r>
              <a:rPr lang="en-US" dirty="0"/>
              <a:t>Phase 3 for joint training</a:t>
            </a:r>
          </a:p>
          <a:p>
            <a:r>
              <a:rPr lang="en-US" dirty="0"/>
              <a:t> Adaptive </a:t>
            </a:r>
            <a:r>
              <a:rPr lang="en-US" dirty="0" err="1"/>
              <a:t>GradNorm</a:t>
            </a:r>
            <a:r>
              <a:rPr lang="en-US" dirty="0"/>
              <a:t> Integration</a:t>
            </a:r>
          </a:p>
          <a:p>
            <a:pPr lvl="1"/>
            <a:r>
              <a:rPr lang="en-US" dirty="0"/>
              <a:t>Introduced learnable log-weights and a grad norm step to equalize gradient norms dynamically </a:t>
            </a:r>
          </a:p>
          <a:p>
            <a:r>
              <a:rPr lang="en-US" dirty="0"/>
              <a:t> </a:t>
            </a:r>
            <a:r>
              <a:rPr lang="fr-FR" dirty="0"/>
              <a:t>Plateau‑Driven Curriculum </a:t>
            </a:r>
            <a:r>
              <a:rPr lang="fr-FR" dirty="0" err="1"/>
              <a:t>GradNorm</a:t>
            </a:r>
            <a:r>
              <a:rPr lang="fr-FR" dirty="0"/>
              <a:t> Trainer 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584FB8-2757-D428-C519-5B0AAED73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Strategy – Stage 1</a:t>
            </a:r>
          </a:p>
        </p:txBody>
      </p:sp>
    </p:spTree>
    <p:extLst>
      <p:ext uri="{BB962C8B-B14F-4D97-AF65-F5344CB8AC3E}">
        <p14:creationId xmlns:p14="http://schemas.microsoft.com/office/powerpoint/2010/main" val="1346390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519B0C-68B2-BBC5-92C9-DA8A8FB9C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478844"/>
            <a:ext cx="10847832" cy="464732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1800" dirty="0"/>
              <a:t> Dynamic log‑weights: each loss term is scaled by a learnable log‑weight.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 Validation‑driven curriculum: optimize only the content loss until its improvement stalls, then trigger a smooth ramp‑up of the CTDN‑specific losses.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 Configurable CTDN ramp‑up: gradually introduce content losses.</a:t>
            </a:r>
          </a:p>
          <a:p>
            <a:pPr>
              <a:lnSpc>
                <a:spcPct val="200000"/>
              </a:lnSpc>
            </a:pPr>
            <a:r>
              <a:rPr lang="en-US" sz="1800" dirty="0"/>
              <a:t> Periodic </a:t>
            </a:r>
            <a:r>
              <a:rPr lang="en-US" sz="1800" dirty="0" err="1"/>
              <a:t>GradNorm</a:t>
            </a:r>
            <a:r>
              <a:rPr lang="en-US" sz="1800" dirty="0"/>
              <a:t> rebalancing: every few batches, adjust task weights based on gradient magnitudes to keep multi‑objective training balanced.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21FA46-28F5-523E-B9C3-6ADB5835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Plateau‑Driven Curriculum </a:t>
            </a:r>
            <a:r>
              <a:rPr lang="fr-FR" dirty="0" err="1"/>
              <a:t>GradNorm</a:t>
            </a:r>
            <a:r>
              <a:rPr lang="fr-FR" dirty="0"/>
              <a:t> Trainer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6952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3BC9A7-EC2C-243B-97C3-CC5061786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Some Improvements in the Encoder/Decoder learning</a:t>
            </a:r>
          </a:p>
          <a:p>
            <a:r>
              <a:rPr lang="en-US" dirty="0"/>
              <a:t> Still need further work to give the CTDN branch a fighting </a:t>
            </a:r>
            <a:r>
              <a:rPr lang="en-US"/>
              <a:t>chance.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7FD42D-BA7E-C979-B0B9-9AE24863F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3D8CC9-54AB-4B52-2709-EB8490392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3639312"/>
            <a:ext cx="10378440" cy="287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1682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B09AD-E956-D97B-6E3D-6473A3C74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325CFC-E5F8-9A7F-16D6-3F49B4F85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BCE4483-1D4B-99E5-FF8B-FEB6CAFB4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235390"/>
            <a:ext cx="8534400" cy="118989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7057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2596EE-1A9B-4507-9A05-5CFC2FDA9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Novel Strategy for Stage-1 Stability</a:t>
            </a:r>
          </a:p>
          <a:p>
            <a:pPr lvl="1"/>
            <a:r>
              <a:rPr lang="en-US" dirty="0"/>
              <a:t>Curriculum-driven, </a:t>
            </a:r>
            <a:r>
              <a:rPr lang="en-US" dirty="0" err="1"/>
              <a:t>GradNorm</a:t>
            </a:r>
            <a:r>
              <a:rPr lang="en-US" dirty="0"/>
              <a:t>-enhanced training strategy with dynamic log-weights, which improves encoder-decoder learning and better prepares Stage-2 models</a:t>
            </a:r>
          </a:p>
          <a:p>
            <a:r>
              <a:rPr lang="en-US" dirty="0"/>
              <a:t>CTDN Remains a Bottleneck</a:t>
            </a:r>
          </a:p>
          <a:p>
            <a:pPr lvl="1"/>
            <a:r>
              <a:rPr lang="en-US" dirty="0"/>
              <a:t>Despite structural improvements, CTDN often collapses to trivial reflectance maps—future work must impose stronger semantic or perceptual constraints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8E61BD1-81E5-CE6A-7B1B-9D2D48077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66952319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F621E-30D3-2904-5068-D17291D5A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B40616-4ECB-FDD6-D72F-B7EDC1A553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Questions? 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1A2B80E-10F2-0566-0146-E80899D47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235390"/>
            <a:ext cx="8534400" cy="118989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50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5AE0CA-1B89-9C11-6E4D-3466E2544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Zhenqi</a:t>
            </a:r>
            <a:r>
              <a:rPr lang="en-US" dirty="0"/>
              <a:t> Fu1 2024, Learning a Simple Low-light Image Enhancer from Paired Low-light Instances.</a:t>
            </a:r>
          </a:p>
          <a:p>
            <a:r>
              <a:rPr lang="en-US" dirty="0"/>
              <a:t> Cai 2018, Learning a Deep Single Image Contrast Enhancer from Multi-Exposure Images</a:t>
            </a:r>
          </a:p>
          <a:p>
            <a:r>
              <a:rPr lang="en-US" dirty="0"/>
              <a:t> </a:t>
            </a:r>
            <a:r>
              <a:rPr lang="en-US" dirty="0" err="1"/>
              <a:t>Jianghai</a:t>
            </a:r>
            <a:r>
              <a:rPr lang="en-US" dirty="0"/>
              <a:t> 2024, </a:t>
            </a:r>
            <a:r>
              <a:rPr lang="en-US" dirty="0" err="1"/>
              <a:t>Lightendiffusion</a:t>
            </a:r>
            <a:r>
              <a:rPr lang="en-US" dirty="0"/>
              <a:t>: Unsupervised low-light image enhancement with latent-</a:t>
            </a:r>
            <a:r>
              <a:rPr lang="en-US" dirty="0" err="1"/>
              <a:t>retinex</a:t>
            </a:r>
            <a:r>
              <a:rPr lang="en-US" dirty="0"/>
              <a:t> diffusion models.</a:t>
            </a:r>
          </a:p>
          <a:p>
            <a:r>
              <a:rPr lang="en-US" dirty="0"/>
              <a:t> Land, E.H.: The </a:t>
            </a:r>
            <a:r>
              <a:rPr lang="en-US" dirty="0" err="1"/>
              <a:t>retinex</a:t>
            </a:r>
            <a:r>
              <a:rPr lang="en-US" dirty="0"/>
              <a:t> theory of color vision. Scientific American 237(6), 108–129 (1977) 1, 4, 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1B12EA-546A-4A5A-A06F-C7D60754F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530275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>
            <a:spLocks noGrp="1"/>
          </p:cNvSpPr>
          <p:nvPr>
            <p:ph type="ctrTitle"/>
          </p:nvPr>
        </p:nvSpPr>
        <p:spPr>
          <a:xfrm>
            <a:off x="914400" y="269398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lang="en-US"/>
              <a:t>Supplemental Slides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9FF40-25DF-C6DF-6ACE-C43E7D576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91067D-3227-449F-B0D6-17C00C1FE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Metrics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5BFE3139-D4DD-6265-34C8-12C4E2F20DAC}"/>
              </a:ext>
            </a:extLst>
          </p:cNvPr>
          <p:cNvGraphicFramePr/>
          <p:nvPr/>
        </p:nvGraphicFramePr>
        <p:xfrm>
          <a:off x="-416328" y="2306455"/>
          <a:ext cx="10696448" cy="4144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6864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3BADE98-09EB-425E-8E92-C147940CF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3E3F55-94B9-40CE-8ECF-98A96F2687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F61D23-EE44-4521-A35A-5F4A5553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CF05DE-413D-4341-9D2B-AB04D4D13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F610A3-1177-4005-8E3D-39C4EB0A6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FC55360-0BE9-4382-8631-1C515B038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0C927DF-1C17-4464-8001-712C22D69E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AEB23C-9235-408A-9F7F-E7738A5A9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9152831-D2FD-4205-8C31-77AB5469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32D94F1-D203-458C-A8B3-1668C9811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1A15E4-3885-4B24-A86A-6A626CD1F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D200293-E1B4-4797-B371-06CCA5816F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5E88479-DABD-433A-87D5-E1BCFE122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C480CA-9AB1-4B24-9702-5A6CFB257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18AB36E-B20E-4430-AB55-D0DCB37D4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lvlOne"/>
        </p:bldSub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826A0-9BB0-A26B-4027-6A47E0417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3C7CF7-EEEA-768B-0206-0273D6635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Metrics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2ABE3FF0-57DB-CFAA-DB74-64A5A1DC3271}"/>
              </a:ext>
            </a:extLst>
          </p:cNvPr>
          <p:cNvGraphicFramePr/>
          <p:nvPr/>
        </p:nvGraphicFramePr>
        <p:xfrm>
          <a:off x="-416328" y="2306455"/>
          <a:ext cx="10696448" cy="4144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63B7916-E965-3CCD-87BF-B83728570702}"/>
              </a:ext>
            </a:extLst>
          </p:cNvPr>
          <p:cNvSpPr txBox="1"/>
          <p:nvPr/>
        </p:nvSpPr>
        <p:spPr>
          <a:xfrm>
            <a:off x="8848817" y="2815503"/>
            <a:ext cx="2862606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Stands for Peak signal-to-noise ratio.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 Measures pixel-wise similarity between two images.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Higher value indicates greater similarity (less error).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Does not fully reflect human perception.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F1E7C7-11F5-CF66-F38A-2ACC0FDDB2DD}"/>
                  </a:ext>
                </a:extLst>
              </p:cNvPr>
              <p:cNvSpPr txBox="1"/>
              <p:nvPr/>
            </p:nvSpPr>
            <p:spPr>
              <a:xfrm>
                <a:off x="-298955" y="1602286"/>
                <a:ext cx="6094476" cy="12132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PSNR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/>
                                        <m:t>MAX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en-US"/>
                                    <m:t>MSE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MSE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BF1E7C7-11F5-CF66-F38A-2ACC0FDDB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8955" y="1602286"/>
                <a:ext cx="6094476" cy="121321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1587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3BADE98-09EB-425E-8E92-C147940CF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3E3F55-94B9-40CE-8ECF-98A96F2687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F61D23-EE44-4521-A35A-5F4A5553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CF05DE-413D-4341-9D2B-AB04D4D13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F610A3-1177-4005-8E3D-39C4EB0A6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FC55360-0BE9-4382-8631-1C515B038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0C927DF-1C17-4464-8001-712C22D69E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AEB23C-9235-408A-9F7F-E7738A5A9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9152831-D2FD-4205-8C31-77AB5469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32D94F1-D203-458C-A8B3-1668C9811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1A15E4-3885-4B24-A86A-6A626CD1F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D200293-E1B4-4797-B371-06CCA5816F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5E88479-DABD-433A-87D5-E1BCFE122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C480CA-9AB1-4B24-9702-5A6CFB257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18AB36E-B20E-4430-AB55-D0DCB37D4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Sub>
          <a:bldDgm bld="lvlOne"/>
        </p:bldSub>
      </p:bldGraphic>
      <p:bldP spid="5" grpId="0" build="p"/>
      <p:bldP spid="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6E28C-8FA4-79AA-AB38-03846C92C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AE1C10-012E-5477-4C16-6D8DCF821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Metrics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0049644-0886-D757-D075-3157ED5CAF4F}"/>
              </a:ext>
            </a:extLst>
          </p:cNvPr>
          <p:cNvGraphicFramePr/>
          <p:nvPr/>
        </p:nvGraphicFramePr>
        <p:xfrm>
          <a:off x="-416328" y="2306455"/>
          <a:ext cx="10696448" cy="4144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76DF485-FE0B-DD70-70FB-6484EC28DCE0}"/>
              </a:ext>
            </a:extLst>
          </p:cNvPr>
          <p:cNvSpPr txBox="1"/>
          <p:nvPr/>
        </p:nvSpPr>
        <p:spPr>
          <a:xfrm>
            <a:off x="8848817" y="2815503"/>
            <a:ext cx="2862606" cy="296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Stands for Structural Similarity index.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 Measures similarity in terms of luminance, contrast, and structure.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Values range between 0 and 1 (closer to 1 is better).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Better correlated to human visual perception than PSNR.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2957C1-6A83-CA79-9FBF-8CB18D751B38}"/>
                  </a:ext>
                </a:extLst>
              </p:cNvPr>
              <p:cNvSpPr txBox="1"/>
              <p:nvPr/>
            </p:nvSpPr>
            <p:spPr>
              <a:xfrm>
                <a:off x="-298955" y="1602286"/>
                <a:ext cx="6094476" cy="1265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SSIM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𝑥𝑦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228600" indent="0">
                  <a:buNone/>
                </a:pPr>
                <a:endParaRPr lang="en-US" dirty="0"/>
              </a:p>
              <a:p>
                <a:pPr marL="22860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are constants for numerical stability. </a:t>
                </a:r>
              </a:p>
              <a:p>
                <a:pPr marL="2286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12957C1-6A83-CA79-9FBF-8CB18D751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8955" y="1602286"/>
                <a:ext cx="6094476" cy="12657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367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3BADE98-09EB-425E-8E92-C147940CF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3E3F55-94B9-40CE-8ECF-98A96F2687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F61D23-EE44-4521-A35A-5F4A5553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CF05DE-413D-4341-9D2B-AB04D4D13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F610A3-1177-4005-8E3D-39C4EB0A6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FC55360-0BE9-4382-8631-1C515B038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0C927DF-1C17-4464-8001-712C22D69E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AEB23C-9235-408A-9F7F-E7738A5A9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9152831-D2FD-4205-8C31-77AB5469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32D94F1-D203-458C-A8B3-1668C9811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1A15E4-3885-4B24-A86A-6A626CD1F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D200293-E1B4-4797-B371-06CCA5816F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5E88479-DABD-433A-87D5-E1BCFE122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C480CA-9AB1-4B24-9702-5A6CFB257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18AB36E-B20E-4430-AB55-D0DCB37D4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  <p:bldP spid="5" grpId="0" build="p"/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511AF-44B9-028F-F062-A5A0EBE7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EF24F16-EEE1-C521-3E3F-9F44337B5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Metrics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E0FAD2B-54AD-3591-C63C-EE9AF22622F0}"/>
              </a:ext>
            </a:extLst>
          </p:cNvPr>
          <p:cNvGraphicFramePr/>
          <p:nvPr/>
        </p:nvGraphicFramePr>
        <p:xfrm>
          <a:off x="-416328" y="2306455"/>
          <a:ext cx="10696448" cy="4144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687DB-9909-0128-D175-2D960F268A2A}"/>
              </a:ext>
            </a:extLst>
          </p:cNvPr>
          <p:cNvSpPr txBox="1"/>
          <p:nvPr/>
        </p:nvSpPr>
        <p:spPr>
          <a:xfrm>
            <a:off x="8848817" y="2815503"/>
            <a:ext cx="2862606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Stands for Learned Perceptual Image Patch Similarity.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Measures perceptual similarity based on features learned by deep neural networks.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Lower LPIPS indicates better perceptual similarity.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Closely aligned with human visual judgment.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857222-5810-95BA-13A6-A2FC441FE3E7}"/>
                  </a:ext>
                </a:extLst>
              </p:cNvPr>
              <p:cNvSpPr txBox="1"/>
              <p:nvPr/>
            </p:nvSpPr>
            <p:spPr>
              <a:xfrm>
                <a:off x="194821" y="1418614"/>
                <a:ext cx="6094476" cy="17088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400" smtClean="0"/>
                        <m:t>LPIPS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𝑙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/>
                            <m:e>
                              <m:r>
                                <m:rPr>
                                  <m:lit/>
                                </m:rPr>
                                <a:rPr lang="en-US" sz="1400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  <m:r>
                        <a:rPr lang="en-US" sz="1400">
                          <a:latin typeface="Cambria Math" panose="02040503050406030204" pitchFamily="18" charset="0"/>
                        </a:rPr>
                        <m:t>⊙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h𝑤</m:t>
                                  </m:r>
                                </m:sup>
                              </m:sSubSup>
                            </m:e>
                          </m:acc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Sup>
                                <m:sSubSup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sub>
                                <m: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h𝑤</m:t>
                                  </m:r>
                                </m:sup>
                              </m:sSubSup>
                            </m:e>
                          </m:acc>
                        </m:e>
                      </m:d>
                      <m:sSubSup>
                        <m:sSubSup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lit/>
                            </m:rPr>
                            <a:rPr lang="en-US" sz="1400" i="1">
                              <a:latin typeface="Cambria Math" panose="02040503050406030204" pitchFamily="18" charset="0"/>
                            </a:rPr>
                            <m:t>|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dirty="0"/>
                  <a:t> are activations at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</m:oMath>
                </a14:m>
                <a:r>
                  <a:rPr lang="en-US" dirty="0"/>
                  <a:t> learned channel-wise weight at layer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endParaRPr lang="en-US" dirty="0"/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1400" smtClean="0">
                        <a:latin typeface="Cambria Math" panose="02040503050406030204" pitchFamily="18" charset="0"/>
                      </a:rPr>
                      <m:t>⊙</m:t>
                    </m:r>
                  </m:oMath>
                </a14:m>
                <a:r>
                  <a:rPr lang="en-US" dirty="0"/>
                  <a:t> denotes channel-wise multiplication</a:t>
                </a:r>
              </a:p>
              <a:p>
                <a:pPr marL="2286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7857222-5810-95BA-13A6-A2FC441FE3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21" y="1418614"/>
                <a:ext cx="6094476" cy="1708866"/>
              </a:xfrm>
              <a:prstGeom prst="rect">
                <a:avLst/>
              </a:prstGeom>
              <a:blipFill>
                <a:blip r:embed="rId7"/>
                <a:stretch>
                  <a:fillRect t="-417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6212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3BADE98-09EB-425E-8E92-C147940CF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3E3F55-94B9-40CE-8ECF-98A96F2687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F61D23-EE44-4521-A35A-5F4A5553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CF05DE-413D-4341-9D2B-AB04D4D13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F610A3-1177-4005-8E3D-39C4EB0A6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FC55360-0BE9-4382-8631-1C515B038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0C927DF-1C17-4464-8001-712C22D69E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AEB23C-9235-408A-9F7F-E7738A5A9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9152831-D2FD-4205-8C31-77AB5469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32D94F1-D203-458C-A8B3-1668C9811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1A15E4-3885-4B24-A86A-6A626CD1F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D200293-E1B4-4797-B371-06CCA5816F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5E88479-DABD-433A-87D5-E1BCFE122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C480CA-9AB1-4B24-9702-5A6CFB257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18AB36E-B20E-4430-AB55-D0DCB37D4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  <p:bldP spid="5" grpId="0" build="p"/>
      <p:bldP spid="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94FFA-CAB3-C889-AA0C-196F3B2E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C83F611-5E66-2782-2486-06FD5E220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Metrics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8634F4B-2C55-058F-63BF-15FFFB252099}"/>
              </a:ext>
            </a:extLst>
          </p:cNvPr>
          <p:cNvGraphicFramePr/>
          <p:nvPr/>
        </p:nvGraphicFramePr>
        <p:xfrm>
          <a:off x="-416328" y="2306455"/>
          <a:ext cx="10696448" cy="4144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CD4C3AD-B800-7FD5-26BA-336727FACD9C}"/>
              </a:ext>
            </a:extLst>
          </p:cNvPr>
          <p:cNvSpPr txBox="1"/>
          <p:nvPr/>
        </p:nvSpPr>
        <p:spPr>
          <a:xfrm>
            <a:off x="8848817" y="2815503"/>
            <a:ext cx="2862606" cy="360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Stands for Natural Image Quality Evaluator.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no-reference metric assessing the "naturalness" of images based on natural scene statistics.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Lower NIQE indicates higher perceived natural image quality.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Does not require ground-truth images.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CAADDA-6D6F-352B-432F-44542B75A353}"/>
                  </a:ext>
                </a:extLst>
              </p:cNvPr>
              <p:cNvSpPr txBox="1"/>
              <p:nvPr/>
            </p:nvSpPr>
            <p:spPr>
              <a:xfrm>
                <a:off x="194821" y="1418614"/>
                <a:ext cx="6094476" cy="15906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/>
                        <m:t>NIQE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>
                                              <a:latin typeface="Cambria Math" panose="02040503050406030204" pitchFamily="18" charset="0"/>
                                            </a:rPr>
                                            <m:t>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ν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e>
                          </m:d>
                        </m:e>
                      </m:rad>
                    </m:oMath>
                  </m:oMathPara>
                </a14:m>
                <a:endParaRPr lang="en-US" dirty="0"/>
              </a:p>
              <a:p>
                <a:pPr marL="22860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ν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</m:oMath>
                </a14:m>
                <a:r>
                  <a:rPr lang="en-US" dirty="0"/>
                  <a:t> represent mean and covariance features of image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pPr marL="5143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/>
                  <a:t> represent mean and covariance of the pristine image model</a:t>
                </a:r>
              </a:p>
              <a:p>
                <a:pPr marL="228600"/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3CAADDA-6D6F-352B-432F-44542B75A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21" y="1418614"/>
                <a:ext cx="6094476" cy="15906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5956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3BADE98-09EB-425E-8E92-C147940CF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3E3F55-94B9-40CE-8ECF-98A96F2687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F61D23-EE44-4521-A35A-5F4A5553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CF05DE-413D-4341-9D2B-AB04D4D13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F610A3-1177-4005-8E3D-39C4EB0A6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FC55360-0BE9-4382-8631-1C515B038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0C927DF-1C17-4464-8001-712C22D69E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AEB23C-9235-408A-9F7F-E7738A5A9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9152831-D2FD-4205-8C31-77AB5469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32D94F1-D203-458C-A8B3-1668C9811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1A15E4-3885-4B24-A86A-6A626CD1F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D200293-E1B4-4797-B371-06CCA5816F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5E88479-DABD-433A-87D5-E1BCFE122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C480CA-9AB1-4B24-9702-5A6CFB257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18AB36E-B20E-4430-AB55-D0DCB37D4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  <p:bldP spid="5" grpId="0" build="p"/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28596-2532-8CEC-7100-57CE71BD3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F0CE7A0-2217-7D1B-05A8-B7A52439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Metrics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153B7BC-2659-ADB1-2E6C-921FE357350F}"/>
              </a:ext>
            </a:extLst>
          </p:cNvPr>
          <p:cNvGraphicFramePr/>
          <p:nvPr/>
        </p:nvGraphicFramePr>
        <p:xfrm>
          <a:off x="-416328" y="2306455"/>
          <a:ext cx="10696448" cy="4144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538B681-73F6-4758-AC2C-7CA80A4AFB0A}"/>
              </a:ext>
            </a:extLst>
          </p:cNvPr>
          <p:cNvSpPr txBox="1"/>
          <p:nvPr/>
        </p:nvSpPr>
        <p:spPr>
          <a:xfrm>
            <a:off x="8848817" y="2815503"/>
            <a:ext cx="2862606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Stands for Perceptual Index.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A composite metric combining perception-based measures like NIQE and other perceptual quality scores.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Lower PI value indicates higher perceptual quality.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Commonly used to balance multiple aspects of visual quality.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F5820F-454A-C698-8697-F9891CC9EB14}"/>
                  </a:ext>
                </a:extLst>
              </p:cNvPr>
              <p:cNvSpPr txBox="1"/>
              <p:nvPr/>
            </p:nvSpPr>
            <p:spPr>
              <a:xfrm>
                <a:off x="194821" y="1418614"/>
                <a:ext cx="6094476" cy="49564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2860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/>
                        <m:t>PI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/>
                            <m:t>NIQE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lang="en-US"/>
                            <m:t>LPIPS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BF5820F-454A-C698-8697-F9891CC9E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821" y="1418614"/>
                <a:ext cx="6094476" cy="495649"/>
              </a:xfrm>
              <a:prstGeom prst="rect">
                <a:avLst/>
              </a:prstGeom>
              <a:blipFill>
                <a:blip r:embed="rId7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688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F3BADE98-09EB-425E-8E92-C147940CF21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F3E3F55-94B9-40CE-8ECF-98A96F26870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FF61D23-EE44-4521-A35A-5F4A55535A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C6CF05DE-413D-4341-9D2B-AB04D4D13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AF610A3-1177-4005-8E3D-39C4EB0A6C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8FC55360-0BE9-4382-8631-1C515B0387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B0C927DF-1C17-4464-8001-712C22D69E9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3AAEB23C-9235-408A-9F7F-E7738A5A9D3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19152831-D2FD-4205-8C31-77AB5469150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032D94F1-D203-458C-A8B3-1668C981193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651A15E4-3885-4B24-A86A-6A626CD1F3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4D200293-E1B4-4797-B371-06CCA5816F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25E88479-DABD-433A-87D5-E1BCFE1222A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E6C480CA-9AB1-4B24-9702-5A6CFB257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graphicEl>
                                              <a:dgm id="{718AB36E-B20E-4430-AB55-D0DCB37D4A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 uiExpand="1">
        <p:bldSub>
          <a:bldDgm bld="lvlOne"/>
        </p:bldSub>
      </p:bldGraphic>
      <p:bldP spid="5" grpId="0" build="p"/>
      <p:bldP spid="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1AC01-596E-A777-20CE-B7F2CFF04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060A1D-A26A-4498-47E3-440953C27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Diffusion-Based Image Restoration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3964E47-E00A-CE4A-6379-D4628D202C71}"/>
              </a:ext>
            </a:extLst>
          </p:cNvPr>
          <p:cNvGraphicFramePr/>
          <p:nvPr/>
        </p:nvGraphicFramePr>
        <p:xfrm>
          <a:off x="-1214120" y="2146130"/>
          <a:ext cx="9745472" cy="3651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084148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CDCD5E-0ECA-4B3A-B95F-8EC1D4DF2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BD3716-778C-46DB-A1F5-1D3BDCB61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D2AFE5-8D4F-42EF-A085-BEF90055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16EF98-6287-4731-82DC-E08069D289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15F9DF-F236-4AEB-B1BD-3EB0F938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185884-84DA-4CD0-9F8D-D3ED326F9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25D633-500B-4EDD-8F14-936BD12F5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C96FCD-A819-4469-A2BD-EE55C6B84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219079-88FC-48DB-A364-0C0144AC2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5AF771-39B3-41E0-81A8-7FFEA4402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E130A5-06E6-4FC5-A322-106ACD89E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lvlOne"/>
        </p:bldSub>
      </p:bldGraphic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239AB-67CB-40E8-3137-3325A55C1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F99F65-4D02-B116-CC7F-077130BF5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Diffusion-Based Image Restoration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79A6581-1D95-9149-F61C-B9EBB0703A47}"/>
              </a:ext>
            </a:extLst>
          </p:cNvPr>
          <p:cNvGraphicFramePr/>
          <p:nvPr/>
        </p:nvGraphicFramePr>
        <p:xfrm>
          <a:off x="-1214120" y="2146130"/>
          <a:ext cx="9745472" cy="3651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8D16F6-31CB-D952-5731-C05A6CFF15FF}"/>
                  </a:ext>
                </a:extLst>
              </p:cNvPr>
              <p:cNvSpPr txBox="1"/>
              <p:nvPr/>
            </p:nvSpPr>
            <p:spPr>
              <a:xfrm>
                <a:off x="7695383" y="1982450"/>
                <a:ext cx="3456432" cy="3930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dirty="0"/>
                  <a:t>-  Conditional inputs (E.g., degraded image, masks, noise,…etc.) is directly integrated into the model architecture.</a:t>
                </a:r>
              </a:p>
              <a:p>
                <a:pPr>
                  <a:lnSpc>
                    <a:spcPct val="150000"/>
                  </a:lnSpc>
                </a:pPr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dirty="0"/>
                  <a:t>Usually requires paired training data (i.e., supervised)</a:t>
                </a:r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dirty="0"/>
                  <a:t>Model learns explicitly the conditional distribution </a:t>
                </a:r>
              </a:p>
              <a:p>
                <a:pPr>
                  <a:lnSpc>
                    <a:spcPct val="150000"/>
                  </a:lnSpc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𝑐𝑙𝑒𝑎𝑛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𝑖𝑚𝑎𝑔𝑒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𝑑𝑒𝑔𝑟𝑎𝑑𝑒𝑑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𝑖𝑛𝑝𝑢𝑡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endParaRPr lang="en-US" dirty="0"/>
              </a:p>
              <a:p>
                <a:pPr marL="285750" indent="-285750">
                  <a:lnSpc>
                    <a:spcPct val="150000"/>
                  </a:lnSpc>
                  <a:buFontTx/>
                  <a:buChar char="-"/>
                </a:pPr>
                <a:r>
                  <a:rPr lang="en-US" dirty="0"/>
                  <a:t>Examples are SR3, Palette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8D16F6-31CB-D952-5731-C05A6CFF15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5383" y="1982450"/>
                <a:ext cx="3456432" cy="3930371"/>
              </a:xfrm>
              <a:prstGeom prst="rect">
                <a:avLst/>
              </a:prstGeom>
              <a:blipFill>
                <a:blip r:embed="rId8"/>
                <a:stretch>
                  <a:fillRect l="-529" b="-7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4229EEE-8379-A409-0F61-41EE84B9A0FA}"/>
              </a:ext>
            </a:extLst>
          </p:cNvPr>
          <p:cNvCxnSpPr>
            <a:cxnSpLocks/>
          </p:cNvCxnSpPr>
          <p:nvPr/>
        </p:nvCxnSpPr>
        <p:spPr>
          <a:xfrm flipH="1">
            <a:off x="7074628" y="2366128"/>
            <a:ext cx="620755" cy="74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6128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CDCD5E-0ECA-4B3A-B95F-8EC1D4DF2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BD3716-778C-46DB-A1F5-1D3BDCB61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D2AFE5-8D4F-42EF-A085-BEF90055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16EF98-6287-4731-82DC-E08069D289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15F9DF-F236-4AEB-B1BD-3EB0F938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185884-84DA-4CD0-9F8D-D3ED326F9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25D633-500B-4EDD-8F14-936BD12F5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C96FCD-A819-4469-A2BD-EE55C6B84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219079-88FC-48DB-A364-0C0144AC2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5AF771-39B3-41E0-81A8-7FFEA4402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E130A5-06E6-4FC5-A322-106ACD89E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  <p:bldP spid="2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46FC9-E8E5-7445-5BF7-5956E221A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000DF5-3BD6-0383-D7AF-802355BF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Diffusion-Based Image Restoration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58C6399-EC66-16A0-9B38-0A45272F1D03}"/>
              </a:ext>
            </a:extLst>
          </p:cNvPr>
          <p:cNvGraphicFramePr/>
          <p:nvPr/>
        </p:nvGraphicFramePr>
        <p:xfrm>
          <a:off x="-1214120" y="2146130"/>
          <a:ext cx="9745472" cy="3651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F611D1E-02BD-1DD2-7FCB-26B55E1C0920}"/>
              </a:ext>
            </a:extLst>
          </p:cNvPr>
          <p:cNvSpPr txBox="1"/>
          <p:nvPr/>
        </p:nvSpPr>
        <p:spPr>
          <a:xfrm>
            <a:off x="7695383" y="1982450"/>
            <a:ext cx="3456432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Uses pretrained unconditional diffusion models directly at test-time without retraining.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Always unsupervised.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Examples are DDRM, DDNM, ILVR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90A5830-4C54-F45E-556A-8F699B6329E1}"/>
              </a:ext>
            </a:extLst>
          </p:cNvPr>
          <p:cNvCxnSpPr>
            <a:cxnSpLocks/>
          </p:cNvCxnSpPr>
          <p:nvPr/>
        </p:nvCxnSpPr>
        <p:spPr>
          <a:xfrm flipH="1">
            <a:off x="7164371" y="2366128"/>
            <a:ext cx="531012" cy="7164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957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CDCD5E-0ECA-4B3A-B95F-8EC1D4DF2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BD3716-778C-46DB-A1F5-1D3BDCB61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D2AFE5-8D4F-42EF-A085-BEF90055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16EF98-6287-4731-82DC-E08069D289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15F9DF-F236-4AEB-B1BD-3EB0F938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185884-84DA-4CD0-9F8D-D3ED326F9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25D633-500B-4EDD-8F14-936BD12F5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C96FCD-A819-4469-A2BD-EE55C6B84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219079-88FC-48DB-A364-0C0144AC2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5AF771-39B3-41E0-81A8-7FFEA4402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E130A5-06E6-4FC5-A322-106ACD89E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  <p:bldP spid="2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D029-1FE2-9AEC-B7DF-EEFDC569A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0D5FD3-B649-2885-F896-EF49FBEB0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Diffusion-Based Image Restoration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331BC59-8667-88C7-E94E-53C51E3F94A8}"/>
              </a:ext>
            </a:extLst>
          </p:cNvPr>
          <p:cNvGraphicFramePr/>
          <p:nvPr/>
        </p:nvGraphicFramePr>
        <p:xfrm>
          <a:off x="-1214120" y="2146130"/>
          <a:ext cx="9745472" cy="3651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B4E41B5-C232-CC41-EFFF-71FC9AAB283A}"/>
              </a:ext>
            </a:extLst>
          </p:cNvPr>
          <p:cNvSpPr txBox="1"/>
          <p:nvPr/>
        </p:nvSpPr>
        <p:spPr>
          <a:xfrm>
            <a:off x="7874492" y="2044005"/>
            <a:ext cx="3456432" cy="2314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Utilize external guidance signals or classifier-free guidance mechanisms to steer the diffusion process towards restored images.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Can be supervised or unsupervised.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Examples are Classifier-free guidance and Guided Diffusion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21E4AF-C149-2943-D6F2-7D279FFFA439}"/>
              </a:ext>
            </a:extLst>
          </p:cNvPr>
          <p:cNvCxnSpPr>
            <a:cxnSpLocks/>
          </p:cNvCxnSpPr>
          <p:nvPr/>
        </p:nvCxnSpPr>
        <p:spPr>
          <a:xfrm flipH="1">
            <a:off x="7202078" y="2366128"/>
            <a:ext cx="493305" cy="1470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2716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CDCD5E-0ECA-4B3A-B95F-8EC1D4DF2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BD3716-778C-46DB-A1F5-1D3BDCB61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D2AFE5-8D4F-42EF-A085-BEF90055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16EF98-6287-4731-82DC-E08069D289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15F9DF-F236-4AEB-B1BD-3EB0F938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185884-84DA-4CD0-9F8D-D3ED326F9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25D633-500B-4EDD-8F14-936BD12F5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C96FCD-A819-4469-A2BD-EE55C6B84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219079-88FC-48DB-A364-0C0144AC2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5AF771-39B3-41E0-81A8-7FFEA4402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E130A5-06E6-4FC5-A322-106ACD89E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  <p:bldP spid="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6BD3E-4B5F-F5DA-F08A-E50D0E9B3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6A51964-FBEE-5E99-9C2E-0BD0F4E5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Diffusion-Based Image Restoration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E4EAF63-CFCA-D1C8-3137-EBC6A2526635}"/>
              </a:ext>
            </a:extLst>
          </p:cNvPr>
          <p:cNvGraphicFramePr/>
          <p:nvPr/>
        </p:nvGraphicFramePr>
        <p:xfrm>
          <a:off x="-1214120" y="2146130"/>
          <a:ext cx="9745472" cy="3651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8CF5FC2-C0EF-F4FF-6E9E-CB33362283A4}"/>
              </a:ext>
            </a:extLst>
          </p:cNvPr>
          <p:cNvSpPr txBox="1"/>
          <p:nvPr/>
        </p:nvSpPr>
        <p:spPr>
          <a:xfrm>
            <a:off x="7874492" y="2044005"/>
            <a:ext cx="3456432" cy="1668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Perform restoration in a compressed latent space.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Can be supervised or unsupervised.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Examples are Stable Diffusion for Restoration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29B4232-0822-A236-DF6C-3CA4E5B1069D}"/>
              </a:ext>
            </a:extLst>
          </p:cNvPr>
          <p:cNvCxnSpPr>
            <a:cxnSpLocks/>
          </p:cNvCxnSpPr>
          <p:nvPr/>
        </p:nvCxnSpPr>
        <p:spPr>
          <a:xfrm flipH="1">
            <a:off x="7164371" y="2366128"/>
            <a:ext cx="531012" cy="2281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565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CDCD5E-0ECA-4B3A-B95F-8EC1D4DF2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BD3716-778C-46DB-A1F5-1D3BDCB61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D2AFE5-8D4F-42EF-A085-BEF90055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16EF98-6287-4731-82DC-E08069D289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15F9DF-F236-4AEB-B1BD-3EB0F938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185884-84DA-4CD0-9F8D-D3ED326F9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25D633-500B-4EDD-8F14-936BD12F5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C96FCD-A819-4469-A2BD-EE55C6B84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219079-88FC-48DB-A364-0C0144AC2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5AF771-39B3-41E0-81A8-7FFEA4402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E130A5-06E6-4FC5-A322-106ACD89E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  <p:bldP spid="2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09A8D-36ED-800A-92DE-0E7043DB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ECC5DE-0123-886B-38C8-F93AE4724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Diffusion-Based Image Restoration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5004466-DDF4-6693-0FB4-E9C7D5F75AC0}"/>
              </a:ext>
            </a:extLst>
          </p:cNvPr>
          <p:cNvGraphicFramePr/>
          <p:nvPr/>
        </p:nvGraphicFramePr>
        <p:xfrm>
          <a:off x="-1214120" y="2146130"/>
          <a:ext cx="9745472" cy="36511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2601B47-BD6C-57E8-9065-E818CF407AD4}"/>
              </a:ext>
            </a:extLst>
          </p:cNvPr>
          <p:cNvSpPr txBox="1"/>
          <p:nvPr/>
        </p:nvSpPr>
        <p:spPr>
          <a:xfrm>
            <a:off x="7874492" y="2044005"/>
            <a:ext cx="3456432" cy="19913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Combine pretrained diffusion priors with classical iterative methods or optimization techniques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Examples are </a:t>
            </a:r>
            <a:r>
              <a:rPr lang="en-US" dirty="0" err="1"/>
              <a:t>DiffPIR</a:t>
            </a:r>
            <a:r>
              <a:rPr lang="en-US" dirty="0"/>
              <a:t> (Diffusion Plug-and-play Image Restoration), DPS (Diffusion Posterior Sampling).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C76D5E6-4374-7FF8-EC44-66383C2DE028}"/>
              </a:ext>
            </a:extLst>
          </p:cNvPr>
          <p:cNvCxnSpPr>
            <a:cxnSpLocks/>
          </p:cNvCxnSpPr>
          <p:nvPr/>
        </p:nvCxnSpPr>
        <p:spPr>
          <a:xfrm flipH="1">
            <a:off x="7164371" y="2366128"/>
            <a:ext cx="531012" cy="2856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8565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CCDCD5E-0ECA-4B3A-B95F-8EC1D4DF23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2BD3716-778C-46DB-A1F5-1D3BDCB61F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2D2AFE5-8D4F-42EF-A085-BEF9005595E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A16EF98-6287-4731-82DC-E08069D289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815F9DF-F236-4AEB-B1BD-3EB0F938B9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9185884-84DA-4CD0-9F8D-D3ED326F9C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525D633-500B-4EDD-8F14-936BD12F56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EC96FCD-A819-4469-A2BD-EE55C6B848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9219079-88FC-48DB-A364-0C0144AC2D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A5AF771-39B3-41E0-81A8-7FFEA4402C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5E130A5-06E6-4FC5-A322-106ACD89E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lvlOne"/>
        </p:bldSub>
      </p:bldGraphic>
      <p:bldP spid="2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74FA909-0653-46C2-C5E4-C0D3AE2A9FF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sz="2000" dirty="0"/>
                  <a:t> Obtain restored feature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 from the distribution learned by the diffusion model with implicit sampling strategy. 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sz="2000" dirty="0"/>
                  <a:t> Send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 to the decoder to produce the result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𝑙𝑜𝑤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sz="2000" dirty="0"/>
                  <a:t> </a:t>
                </a:r>
              </a:p>
              <a:p>
                <a:pPr marL="228600" indent="0">
                  <a:lnSpc>
                    <a:spcPct val="200000"/>
                  </a:lnSpc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B74FA909-0653-46C2-C5E4-C0D3AE2A9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C628BE4-7B56-E5A0-B665-900D15254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Stage 2 - Inference</a:t>
            </a:r>
          </a:p>
        </p:txBody>
      </p:sp>
    </p:spTree>
    <p:extLst>
      <p:ext uri="{BB962C8B-B14F-4D97-AF65-F5344CB8AC3E}">
        <p14:creationId xmlns:p14="http://schemas.microsoft.com/office/powerpoint/2010/main" val="3103183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0DB462F-1EBC-2FBA-758E-3E9323B8DDF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 batch size = 12</a:t>
                </a:r>
              </a:p>
              <a:p>
                <a:r>
                  <a:rPr lang="en-US" dirty="0"/>
                  <a:t> Patch size = 512 * 512</a:t>
                </a:r>
              </a:p>
              <a:p>
                <a:r>
                  <a:rPr lang="en-US" dirty="0"/>
                  <a:t> Stage 1 iterations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Stage 2 iterations 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 Adam Optimizer with </a:t>
                </a:r>
              </a:p>
              <a:p>
                <a:pPr lvl="1"/>
                <a:r>
                  <a:rPr lang="en-US" dirty="0"/>
                  <a:t>Stage1: initial learning rate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sup>
                    </m:sSup>
                  </m:oMath>
                </a14:m>
                <a:r>
                  <a:rPr lang="en-US" dirty="0"/>
                  <a:t> and decays by a factor of .8</a:t>
                </a:r>
              </a:p>
              <a:p>
                <a:pPr lvl="1"/>
                <a:r>
                  <a:rPr lang="en-US" dirty="0"/>
                  <a:t>Stage2: fixed value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 Feature down sampling scale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3, illumination correction factor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=.2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 .01, .1, .01, 10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 Noise Estimator Network architecture: U-net</a:t>
                </a:r>
              </a:p>
              <a:p>
                <a:r>
                  <a:rPr lang="en-US" dirty="0"/>
                  <a:t> Time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=1000</m:t>
                    </m:r>
                  </m:oMath>
                </a14:m>
                <a:r>
                  <a:rPr lang="en-US" dirty="0"/>
                  <a:t> , sampling step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40DB462F-1EBC-2FBA-758E-3E9323B8DD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625" b="-1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3534A84-DD81-2249-5143-7F5FD1446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– Implementation Details</a:t>
            </a:r>
          </a:p>
        </p:txBody>
      </p:sp>
    </p:spTree>
    <p:extLst>
      <p:ext uri="{BB962C8B-B14F-4D97-AF65-F5344CB8AC3E}">
        <p14:creationId xmlns:p14="http://schemas.microsoft.com/office/powerpoint/2010/main" val="2591646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 2013 - 2022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B31D99FD04B1409648362972026665" ma:contentTypeVersion="9" ma:contentTypeDescription="Create a new document." ma:contentTypeScope="" ma:versionID="f198f84bf2a0fd64ff991ca102620073">
  <xsd:schema xmlns:xsd="http://www.w3.org/2001/XMLSchema" xmlns:xs="http://www.w3.org/2001/XMLSchema" xmlns:p="http://schemas.microsoft.com/office/2006/metadata/properties" xmlns:ns3="b2cc2a1c-06f2-4e09-851c-d37c25dd28e2" xmlns:ns4="419faa5a-a126-4a15-847e-f0eedd8adc8b" targetNamespace="http://schemas.microsoft.com/office/2006/metadata/properties" ma:root="true" ma:fieldsID="eb88822811826f28561680f47ba3d66e" ns3:_="" ns4:_="">
    <xsd:import namespace="b2cc2a1c-06f2-4e09-851c-d37c25dd28e2"/>
    <xsd:import namespace="419faa5a-a126-4a15-847e-f0eedd8adc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cc2a1c-06f2-4e09-851c-d37c25dd28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9faa5a-a126-4a15-847e-f0eedd8adc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2cc2a1c-06f2-4e09-851c-d37c25dd28e2" xsi:nil="true"/>
  </documentManagement>
</p:properties>
</file>

<file path=customXml/itemProps1.xml><?xml version="1.0" encoding="utf-8"?>
<ds:datastoreItem xmlns:ds="http://schemas.openxmlformats.org/officeDocument/2006/customXml" ds:itemID="{19D416CC-A7F6-43A8-8138-22060F5268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2cc2a1c-06f2-4e09-851c-d37c25dd28e2"/>
    <ds:schemaRef ds:uri="419faa5a-a126-4a15-847e-f0eedd8adc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049A1AC-3449-4C32-BD59-78781446729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A16A595-E444-4347-BEE0-716CE29486AD}">
  <ds:schemaRefs>
    <ds:schemaRef ds:uri="http://purl.org/dc/terms/"/>
    <ds:schemaRef ds:uri="http://schemas.microsoft.com/office/2006/documentManagement/types"/>
    <ds:schemaRef ds:uri="419faa5a-a126-4a15-847e-f0eedd8adc8b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schemas.openxmlformats.org/package/2006/metadata/core-properties"/>
    <ds:schemaRef ds:uri="b2cc2a1c-06f2-4e09-851c-d37c25dd28e2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4454</TotalTime>
  <Words>2712</Words>
  <Application>Microsoft Office PowerPoint</Application>
  <PresentationFormat>Widescreen</PresentationFormat>
  <Paragraphs>654</Paragraphs>
  <Slides>57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2" baseType="lpstr">
      <vt:lpstr>Arial</vt:lpstr>
      <vt:lpstr>Calibri</vt:lpstr>
      <vt:lpstr>Cambria Math</vt:lpstr>
      <vt:lpstr>Wingdings</vt:lpstr>
      <vt:lpstr>Office Theme</vt:lpstr>
      <vt:lpstr>Robust Low-Light Image Enhancement via Generative  Priors</vt:lpstr>
      <vt:lpstr>Agenda</vt:lpstr>
      <vt:lpstr>Introduction</vt:lpstr>
      <vt:lpstr>Low Light Image Enhancement (LLIE)</vt:lpstr>
      <vt:lpstr>Retinex Theory</vt:lpstr>
      <vt:lpstr>LLIE Approaches</vt:lpstr>
      <vt:lpstr>LLIE Approaches</vt:lpstr>
      <vt:lpstr>LLIE Approaches</vt:lpstr>
      <vt:lpstr>LLIE Approaches</vt:lpstr>
      <vt:lpstr>LLIE Approaches</vt:lpstr>
      <vt:lpstr>LLIE Approaches</vt:lpstr>
      <vt:lpstr>Methodology</vt:lpstr>
      <vt:lpstr>Baseline model </vt:lpstr>
      <vt:lpstr>LightenDiffusion</vt:lpstr>
      <vt:lpstr>Training</vt:lpstr>
      <vt:lpstr>Dataset</vt:lpstr>
      <vt:lpstr>Training Strategy</vt:lpstr>
      <vt:lpstr>Losses - Stage 1</vt:lpstr>
      <vt:lpstr>Losses - Stage 1</vt:lpstr>
      <vt:lpstr>Losses - Stage 1</vt:lpstr>
      <vt:lpstr>Losses - Stage 1</vt:lpstr>
      <vt:lpstr>Stage 2 – LRDM Training Algorithm</vt:lpstr>
      <vt:lpstr>Stage 2 – LRDM Training Algorithm</vt:lpstr>
      <vt:lpstr>Losses - Stage 2</vt:lpstr>
      <vt:lpstr>Losses - Stage 2</vt:lpstr>
      <vt:lpstr>Evaluation</vt:lpstr>
      <vt:lpstr>Evaluation Per Stage</vt:lpstr>
      <vt:lpstr>Results</vt:lpstr>
      <vt:lpstr>Initial Results</vt:lpstr>
      <vt:lpstr>Analysis</vt:lpstr>
      <vt:lpstr>Directions</vt:lpstr>
      <vt:lpstr>Ablation Studies</vt:lpstr>
      <vt:lpstr>Stage 1</vt:lpstr>
      <vt:lpstr>Stage 2</vt:lpstr>
      <vt:lpstr>Joint-Training Problem</vt:lpstr>
      <vt:lpstr>Learning Strategy – Stage 1</vt:lpstr>
      <vt:lpstr>Plateau‑Driven Curriculum GradNorm Trainer</vt:lpstr>
      <vt:lpstr>Efficiency</vt:lpstr>
      <vt:lpstr>Conclusions</vt:lpstr>
      <vt:lpstr>Conclusion</vt:lpstr>
      <vt:lpstr>Questions? </vt:lpstr>
      <vt:lpstr>References</vt:lpstr>
      <vt:lpstr>Supplemental Slides</vt:lpstr>
      <vt:lpstr>Quantitative Metrics</vt:lpstr>
      <vt:lpstr>Quantitative Metrics</vt:lpstr>
      <vt:lpstr>Quantitative Metrics</vt:lpstr>
      <vt:lpstr>Quantitative Metrics</vt:lpstr>
      <vt:lpstr>Quantitative Metrics</vt:lpstr>
      <vt:lpstr>Quantitative Metrics</vt:lpstr>
      <vt:lpstr>Diffusion-Based Image Restoration</vt:lpstr>
      <vt:lpstr>Diffusion-Based Image Restoration</vt:lpstr>
      <vt:lpstr>Diffusion-Based Image Restoration</vt:lpstr>
      <vt:lpstr>Diffusion-Based Image Restoration</vt:lpstr>
      <vt:lpstr>Diffusion-Based Image Restoration</vt:lpstr>
      <vt:lpstr>Diffusion-Based Image Restoration</vt:lpstr>
      <vt:lpstr>Stage 2 - Inference</vt:lpstr>
      <vt:lpstr>Training – Implementation Details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Larua Root</dc:creator>
  <cp:lastModifiedBy>Khater, Omar</cp:lastModifiedBy>
  <cp:revision>307</cp:revision>
  <dcterms:created xsi:type="dcterms:W3CDTF">2017-04-06T15:59:40Z</dcterms:created>
  <dcterms:modified xsi:type="dcterms:W3CDTF">2025-05-03T02:04:51Z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0x01010006B31D99FD04B1409648362972026665</vt:lpwstr>
  </property>
</Properties>
</file>